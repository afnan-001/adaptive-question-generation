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703" r:id="rId5"/>
    <p:sldMasterId id="2147483674" r:id="rId6"/>
    <p:sldMasterId id="2147483684" r:id="rId7"/>
    <p:sldMasterId id="2147483687" r:id="rId8"/>
    <p:sldMasterId id="2147483690" r:id="rId9"/>
  </p:sldMasterIdLst>
  <p:notesMasterIdLst>
    <p:notesMasterId r:id="rId23"/>
  </p:notesMasterIdLst>
  <p:sldIdLst>
    <p:sldId id="2147483082" r:id="rId10"/>
    <p:sldId id="2147483098" r:id="rId11"/>
    <p:sldId id="2147483105" r:id="rId12"/>
    <p:sldId id="2147483119" r:id="rId13"/>
    <p:sldId id="2147483113" r:id="rId14"/>
    <p:sldId id="2147483110" r:id="rId15"/>
    <p:sldId id="2147483111" r:id="rId16"/>
    <p:sldId id="2147483106" r:id="rId17"/>
    <p:sldId id="2147483116" r:id="rId18"/>
    <p:sldId id="2147483118" r:id="rId19"/>
    <p:sldId id="2147483117" r:id="rId20"/>
    <p:sldId id="2147483120" r:id="rId21"/>
    <p:sldId id="2147483091"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50618-2C89-23BD-10C8-2BF1562231BF}" name="Mridula Narang" initials="MN" userId="S::1062888@tcs.com::060afb1b-3ad6-414e-b1f8-8000f2fe14bc" providerId="AD"/>
  <p188:author id="{83C4EA34-5549-B226-425C-2481FE9F0B7F}" name="Mridula Narang" initials="MN" userId="S::1062888@TCS.com::060afb1b-3ad6-414e-b1f8-8000f2fe14bc" providerId="AD"/>
  <p188:author id="{FBFD174F-137B-1D1D-508A-907C02ED15B6}" name="Kapil Krishnan" initials="KK" userId="S::571206@TCS.com::f34fbc68-f4bd-41fd-a210-a6e9abee1cae" providerId="AD"/>
  <p188:author id="{553BB4AA-C33A-9AD6-C3B4-B772B8E8C49C}" name="Manasi Phadnis" initials="MP" userId="S::3209455@tcs.com::a7a52a20-4a4a-47e3-b375-de672274ce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A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71408-72D4-E684-065A-9C8B36372E9B}" v="28" dt="2026-07-17T06:41:5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8BA4C-FDA6-499E-B919-6B2B61450268}"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3243D-C519-40A3-BFB6-2910491BE92A}" type="slidenum">
              <a:rPr lang="en-US" smtClean="0"/>
              <a:t>‹#›</a:t>
            </a:fld>
            <a:endParaRPr lang="en-US"/>
          </a:p>
        </p:txBody>
      </p:sp>
    </p:spTree>
    <p:extLst>
      <p:ext uri="{BB962C8B-B14F-4D97-AF65-F5344CB8AC3E}">
        <p14:creationId xmlns:p14="http://schemas.microsoft.com/office/powerpoint/2010/main" val="152157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all. I am Afnan Sayyad </a:t>
            </a:r>
            <a:r>
              <a:rPr lang="en-US" dirty="0" err="1"/>
              <a:t>B.Tech</a:t>
            </a:r>
            <a:r>
              <a:rPr lang="en-US" dirty="0"/>
              <a:t> Final Year student from </a:t>
            </a:r>
            <a:r>
              <a:rPr lang="en-US" dirty="0" err="1"/>
              <a:t>Walchand</a:t>
            </a:r>
            <a:r>
              <a:rPr lang="en-US" dirty="0"/>
              <a:t> College of Engineering, </a:t>
            </a:r>
            <a:r>
              <a:rPr lang="en-US" dirty="0" err="1"/>
              <a:t>Sangli</a:t>
            </a:r>
            <a:r>
              <a:rPr lang="en-US" dirty="0"/>
              <a:t> and through this internship, under the mentorship of Dr. Vaishali Sadaphal, I'm working on the project ‘Dynamic Knowledge Expansion via LLM-Automated Graph Construction and Adaptive Question Generation.’ This project focuses on using Large Language Models and ML methodologies to automatically build and expand knowledge graphs and generate adaptive questions for personalized learning and assessment.</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1</a:t>
            </a:fld>
            <a:endParaRPr lang="en-US"/>
          </a:p>
        </p:txBody>
      </p:sp>
    </p:spTree>
    <p:extLst>
      <p:ext uri="{BB962C8B-B14F-4D97-AF65-F5344CB8AC3E}">
        <p14:creationId xmlns:p14="http://schemas.microsoft.com/office/powerpoint/2010/main" val="2078028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first define the problem: we know that traditional assessments are static, difficult to personalize, and do not adapt to learner responses. It is not like every learner starts from the same starting point and learns at the same pace. So to address this, my objective is to reproduce and extend the research work done on dynamic knowledge expansion and adaptive question generation. This particular paper is very recent published in Feb 2026. In this project I adapt the approach for DBMS course content, use Bayesian Knowledge Tracing to track learner mastery, and dynamically adjust the next concept, question difficulty, and assessment flow based on learner performance.</a:t>
            </a:r>
          </a:p>
        </p:txBody>
      </p:sp>
      <p:sp>
        <p:nvSpPr>
          <p:cNvPr id="4" name="Slide Number Placeholder 3"/>
          <p:cNvSpPr>
            <a:spLocks noGrp="1"/>
          </p:cNvSpPr>
          <p:nvPr>
            <p:ph type="sldNum" sz="quarter" idx="5"/>
          </p:nvPr>
        </p:nvSpPr>
        <p:spPr/>
        <p:txBody>
          <a:bodyPr/>
          <a:lstStyle/>
          <a:p>
            <a:fld id="{7C63243D-C519-40A3-BFB6-2910491BE92A}" type="slidenum">
              <a:rPr lang="en-US" smtClean="0"/>
              <a:t>2</a:t>
            </a:fld>
            <a:endParaRPr lang="en-US"/>
          </a:p>
        </p:txBody>
      </p:sp>
    </p:spTree>
    <p:extLst>
      <p:ext uri="{BB962C8B-B14F-4D97-AF65-F5344CB8AC3E}">
        <p14:creationId xmlns:p14="http://schemas.microsoft.com/office/powerpoint/2010/main" val="213437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slide shows how our implementation is derived from the authors’ framework. The original approach combines automated knowledge graph construction from the existing question bank, modeling the learner's state using Bayesian Knowledge Tracing, and adaptive recommendation through Cognitive </a:t>
            </a:r>
            <a:r>
              <a:rPr lang="en-US" dirty="0" err="1"/>
              <a:t>GraphRAG</a:t>
            </a:r>
            <a:r>
              <a:rPr lang="en-US" dirty="0"/>
              <a:t>.</a:t>
            </a:r>
            <a:br>
              <a:rPr lang="en-US" dirty="0">
                <a:cs typeface="+mn-lt"/>
              </a:rPr>
            </a:br>
            <a:endParaRPr lang="en-US"/>
          </a:p>
          <a:p>
            <a:r>
              <a:rPr lang="en-US"/>
              <a:t>In our implementation, we first collect and process DBMS course content by extracting and chunking the learning material. Next, we construct a knowledge graph that captures concepts and prerequisite relationships. We then build a semantic retrieval layer to retrieve relevant learning context using both the knowledge graph and vector similarity search. Based on the retrieved context, the LLM generates adaptive questions. Finally, learner performance is tracked using Bayesian Knowledge Tracing, which helps dynamically select the next concept and adjust the difficulty level of subsequent questions.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3</a:t>
            </a:fld>
            <a:endParaRPr lang="en-US"/>
          </a:p>
        </p:txBody>
      </p:sp>
    </p:spTree>
    <p:extLst>
      <p:ext uri="{BB962C8B-B14F-4D97-AF65-F5344CB8AC3E}">
        <p14:creationId xmlns:p14="http://schemas.microsoft.com/office/powerpoint/2010/main" val="3826563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42E48-075B-7F64-56A9-B8C775C6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C5E44-0032-4956-8E3A-270B3D52D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DD5B7-B4B1-42A6-A775-710956A29AF1}"/>
              </a:ext>
            </a:extLst>
          </p:cNvPr>
          <p:cNvSpPr>
            <a:spLocks noGrp="1"/>
          </p:cNvSpPr>
          <p:nvPr>
            <p:ph type="body" idx="1"/>
          </p:nvPr>
        </p:nvSpPr>
        <p:spPr/>
        <p:txBody>
          <a:bodyPr/>
          <a:lstStyle/>
          <a:p>
            <a:r>
              <a:rPr lang="en-US" dirty="0"/>
              <a:t>Now I highlight the key challenges and how we addressed them. </a:t>
            </a:r>
            <a:br>
              <a:rPr lang="en-US" dirty="0">
                <a:cs typeface="+mn-lt"/>
              </a:rPr>
            </a:br>
            <a:br>
              <a:rPr lang="en-US" dirty="0">
                <a:cs typeface="+mn-lt"/>
              </a:rPr>
            </a:br>
            <a:r>
              <a:rPr lang="en-US"/>
              <a:t>The original paper assumes the availability of a question bank for knowledge graph construction, whereas we build the knowledge graph directly from DBMS textbook content.</a:t>
            </a:r>
          </a:p>
          <a:p>
            <a:r>
              <a:rPr lang="en-US"/>
              <a:t>And to achieve scalability, we use LLMs for concept extraction, data cleanup, and prerequisite relationship enrichment.</a:t>
            </a:r>
          </a:p>
          <a:p>
            <a:r>
              <a:rPr lang="en-US" dirty="0"/>
              <a:t>Since there is no gold-standard benchmark available for evaluation, we rely on </a:t>
            </a:r>
            <a:r>
              <a:rPr lang="en-US"/>
              <a:t>standard metrics</a:t>
            </a:r>
            <a:r>
              <a:rPr lang="en-US" dirty="0"/>
              <a:t> to measure graph quality, retrieval effectiveness, and learner progress.</a:t>
            </a:r>
          </a:p>
          <a:p>
            <a:r>
              <a:rPr lang="en-US"/>
              <a:t>Finally, to overcome the limitations of keyword-based retrieval, we incorporate semantic embeddings, enabling more accurate concept mapping and context retrieval.</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25FB4DC4-CE0B-C54D-23A9-53DD2F13DB8D}"/>
              </a:ext>
            </a:extLst>
          </p:cNvPr>
          <p:cNvSpPr>
            <a:spLocks noGrp="1"/>
          </p:cNvSpPr>
          <p:nvPr>
            <p:ph type="sldNum" sz="quarter" idx="5"/>
          </p:nvPr>
        </p:nvSpPr>
        <p:spPr/>
        <p:txBody>
          <a:bodyPr/>
          <a:lstStyle/>
          <a:p>
            <a:fld id="{7C63243D-C519-40A3-BFB6-2910491BE92A}" type="slidenum">
              <a:rPr lang="en-US" smtClean="0"/>
              <a:t>4</a:t>
            </a:fld>
            <a:endParaRPr lang="en-US"/>
          </a:p>
        </p:txBody>
      </p:sp>
    </p:spTree>
    <p:extLst>
      <p:ext uri="{BB962C8B-B14F-4D97-AF65-F5344CB8AC3E}">
        <p14:creationId xmlns:p14="http://schemas.microsoft.com/office/powerpoint/2010/main" val="2873510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mn-lt"/>
              </a:rPr>
              <a:t>Moving to the Implementation Framework:</a:t>
            </a:r>
            <a:br>
              <a:rPr lang="en-US" dirty="0">
                <a:cs typeface="+mn-lt"/>
              </a:rPr>
            </a:br>
            <a:br>
              <a:rPr lang="en-US" dirty="0">
                <a:cs typeface="+mn-lt"/>
              </a:rPr>
            </a:br>
            <a:r>
              <a:rPr lang="en-US" dirty="0"/>
              <a:t>The solution is developed in Python, using OpenAI GPT-4o for concept extraction, knowledge enrichment, and adaptive question generation. </a:t>
            </a:r>
            <a:br>
              <a:rPr lang="en-US" dirty="0">
                <a:cs typeface="+mn-lt"/>
              </a:rPr>
            </a:br>
            <a:r>
              <a:rPr lang="en-US" dirty="0"/>
              <a:t>For semantic understanding, I use OpenAI's text-embedding-3-small embedding model, while </a:t>
            </a:r>
            <a:r>
              <a:rPr lang="en-US" dirty="0" err="1"/>
              <a:t>NetworkX</a:t>
            </a:r>
            <a:r>
              <a:rPr lang="en-US" dirty="0"/>
              <a:t> and </a:t>
            </a:r>
            <a:r>
              <a:rPr lang="en-US" dirty="0" err="1"/>
              <a:t>PyVis</a:t>
            </a:r>
            <a:r>
              <a:rPr lang="en-US" dirty="0"/>
              <a:t> are used to construct and visualize the knowledge graph.</a:t>
            </a:r>
            <a:br>
              <a:rPr lang="en-US" dirty="0">
                <a:cs typeface="+mn-lt"/>
              </a:rPr>
            </a:br>
            <a:endParaRPr lang="en-US"/>
          </a:p>
          <a:p>
            <a:r>
              <a:rPr lang="en-US" dirty="0"/>
              <a:t>From a methodology perspective, the system combines Hybrid Graph-Aware RAG with semantic retrieval to fetch relevant learning context. Questions are generated using source-grounded content, and learner mastery is continuously tracked using Bayesian Knowledge Tracing, enabling personalized and adaptive assessments through a </a:t>
            </a:r>
            <a:r>
              <a:rPr lang="en-US" dirty="0" err="1"/>
              <a:t>Streamlit</a:t>
            </a:r>
            <a:r>
              <a:rPr lang="en-US" dirty="0"/>
              <a:t>-based user interface.</a:t>
            </a:r>
          </a:p>
        </p:txBody>
      </p:sp>
      <p:sp>
        <p:nvSpPr>
          <p:cNvPr id="4" name="Slide Number Placeholder 3"/>
          <p:cNvSpPr>
            <a:spLocks noGrp="1"/>
          </p:cNvSpPr>
          <p:nvPr>
            <p:ph type="sldNum" sz="quarter" idx="5"/>
          </p:nvPr>
        </p:nvSpPr>
        <p:spPr/>
        <p:txBody>
          <a:bodyPr/>
          <a:lstStyle/>
          <a:p>
            <a:fld id="{7C63243D-C519-40A3-BFB6-2910491BE92A}" type="slidenum">
              <a:rPr lang="en-US" smtClean="0"/>
              <a:t>5</a:t>
            </a:fld>
            <a:endParaRPr lang="en-US"/>
          </a:p>
        </p:txBody>
      </p:sp>
    </p:spTree>
    <p:extLst>
      <p:ext uri="{BB962C8B-B14F-4D97-AF65-F5344CB8AC3E}">
        <p14:creationId xmlns:p14="http://schemas.microsoft.com/office/powerpoint/2010/main" val="109943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go through the overall architecture of the proposed solution. The system is divided into four major groups.</a:t>
            </a:r>
            <a:br>
              <a:rPr lang="en-US"/>
            </a:br>
            <a:endParaRPr lang="en-US"/>
          </a:p>
          <a:p>
            <a:r>
              <a:rPr lang="en-US"/>
              <a:t>In Group 1, course content is processed to extract concepts and relationships. These are used to construct a Knowledge Graph, while the content chunks are converted into embeddings and stored in a Vector Store.</a:t>
            </a:r>
            <a:br>
              <a:rPr lang="en-US"/>
            </a:br>
            <a:endParaRPr lang="en-US"/>
          </a:p>
          <a:p>
            <a:r>
              <a:rPr lang="en-US"/>
              <a:t>In Group 2, the Cognitive RAG module combines information from both the Knowledge Graph and the Vector Store through a hybrid retrieval mechanism. The adaptive engine uses this context, along with learner information, to select the most appropriate concept and difficulty level.</a:t>
            </a:r>
            <a:br>
              <a:rPr lang="en-US"/>
            </a:br>
            <a:endParaRPr lang="en-US"/>
          </a:p>
          <a:p>
            <a:r>
              <a:rPr lang="en-US"/>
              <a:t>In Group 3, learner mastery is maintained through a student model based on Bayesian Knowledge Tracing, which continuously updates the learner’s knowledge state.</a:t>
            </a:r>
            <a:br>
              <a:rPr lang="en-US"/>
            </a:br>
            <a:endParaRPr lang="en-US"/>
          </a:p>
          <a:p>
            <a:r>
              <a:rPr lang="en-US"/>
              <a:t>Finally, in Group 4, the LLM generates grounded MCQs, the learner responds through the user interface, and the BKT module updates the mastery level to personalize subsequent questions.</a:t>
            </a:r>
          </a:p>
        </p:txBody>
      </p:sp>
      <p:sp>
        <p:nvSpPr>
          <p:cNvPr id="4" name="Slide Number Placeholder 3"/>
          <p:cNvSpPr>
            <a:spLocks noGrp="1"/>
          </p:cNvSpPr>
          <p:nvPr>
            <p:ph type="sldNum" sz="quarter" idx="5"/>
          </p:nvPr>
        </p:nvSpPr>
        <p:spPr/>
        <p:txBody>
          <a:bodyPr/>
          <a:lstStyle/>
          <a:p>
            <a:fld id="{7C63243D-C519-40A3-BFB6-2910491BE92A}" type="slidenum">
              <a:rPr lang="en-US" smtClean="0"/>
              <a:t>6</a:t>
            </a:fld>
            <a:endParaRPr lang="en-US"/>
          </a:p>
        </p:txBody>
      </p:sp>
    </p:spTree>
    <p:extLst>
      <p:ext uri="{BB962C8B-B14F-4D97-AF65-F5344CB8AC3E}">
        <p14:creationId xmlns:p14="http://schemas.microsoft.com/office/powerpoint/2010/main" val="288576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mn-lt"/>
              </a:rPr>
              <a:t>Moving on to the experiment setup:</a:t>
            </a:r>
            <a:endParaRPr lang="en-US"/>
          </a:p>
          <a:p>
            <a:br>
              <a:rPr lang="en-US" dirty="0">
                <a:cs typeface="+mn-lt"/>
              </a:rPr>
            </a:br>
            <a:r>
              <a:rPr lang="en-US"/>
              <a:t>The selected domain for this implementation</a:t>
            </a:r>
            <a:r>
              <a:rPr lang="en-US" dirty="0"/>
              <a:t> is Database Management Systems, and the input data consists of DBMS textbooks and course materials.</a:t>
            </a:r>
          </a:p>
          <a:p>
            <a:r>
              <a:rPr lang="en-US"/>
              <a:t>Our dataset contains 4,084 text chunks, from which 610 concepts were extracted and enriched, resulting in 632 knowledge graph nodes and 2,168 relationships. The knowledge graph captures parent-child, prerequisite, and concept dependency relationships.</a:t>
            </a:r>
          </a:p>
          <a:p>
            <a:r>
              <a:rPr lang="en-US" dirty="0"/>
              <a:t>To evaluate retrieval performance, I compare traditional lexical graph-based retrieval with semantic embedding-based retrieval. Learner adaptation is handled using Bayesian Knowledge Tracing with it's </a:t>
            </a:r>
            <a:r>
              <a:rPr lang="en-US" dirty="0" err="1"/>
              <a:t>paramters</a:t>
            </a:r>
            <a:r>
              <a:rPr lang="en-US" dirty="0"/>
              <a:t> initialized as , which updates mastery after every response. Finally, the system is evaluated based on knowledge graph quality, retrieval coverage, grounded question generation, and the effectiveness of BKT state transitions.</a:t>
            </a:r>
          </a:p>
        </p:txBody>
      </p:sp>
      <p:sp>
        <p:nvSpPr>
          <p:cNvPr id="4" name="Slide Number Placeholder 3"/>
          <p:cNvSpPr>
            <a:spLocks noGrp="1"/>
          </p:cNvSpPr>
          <p:nvPr>
            <p:ph type="sldNum" sz="quarter" idx="5"/>
          </p:nvPr>
        </p:nvSpPr>
        <p:spPr/>
        <p:txBody>
          <a:bodyPr/>
          <a:lstStyle/>
          <a:p>
            <a:fld id="{7C63243D-C519-40A3-BFB6-2910491BE92A}" type="slidenum">
              <a:rPr lang="en-US" smtClean="0"/>
              <a:t>7</a:t>
            </a:fld>
            <a:endParaRPr lang="en-US"/>
          </a:p>
        </p:txBody>
      </p:sp>
    </p:spTree>
    <p:extLst>
      <p:ext uri="{BB962C8B-B14F-4D97-AF65-F5344CB8AC3E}">
        <p14:creationId xmlns:p14="http://schemas.microsoft.com/office/powerpoint/2010/main" val="3055750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Finally the results achieved till now by this project:</a:t>
            </a:r>
            <a:br>
              <a:rPr lang="en-US" dirty="0">
                <a:latin typeface="Calibri"/>
                <a:ea typeface="Calibri"/>
                <a:cs typeface="Calibri"/>
              </a:rPr>
            </a:br>
            <a:br>
              <a:rPr lang="en-US" dirty="0">
                <a:latin typeface="Calibri"/>
                <a:ea typeface="Calibri"/>
                <a:cs typeface="Calibri"/>
              </a:rPr>
            </a:br>
            <a:r>
              <a:rPr lang="en-US"/>
              <a:t>The key takeaway from comparing retrieval approaches is that </a:t>
            </a:r>
            <a:r>
              <a:rPr lang="en-US" b="1"/>
              <a:t>semantic embedding-based retrieval significantly outperforms traditional lexical retrieval</a:t>
            </a:r>
            <a:r>
              <a:rPr lang="en-US"/>
              <a:t> in terms of concept coverage and knowledge discovery</a:t>
            </a:r>
            <a:endParaRPr lang="en-US">
              <a:latin typeface="Calibri"/>
              <a:ea typeface="Calibri"/>
              <a:cs typeface="Calibri"/>
            </a:endParaRPr>
          </a:p>
          <a:p>
            <a:r>
              <a:rPr lang="en-US"/>
              <a:t>as it successfully covers all 610 concepts, while lexical mapping left 70 concepts unmatched.</a:t>
            </a:r>
            <a:endParaRPr lang="en-US">
              <a:latin typeface="Calibri"/>
              <a:ea typeface="Calibri"/>
              <a:cs typeface="Calibri"/>
            </a:endParaRPr>
          </a:p>
          <a:p>
            <a:br>
              <a:rPr lang="en-US" dirty="0">
                <a:cs typeface="+mn-lt"/>
              </a:rPr>
            </a:br>
            <a:r>
              <a:rPr lang="en-US"/>
              <a:t>We also observe that as more educational content is added, the system continues to discover new concepts and relationships, leading to substantial growth in the knowledge graph. Overall, these results validate that the proposed approach can effectively expand domain knowledge, improve retrieval quality, and provide a strong foundation for adaptive question generation and personalized learning.</a:t>
            </a:r>
          </a:p>
        </p:txBody>
      </p:sp>
      <p:sp>
        <p:nvSpPr>
          <p:cNvPr id="4" name="Slide Number Placeholder 3"/>
          <p:cNvSpPr>
            <a:spLocks noGrp="1"/>
          </p:cNvSpPr>
          <p:nvPr>
            <p:ph type="sldNum" sz="quarter" idx="5"/>
          </p:nvPr>
        </p:nvSpPr>
        <p:spPr/>
        <p:txBody>
          <a:bodyPr/>
          <a:lstStyle/>
          <a:p>
            <a:fld id="{7C63243D-C519-40A3-BFB6-2910491BE92A}" type="slidenum">
              <a:rPr lang="en-US" smtClean="0"/>
              <a:t>8</a:t>
            </a:fld>
            <a:endParaRPr lang="en-US"/>
          </a:p>
        </p:txBody>
      </p:sp>
    </p:spTree>
    <p:extLst>
      <p:ext uri="{BB962C8B-B14F-4D97-AF65-F5344CB8AC3E}">
        <p14:creationId xmlns:p14="http://schemas.microsoft.com/office/powerpoint/2010/main" val="4051133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demonstrates how the adaptive learning system behaves for different learner profiles. </a:t>
            </a:r>
            <a:br>
              <a:rPr lang="en-US">
                <a:cs typeface="+mn-lt"/>
              </a:rPr>
            </a:br>
            <a:br>
              <a:rPr lang="en-US">
                <a:cs typeface="+mn-lt"/>
              </a:rPr>
            </a:br>
            <a:r>
              <a:rPr lang="en-US"/>
              <a:t>In both cases, the learner starts with the concept 3NF and an initial mastery probability of 0.2.</a:t>
            </a:r>
            <a:br>
              <a:rPr lang="en-US"/>
            </a:br>
            <a:endParaRPr lang="en-US"/>
          </a:p>
          <a:p>
            <a:r>
              <a:rPr lang="en-US"/>
              <a:t>For the weak learner, repeated incorrect answers decrease the mastery estimate, so the system keeps the difficulty at the easy level and moves back to prerequisite concepts such as Functional Dependency and Attribute to strengthen foundational knowledge.</a:t>
            </a:r>
            <a:br>
              <a:rPr lang="en-US"/>
            </a:br>
            <a:endParaRPr lang="en-US"/>
          </a:p>
          <a:p>
            <a:r>
              <a:rPr lang="en-US"/>
              <a:t>For the strong learner, correct answers rapidly increase the mastery probability. Once the mastery crosses the threshold of 0.8, the system advances to successor concepts and increases the difficulty level. As a result, the learner progresses from 3NF to BCNF and then to 4NF, demonstrating personalized concept sequencing and difficulty adaptation using Bayesian Knowledge Tracing.</a:t>
            </a:r>
          </a:p>
        </p:txBody>
      </p:sp>
      <p:sp>
        <p:nvSpPr>
          <p:cNvPr id="4" name="Slide Number Placeholder 3"/>
          <p:cNvSpPr>
            <a:spLocks noGrp="1"/>
          </p:cNvSpPr>
          <p:nvPr>
            <p:ph type="sldNum" sz="quarter" idx="5"/>
          </p:nvPr>
        </p:nvSpPr>
        <p:spPr/>
        <p:txBody>
          <a:bodyPr/>
          <a:lstStyle/>
          <a:p>
            <a:fld id="{7C63243D-C519-40A3-BFB6-2910491BE92A}" type="slidenum">
              <a:rPr lang="en-US" smtClean="0"/>
              <a:t>9</a:t>
            </a:fld>
            <a:endParaRPr lang="en-US"/>
          </a:p>
        </p:txBody>
      </p:sp>
    </p:spTree>
    <p:extLst>
      <p:ext uri="{BB962C8B-B14F-4D97-AF65-F5344CB8AC3E}">
        <p14:creationId xmlns:p14="http://schemas.microsoft.com/office/powerpoint/2010/main" val="2664667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ahead as the future scope, the system can be further improved by creating a gold-standard benchmark for more objective evaluation. </a:t>
            </a:r>
            <a:br>
              <a:rPr lang="en-US" dirty="0">
                <a:cs typeface="+mn-lt"/>
              </a:rPr>
            </a:br>
            <a:r>
              <a:rPr lang="en-US"/>
              <a:t>The quality of the knowledge graph can be enhanced through better validation and noise removal techniques. </a:t>
            </a:r>
            <a:br>
              <a:rPr lang="en-US" dirty="0">
                <a:cs typeface="+mn-lt"/>
              </a:rPr>
            </a:br>
            <a:r>
              <a:rPr lang="en-US"/>
              <a:t>In addition, testing with real learners using pre- and post-assessments would help measure actual learning gains. </a:t>
            </a:r>
            <a:br>
              <a:rPr lang="en-US" dirty="0">
                <a:cs typeface="+mn-lt"/>
              </a:rPr>
            </a:br>
            <a:r>
              <a:rPr lang="en-US"/>
              <a:t>and finally, this architecture can be extended beyond DBMS to other academic domains and subjects.</a:t>
            </a:r>
          </a:p>
        </p:txBody>
      </p:sp>
      <p:sp>
        <p:nvSpPr>
          <p:cNvPr id="4" name="Slide Number Placeholder 3"/>
          <p:cNvSpPr>
            <a:spLocks noGrp="1"/>
          </p:cNvSpPr>
          <p:nvPr>
            <p:ph type="sldNum" sz="quarter" idx="5"/>
          </p:nvPr>
        </p:nvSpPr>
        <p:spPr/>
        <p:txBody>
          <a:bodyPr/>
          <a:lstStyle/>
          <a:p>
            <a:fld id="{7C63243D-C519-40A3-BFB6-2910491BE92A}" type="slidenum">
              <a:rPr lang="en-US" smtClean="0"/>
              <a:t>10</a:t>
            </a:fld>
            <a:endParaRPr lang="en-US"/>
          </a:p>
        </p:txBody>
      </p:sp>
    </p:spTree>
    <p:extLst>
      <p:ext uri="{BB962C8B-B14F-4D97-AF65-F5344CB8AC3E}">
        <p14:creationId xmlns:p14="http://schemas.microsoft.com/office/powerpoint/2010/main" val="3768668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learnings I got, this internship helped me understand how to build an end-to-end AI-powered adaptive assessment system from grounded educational content. </a:t>
            </a:r>
            <a:br>
              <a:rPr lang="en-US" dirty="0">
                <a:cs typeface="+mn-lt"/>
              </a:rPr>
            </a:br>
            <a:br>
              <a:rPr lang="en-US" dirty="0">
                <a:cs typeface="+mn-lt"/>
              </a:rPr>
            </a:br>
            <a:r>
              <a:rPr lang="en-US" dirty="0"/>
              <a:t>I gained information on knowledge graph construction, graph-aware and semantic retrieval techniques (Hybrid RAG), and BKT for learner modeling. </a:t>
            </a:r>
            <a:br>
              <a:rPr lang="en-US" dirty="0">
                <a:cs typeface="+mn-lt"/>
              </a:rPr>
            </a:br>
            <a:r>
              <a:rPr lang="en-US"/>
              <a:t>I also noted importance of a good prompt, adaptive learning system design, and integrating LLMs into practical educational applications.</a:t>
            </a:r>
          </a:p>
          <a:p>
            <a:r>
              <a:rPr lang="en-US"/>
              <a:t>Overall, this project provided valuable experience in applying AI, knowledge graphs, and adaptive learning techniques to create personalized educational systems.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11</a:t>
            </a:fld>
            <a:endParaRPr lang="en-US"/>
          </a:p>
        </p:txBody>
      </p:sp>
    </p:spTree>
    <p:extLst>
      <p:ext uri="{BB962C8B-B14F-4D97-AF65-F5344CB8AC3E}">
        <p14:creationId xmlns:p14="http://schemas.microsoft.com/office/powerpoint/2010/main" val="1187639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1C9A-25A6-9E58-06E1-3DF97907D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D707C-5C08-5681-11DC-0BEAF92D6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B3960-54F7-9D58-A8B3-CE535EAB6198}"/>
              </a:ext>
            </a:extLst>
          </p:cNvPr>
          <p:cNvSpPr>
            <a:spLocks noGrp="1"/>
          </p:cNvSpPr>
          <p:nvPr>
            <p:ph type="body" idx="1"/>
          </p:nvPr>
        </p:nvSpPr>
        <p:spPr/>
        <p:txBody>
          <a:bodyPr/>
          <a:lstStyle/>
          <a:p>
            <a:r>
              <a:rPr lang="en-US" dirty="0"/>
              <a:t>At last these are the references I referred to while performing literature review and developing this solution. And these are the books I use as the source content</a:t>
            </a:r>
          </a:p>
        </p:txBody>
      </p:sp>
      <p:sp>
        <p:nvSpPr>
          <p:cNvPr id="4" name="Slide Number Placeholder 3">
            <a:extLst>
              <a:ext uri="{FF2B5EF4-FFF2-40B4-BE49-F238E27FC236}">
                <a16:creationId xmlns:a16="http://schemas.microsoft.com/office/drawing/2014/main" id="{C8F0A95D-2FE9-990D-14E1-BF7854DD97C6}"/>
              </a:ext>
            </a:extLst>
          </p:cNvPr>
          <p:cNvSpPr>
            <a:spLocks noGrp="1"/>
          </p:cNvSpPr>
          <p:nvPr>
            <p:ph type="sldNum" sz="quarter" idx="5"/>
          </p:nvPr>
        </p:nvSpPr>
        <p:spPr/>
        <p:txBody>
          <a:bodyPr/>
          <a:lstStyle/>
          <a:p>
            <a:fld id="{7C63243D-C519-40A3-BFB6-2910491BE92A}" type="slidenum">
              <a:rPr lang="en-US" smtClean="0"/>
              <a:t>12</a:t>
            </a:fld>
            <a:endParaRPr lang="en-US"/>
          </a:p>
        </p:txBody>
      </p:sp>
    </p:spTree>
    <p:extLst>
      <p:ext uri="{BB962C8B-B14F-4D97-AF65-F5344CB8AC3E}">
        <p14:creationId xmlns:p14="http://schemas.microsoft.com/office/powerpoint/2010/main" val="4055224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Thank You</a:t>
            </a:r>
          </a:p>
        </p:txBody>
      </p:sp>
      <p:sp>
        <p:nvSpPr>
          <p:cNvPr id="4" name="Slide Number Placeholder 3"/>
          <p:cNvSpPr>
            <a:spLocks noGrp="1"/>
          </p:cNvSpPr>
          <p:nvPr>
            <p:ph type="sldNum" sz="quarter" idx="5"/>
          </p:nvPr>
        </p:nvSpPr>
        <p:spPr/>
        <p:txBody>
          <a:bodyPr/>
          <a:lstStyle/>
          <a:p>
            <a:fld id="{7C63243D-C519-40A3-BFB6-2910491BE92A}" type="slidenum">
              <a:rPr lang="en-US" smtClean="0"/>
              <a:t>13</a:t>
            </a:fld>
            <a:endParaRPr lang="en-US"/>
          </a:p>
        </p:txBody>
      </p:sp>
    </p:spTree>
    <p:extLst>
      <p:ext uri="{BB962C8B-B14F-4D97-AF65-F5344CB8AC3E}">
        <p14:creationId xmlns:p14="http://schemas.microsoft.com/office/powerpoint/2010/main" val="380884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2" name="Footer Placeholder 1">
            <a:extLst>
              <a:ext uri="{FF2B5EF4-FFF2-40B4-BE49-F238E27FC236}">
                <a16:creationId xmlns:a16="http://schemas.microsoft.com/office/drawing/2014/main" id="{56D8D229-C7B4-D455-F676-4DEC87A6C4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ACEDB942-262C-DAC0-7688-C6BDA7C8D01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895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3" name="Footer Placeholder 2">
            <a:extLst>
              <a:ext uri="{FF2B5EF4-FFF2-40B4-BE49-F238E27FC236}">
                <a16:creationId xmlns:a16="http://schemas.microsoft.com/office/drawing/2014/main" id="{13562353-E2D0-4C7B-A21E-38012F9A3FB0}"/>
              </a:ext>
            </a:extLst>
          </p:cNvPr>
          <p:cNvSpPr>
            <a:spLocks noGrp="1"/>
          </p:cNvSpPr>
          <p:nvPr>
            <p:ph type="ftr" sz="quarter" idx="13"/>
          </p:nvPr>
        </p:nvSpPr>
        <p:spPr/>
        <p:txBody>
          <a:bodyPr/>
          <a:lstStyle/>
          <a:p>
            <a:pPr defTabSz="914355"/>
            <a:r>
              <a:rPr lang="en-US"/>
              <a:t>TCS confidential</a:t>
            </a:r>
          </a:p>
        </p:txBody>
      </p:sp>
      <p:sp>
        <p:nvSpPr>
          <p:cNvPr id="2" name="Title 1">
            <a:extLst>
              <a:ext uri="{FF2B5EF4-FFF2-40B4-BE49-F238E27FC236}">
                <a16:creationId xmlns:a16="http://schemas.microsoft.com/office/drawing/2014/main" id="{9C70BE3E-32D7-C51D-6338-9CB84C49ABC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748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2" name="Footer Placeholder 1">
            <a:extLst>
              <a:ext uri="{FF2B5EF4-FFF2-40B4-BE49-F238E27FC236}">
                <a16:creationId xmlns:a16="http://schemas.microsoft.com/office/drawing/2014/main" id="{403AD627-0C96-BD49-6A42-DB64ACC7B809}"/>
              </a:ext>
            </a:extLst>
          </p:cNvPr>
          <p:cNvSpPr>
            <a:spLocks noGrp="1"/>
          </p:cNvSpPr>
          <p:nvPr>
            <p:ph type="ftr" sz="quarter" idx="13"/>
          </p:nvPr>
        </p:nvSpPr>
        <p:spPr/>
        <p:txBody>
          <a:bodyPr/>
          <a:lstStyle/>
          <a:p>
            <a:pPr defTabSz="914355"/>
            <a:r>
              <a:rPr lang="en-US"/>
              <a:t>TCS confidential</a:t>
            </a:r>
          </a:p>
        </p:txBody>
      </p:sp>
    </p:spTree>
    <p:extLst>
      <p:ext uri="{BB962C8B-B14F-4D97-AF65-F5344CB8AC3E}">
        <p14:creationId xmlns:p14="http://schemas.microsoft.com/office/powerpoint/2010/main" val="453430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129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tx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62246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2" name="Footer Placeholder 1">
            <a:extLst>
              <a:ext uri="{FF2B5EF4-FFF2-40B4-BE49-F238E27FC236}">
                <a16:creationId xmlns:a16="http://schemas.microsoft.com/office/drawing/2014/main" id="{56D8D229-C7B4-D455-F676-4DEC87A6C4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ACEDB942-262C-DAC0-7688-C6BDA7C8D01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4235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3" name="Footer Placeholder 2">
            <a:extLst>
              <a:ext uri="{FF2B5EF4-FFF2-40B4-BE49-F238E27FC236}">
                <a16:creationId xmlns:a16="http://schemas.microsoft.com/office/drawing/2014/main" id="{13562353-E2D0-4C7B-A21E-38012F9A3FB0}"/>
              </a:ext>
            </a:extLst>
          </p:cNvPr>
          <p:cNvSpPr>
            <a:spLocks noGrp="1"/>
          </p:cNvSpPr>
          <p:nvPr>
            <p:ph type="ftr" sz="quarter" idx="13"/>
          </p:nvPr>
        </p:nvSpPr>
        <p:spPr/>
        <p:txBody>
          <a:bodyPr/>
          <a:lstStyle/>
          <a:p>
            <a:pPr defTabSz="914355"/>
            <a:r>
              <a:rPr lang="en-US"/>
              <a:t>TCS confidential</a:t>
            </a:r>
          </a:p>
        </p:txBody>
      </p:sp>
      <p:sp>
        <p:nvSpPr>
          <p:cNvPr id="2" name="Title 1">
            <a:extLst>
              <a:ext uri="{FF2B5EF4-FFF2-40B4-BE49-F238E27FC236}">
                <a16:creationId xmlns:a16="http://schemas.microsoft.com/office/drawing/2014/main" id="{9C70BE3E-32D7-C51D-6338-9CB84C49ABC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6738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2" name="Footer Placeholder 1">
            <a:extLst>
              <a:ext uri="{FF2B5EF4-FFF2-40B4-BE49-F238E27FC236}">
                <a16:creationId xmlns:a16="http://schemas.microsoft.com/office/drawing/2014/main" id="{403AD627-0C96-BD49-6A42-DB64ACC7B809}"/>
              </a:ext>
            </a:extLst>
          </p:cNvPr>
          <p:cNvSpPr>
            <a:spLocks noGrp="1"/>
          </p:cNvSpPr>
          <p:nvPr>
            <p:ph type="ftr" sz="quarter" idx="13"/>
          </p:nvPr>
        </p:nvSpPr>
        <p:spPr/>
        <p:txBody>
          <a:bodyPr/>
          <a:lstStyle/>
          <a:p>
            <a:pPr defTabSz="914355"/>
            <a:r>
              <a:rPr lang="en-US"/>
              <a:t>TCS confidential</a:t>
            </a:r>
          </a:p>
        </p:txBody>
      </p:sp>
    </p:spTree>
    <p:extLst>
      <p:ext uri="{BB962C8B-B14F-4D97-AF65-F5344CB8AC3E}">
        <p14:creationId xmlns:p14="http://schemas.microsoft.com/office/powerpoint/2010/main" val="115654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046800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2" name="Group 1">
            <a:extLst>
              <a:ext uri="{FF2B5EF4-FFF2-40B4-BE49-F238E27FC236}">
                <a16:creationId xmlns:a16="http://schemas.microsoft.com/office/drawing/2014/main" id="{C10FBAEB-75C4-77BD-5419-E7D8A7DC543A}"/>
              </a:ext>
            </a:extLst>
          </p:cNvPr>
          <p:cNvGrpSpPr/>
          <p:nvPr userDrawn="1"/>
        </p:nvGrpSpPr>
        <p:grpSpPr>
          <a:xfrm>
            <a:off x="268664" y="159185"/>
            <a:ext cx="8556433" cy="451747"/>
            <a:chOff x="268664" y="159185"/>
            <a:chExt cx="8593932" cy="453727"/>
          </a:xfrm>
          <a:solidFill>
            <a:schemeClr val="bg1"/>
          </a:solidFill>
        </p:grpSpPr>
        <p:grpSp>
          <p:nvGrpSpPr>
            <p:cNvPr id="3" name="Group 2">
              <a:extLst>
                <a:ext uri="{FF2B5EF4-FFF2-40B4-BE49-F238E27FC236}">
                  <a16:creationId xmlns:a16="http://schemas.microsoft.com/office/drawing/2014/main" id="{B0F2822A-7792-6C71-160E-639378D1E428}"/>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F8FA334C-9E71-ADC2-FFA7-01D033768DD4}"/>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90AAED6D-7CBD-B068-B046-B3DD7A21A7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16EB74A-00CD-695B-AEA0-1443B3E2DF57}"/>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410C9176-1AD8-A2AB-D3BF-9189FF20E84E}"/>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41F8B051-FE45-69D2-C62E-32980CF6BC11}"/>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2E23AF5-F773-906A-C89F-19573600B6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C62FB20-34BC-78E0-E4F4-9DA6E0CFC9D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570EE2D-3A65-6188-D791-704FFE3FF4CF}"/>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3977CD8-391E-C32D-88DC-2CFC84975AC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D5E44D3-F129-246C-641E-F1C80841F74A}"/>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ECB8457-E4CC-C9D4-27F0-43E0E48A91C7}"/>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ABB3DA-58BF-5A91-2566-E3D5291B7E0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227D585-A59A-9518-BB2C-801E62E90E3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72FD284-387C-5288-2174-7C14634B5B5A}"/>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A5653B7-E6CD-B8D7-1EAB-93B4412293F2}"/>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5378740-B4A6-8B2D-F2A2-E356CCC6F9F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D497C07-9715-8560-CBE5-961E9887ACA6}"/>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6E7AB9-FEB9-581F-1BF9-0387E6723649}"/>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72FC62B-E036-B606-96DD-60BD3CC20553}"/>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EA767F3-C1A8-68DB-D889-E907086EA6BB}"/>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47D4F2A-9490-5517-5E86-AA94D5497A6F}"/>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2D6FFEA-F2A8-737A-112A-7609A9A57043}"/>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C703AE0-71E3-9D45-4510-03B5A98783C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75ADADE-CC17-8546-2462-848F91E60DCD}"/>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B5CA8A9-8D1C-6DC4-A8BB-D25C19E6CAC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0D9E64A-FE1C-F590-F821-734466A76A30}"/>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C6D082C-3140-3A39-CC41-9FE71FFFB60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A3DF53A1-73C1-0D43-22FA-A3EA05CE0A86}"/>
                </a:ext>
              </a:extLst>
            </p:cNvPr>
            <p:cNvGrpSpPr/>
            <p:nvPr/>
          </p:nvGrpSpPr>
          <p:grpSpPr>
            <a:xfrm>
              <a:off x="8352719" y="159185"/>
              <a:ext cx="509877" cy="453727"/>
              <a:chOff x="8599610" y="2333965"/>
              <a:chExt cx="542618" cy="474759"/>
            </a:xfrm>
            <a:grpFill/>
          </p:grpSpPr>
          <p:sp>
            <p:nvSpPr>
              <p:cNvPr id="7" name="Freeform: Shape 6">
                <a:extLst>
                  <a:ext uri="{FF2B5EF4-FFF2-40B4-BE49-F238E27FC236}">
                    <a16:creationId xmlns:a16="http://schemas.microsoft.com/office/drawing/2014/main" id="{8B758C9B-3E5E-1985-2E73-72DF3C7B1E1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B647EDF-3207-2E63-F2FE-8D715A119C5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854DFCB-9AC5-CE9B-3A4A-A566A428D66E}"/>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E69A03F-E307-77C2-CEA7-01B897EC886E}"/>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F4399F9-A76E-4086-9675-07EEB39138B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E89D94-7935-B81B-A689-AB992D758F94}"/>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CB17D0-8395-9A47-EB9E-4330F2B4E946}"/>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42" name="Graphic 41">
            <a:extLst>
              <a:ext uri="{FF2B5EF4-FFF2-40B4-BE49-F238E27FC236}">
                <a16:creationId xmlns:a16="http://schemas.microsoft.com/office/drawing/2014/main" id="{B5257D10-7A7F-6F94-753B-D3E859A6002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Tree>
    <p:extLst>
      <p:ext uri="{BB962C8B-B14F-4D97-AF65-F5344CB8AC3E}">
        <p14:creationId xmlns:p14="http://schemas.microsoft.com/office/powerpoint/2010/main" val="1706857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bg>
      <p:bgPr>
        <a:gradFill>
          <a:gsLst>
            <a:gs pos="0">
              <a:srgbClr val="000000"/>
            </a:gs>
            <a:gs pos="100000">
              <a:schemeClr val="tx1"/>
            </a:gs>
          </a:gsLst>
          <a:path path="circle">
            <a:fillToRect l="100000" b="100000"/>
          </a:path>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Rectangle 40">
            <a:extLst>
              <a:ext uri="{FF2B5EF4-FFF2-40B4-BE49-F238E27FC236}">
                <a16:creationId xmlns:a16="http://schemas.microsoft.com/office/drawing/2014/main" id="{9ACB13AC-B28F-2DD7-259A-C664A85DBB1A}"/>
              </a:ext>
            </a:extLst>
          </p:cNvPr>
          <p:cNvSpPr/>
          <p:nvPr userDrawn="1"/>
        </p:nvSpPr>
        <p:spPr>
          <a:xfrm>
            <a:off x="0" y="-11430"/>
            <a:ext cx="9144000" cy="5166360"/>
          </a:xfrm>
          <a:prstGeom prst="rect">
            <a:avLst/>
          </a:prstGeom>
          <a:gradFill flip="none" rotWithShape="1">
            <a:gsLst>
              <a:gs pos="0">
                <a:srgbClr val="4E84C4"/>
              </a:gs>
              <a:gs pos="95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2" name="Group 1">
            <a:extLst>
              <a:ext uri="{FF2B5EF4-FFF2-40B4-BE49-F238E27FC236}">
                <a16:creationId xmlns:a16="http://schemas.microsoft.com/office/drawing/2014/main" id="{C10FBAEB-75C4-77BD-5419-E7D8A7DC543A}"/>
              </a:ext>
            </a:extLst>
          </p:cNvPr>
          <p:cNvGrpSpPr/>
          <p:nvPr userDrawn="1"/>
        </p:nvGrpSpPr>
        <p:grpSpPr>
          <a:xfrm>
            <a:off x="268664" y="159185"/>
            <a:ext cx="8556433" cy="451747"/>
            <a:chOff x="268664" y="159185"/>
            <a:chExt cx="8593932" cy="453727"/>
          </a:xfrm>
          <a:solidFill>
            <a:schemeClr val="bg1"/>
          </a:solidFill>
        </p:grpSpPr>
        <p:grpSp>
          <p:nvGrpSpPr>
            <p:cNvPr id="3" name="Group 2">
              <a:extLst>
                <a:ext uri="{FF2B5EF4-FFF2-40B4-BE49-F238E27FC236}">
                  <a16:creationId xmlns:a16="http://schemas.microsoft.com/office/drawing/2014/main" id="{B0F2822A-7792-6C71-160E-639378D1E428}"/>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F8FA334C-9E71-ADC2-FFA7-01D033768DD4}"/>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90AAED6D-7CBD-B068-B046-B3DD7A21A7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16EB74A-00CD-695B-AEA0-1443B3E2DF57}"/>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410C9176-1AD8-A2AB-D3BF-9189FF20E84E}"/>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41F8B051-FE45-69D2-C62E-32980CF6BC11}"/>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2E23AF5-F773-906A-C89F-19573600B6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C62FB20-34BC-78E0-E4F4-9DA6E0CFC9D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570EE2D-3A65-6188-D791-704FFE3FF4CF}"/>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3977CD8-391E-C32D-88DC-2CFC84975AC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D5E44D3-F129-246C-641E-F1C80841F74A}"/>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ECB8457-E4CC-C9D4-27F0-43E0E48A91C7}"/>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ABB3DA-58BF-5A91-2566-E3D5291B7E0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227D585-A59A-9518-BB2C-801E62E90E3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72FD284-387C-5288-2174-7C14634B5B5A}"/>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A5653B7-E6CD-B8D7-1EAB-93B4412293F2}"/>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5378740-B4A6-8B2D-F2A2-E356CCC6F9F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D497C07-9715-8560-CBE5-961E9887ACA6}"/>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6E7AB9-FEB9-581F-1BF9-0387E6723649}"/>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72FC62B-E036-B606-96DD-60BD3CC20553}"/>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EA767F3-C1A8-68DB-D889-E907086EA6BB}"/>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47D4F2A-9490-5517-5E86-AA94D5497A6F}"/>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2D6FFEA-F2A8-737A-112A-7609A9A57043}"/>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C703AE0-71E3-9D45-4510-03B5A98783C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75ADADE-CC17-8546-2462-848F91E60DCD}"/>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B5CA8A9-8D1C-6DC4-A8BB-D25C19E6CAC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0D9E64A-FE1C-F590-F821-734466A76A30}"/>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C6D082C-3140-3A39-CC41-9FE71FFFB60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A3DF53A1-73C1-0D43-22FA-A3EA05CE0A86}"/>
                </a:ext>
              </a:extLst>
            </p:cNvPr>
            <p:cNvGrpSpPr/>
            <p:nvPr/>
          </p:nvGrpSpPr>
          <p:grpSpPr>
            <a:xfrm>
              <a:off x="8352719" y="159185"/>
              <a:ext cx="509877" cy="453727"/>
              <a:chOff x="8599610" y="2333965"/>
              <a:chExt cx="542618" cy="474759"/>
            </a:xfrm>
            <a:grpFill/>
          </p:grpSpPr>
          <p:sp>
            <p:nvSpPr>
              <p:cNvPr id="7" name="Freeform: Shape 6">
                <a:extLst>
                  <a:ext uri="{FF2B5EF4-FFF2-40B4-BE49-F238E27FC236}">
                    <a16:creationId xmlns:a16="http://schemas.microsoft.com/office/drawing/2014/main" id="{8B758C9B-3E5E-1985-2E73-72DF3C7B1E1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B647EDF-3207-2E63-F2FE-8D715A119C5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854DFCB-9AC5-CE9B-3A4A-A566A428D66E}"/>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E69A03F-E307-77C2-CEA7-01B897EC886E}"/>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F4399F9-A76E-4086-9675-07EEB39138B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E89D94-7935-B81B-A689-AB992D758F94}"/>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CB17D0-8395-9A47-EB9E-4330F2B4E946}"/>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46" name="Graphic 45">
            <a:extLst>
              <a:ext uri="{FF2B5EF4-FFF2-40B4-BE49-F238E27FC236}">
                <a16:creationId xmlns:a16="http://schemas.microsoft.com/office/drawing/2014/main" id="{A30F9311-EBB8-A343-9086-8BA6FFD727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8504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tile Slide_Black with full wave_Opt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bg1"/>
                </a:solidFill>
              </a:defRPr>
            </a:lvl1pPr>
          </a:lstStyle>
          <a:p>
            <a:pPr lvl="0"/>
            <a:r>
              <a:rPr lang="en-US"/>
              <a:t>Click to edit Master text styles</a:t>
            </a:r>
          </a:p>
        </p:txBody>
      </p:sp>
      <p:pic>
        <p:nvPicPr>
          <p:cNvPr id="7" name="Graphic 6">
            <a:extLst>
              <a:ext uri="{FF2B5EF4-FFF2-40B4-BE49-F238E27FC236}">
                <a16:creationId xmlns:a16="http://schemas.microsoft.com/office/drawing/2014/main" id="{78E4E07D-997E-B568-6AE6-895B7AC5ED7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9" name="Group 8">
            <a:extLst>
              <a:ext uri="{FF2B5EF4-FFF2-40B4-BE49-F238E27FC236}">
                <a16:creationId xmlns:a16="http://schemas.microsoft.com/office/drawing/2014/main" id="{674C9F2B-AA1E-F0DB-19C2-313D3586118D}"/>
              </a:ext>
            </a:extLst>
          </p:cNvPr>
          <p:cNvGrpSpPr/>
          <p:nvPr userDrawn="1"/>
        </p:nvGrpSpPr>
        <p:grpSpPr>
          <a:xfrm>
            <a:off x="268664" y="159185"/>
            <a:ext cx="8556433" cy="451747"/>
            <a:chOff x="268664" y="159185"/>
            <a:chExt cx="8593932" cy="453727"/>
          </a:xfrm>
          <a:solidFill>
            <a:schemeClr val="bg1"/>
          </a:solidFill>
        </p:grpSpPr>
        <p:grpSp>
          <p:nvGrpSpPr>
            <p:cNvPr id="13" name="Group 12">
              <a:extLst>
                <a:ext uri="{FF2B5EF4-FFF2-40B4-BE49-F238E27FC236}">
                  <a16:creationId xmlns:a16="http://schemas.microsoft.com/office/drawing/2014/main" id="{B2ECF215-ED7A-F63D-13B9-A404221E54B4}"/>
                </a:ext>
              </a:extLst>
            </p:cNvPr>
            <p:cNvGrpSpPr/>
            <p:nvPr userDrawn="1"/>
          </p:nvGrpSpPr>
          <p:grpSpPr>
            <a:xfrm>
              <a:off x="268664" y="259103"/>
              <a:ext cx="1481677" cy="353809"/>
              <a:chOff x="0" y="2427986"/>
              <a:chExt cx="1581147" cy="380839"/>
            </a:xfrm>
            <a:grpFill/>
          </p:grpSpPr>
          <p:grpSp>
            <p:nvGrpSpPr>
              <p:cNvPr id="22" name="Graphic 8">
                <a:extLst>
                  <a:ext uri="{FF2B5EF4-FFF2-40B4-BE49-F238E27FC236}">
                    <a16:creationId xmlns:a16="http://schemas.microsoft.com/office/drawing/2014/main" id="{F62B31B7-41B5-ED61-8DD5-78686BC0002B}"/>
                  </a:ext>
                </a:extLst>
              </p:cNvPr>
              <p:cNvGrpSpPr/>
              <p:nvPr/>
            </p:nvGrpSpPr>
            <p:grpSpPr>
              <a:xfrm>
                <a:off x="0" y="2428340"/>
                <a:ext cx="605264" cy="380485"/>
                <a:chOff x="0" y="2428340"/>
                <a:chExt cx="605264" cy="380485"/>
              </a:xfrm>
              <a:grpFill/>
            </p:grpSpPr>
            <p:sp>
              <p:nvSpPr>
                <p:cNvPr id="47" name="Freeform: Shape 46">
                  <a:extLst>
                    <a:ext uri="{FF2B5EF4-FFF2-40B4-BE49-F238E27FC236}">
                      <a16:creationId xmlns:a16="http://schemas.microsoft.com/office/drawing/2014/main" id="{2CB83C32-8B19-0E48-F544-79AE8AE6DE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5ED9827-E636-39A7-1838-D5C73003F00D}"/>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3" name="Graphic 8">
                <a:extLst>
                  <a:ext uri="{FF2B5EF4-FFF2-40B4-BE49-F238E27FC236}">
                    <a16:creationId xmlns:a16="http://schemas.microsoft.com/office/drawing/2014/main" id="{F3EC113F-91C5-117E-63E1-55362567E3DA}"/>
                  </a:ext>
                </a:extLst>
              </p:cNvPr>
              <p:cNvGrpSpPr/>
              <p:nvPr/>
            </p:nvGrpSpPr>
            <p:grpSpPr>
              <a:xfrm>
                <a:off x="684661" y="2427986"/>
                <a:ext cx="896486" cy="379270"/>
                <a:chOff x="684661" y="2427986"/>
                <a:chExt cx="896486" cy="379270"/>
              </a:xfrm>
              <a:grpFill/>
            </p:grpSpPr>
            <p:sp>
              <p:nvSpPr>
                <p:cNvPr id="24" name="Freeform: Shape 23">
                  <a:extLst>
                    <a:ext uri="{FF2B5EF4-FFF2-40B4-BE49-F238E27FC236}">
                      <a16:creationId xmlns:a16="http://schemas.microsoft.com/office/drawing/2014/main" id="{46764517-382E-B465-ED24-A6A9AE45100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38D5EC-BE85-10E8-0700-B19654F9D5BF}"/>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5CAE345-476E-EF66-7F21-2462D7A45BC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28C4B26-03FB-94EF-19AD-309B234B24F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7065AF1-D9F8-9DEC-89E2-88A08F330285}"/>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AE1ECE7-91F8-06E1-09E3-5D0119B5715D}"/>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59121FD-8AAC-E938-EFC4-8069594472D5}"/>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72A9217-B8E4-88CB-DF21-E7D73AFD0EB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0F9B27A-634E-1321-2688-F2363058D6D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54FB249-EFCA-46C0-C911-A91FC3FF25C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3D7AFA8-DE20-5630-3BB0-10B093A6CB34}"/>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136ECE-8EE2-E0E0-CAB8-2D196A530503}"/>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18431D4-9B1D-B719-BD9E-0B669744A42E}"/>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75C3961-85A8-A367-CB00-7D3C37F0A0C0}"/>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5A64C4C-D98A-20E4-264D-0D6A6FB174A1}"/>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AB68A03-652E-1163-21A3-759F36C8553E}"/>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EB9CC3F-EDBE-96BC-2605-5DAD7A118F6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7689AB8-90EA-6AFD-EEE7-DC6F0416541E}"/>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ABFD5E45-9BAD-F25B-89BF-263F193E406C}"/>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04F9822-5EE8-BB07-1953-BC4538B08F4A}"/>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6C90182-0BA3-6457-6688-E97E2B59B264}"/>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972E437-0CE1-4851-C873-C183DAF6D4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B1C1646-A7D5-36A1-3422-071D3E30AEE0}"/>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14" name="Graphic 8">
              <a:extLst>
                <a:ext uri="{FF2B5EF4-FFF2-40B4-BE49-F238E27FC236}">
                  <a16:creationId xmlns:a16="http://schemas.microsoft.com/office/drawing/2014/main" id="{75FCD651-863C-D4C6-9818-6D2091BA62EB}"/>
                </a:ext>
              </a:extLst>
            </p:cNvPr>
            <p:cNvGrpSpPr/>
            <p:nvPr/>
          </p:nvGrpSpPr>
          <p:grpSpPr>
            <a:xfrm>
              <a:off x="8352719" y="159185"/>
              <a:ext cx="509877" cy="453727"/>
              <a:chOff x="8599610" y="2333965"/>
              <a:chExt cx="542618" cy="474759"/>
            </a:xfrm>
            <a:grpFill/>
          </p:grpSpPr>
          <p:sp>
            <p:nvSpPr>
              <p:cNvPr id="15" name="Freeform: Shape 14">
                <a:extLst>
                  <a:ext uri="{FF2B5EF4-FFF2-40B4-BE49-F238E27FC236}">
                    <a16:creationId xmlns:a16="http://schemas.microsoft.com/office/drawing/2014/main" id="{3D487052-05DA-F01B-887A-C6F430EE240E}"/>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B3118AB-65F5-21EC-3463-6D7B17E7A29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7F9B534-8E46-FFF9-00F3-C5FB052F3DEB}"/>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08026BF-F7AC-43CE-A511-6E488BEDE114}"/>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D8C07E7-7320-CC4C-3F35-C717D722F6A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907FFF2-49FA-293D-5ED7-337F050FD2FB}"/>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4885E1D-0765-D3A9-23F2-90E0FA0BFE12}"/>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16632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tx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89487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White with Medium wave">
    <p:bg>
      <p:bgPr>
        <a:gradFill flip="none" rotWithShape="1">
          <a:gsLst>
            <a:gs pos="35000">
              <a:srgbClr val="142233"/>
            </a:gs>
            <a:gs pos="0">
              <a:schemeClr val="tx1"/>
            </a:gs>
            <a:gs pos="100000">
              <a:srgbClr val="4E84C4"/>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bg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bg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97865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tile Slide_Black with full wave_Opt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dirty="0">
                <a:solidFill>
                  <a:schemeClr val="bg1"/>
                </a:solidFill>
                <a:latin typeface="+mj-lt"/>
                <a:cs typeface="+mj-cs"/>
              </a:defRPr>
            </a:lvl1pPr>
          </a:lstStyle>
          <a:p>
            <a:pPr marL="5776" lvl="0" defTabSz="914310">
              <a:spcBef>
                <a:spcPts val="43"/>
              </a:spcBef>
            </a:pPr>
            <a:r>
              <a:rPr lang="en-US"/>
              <a:t>Click to edit Master title style</a:t>
            </a:r>
          </a:p>
        </p:txBody>
      </p:sp>
      <p:sp>
        <p:nvSpPr>
          <p:cNvPr id="8" name="Rectangle 7">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9" name="Group 8">
            <a:extLst>
              <a:ext uri="{FF2B5EF4-FFF2-40B4-BE49-F238E27FC236}">
                <a16:creationId xmlns:a16="http://schemas.microsoft.com/office/drawing/2014/main" id="{674C9F2B-AA1E-F0DB-19C2-313D3586118D}"/>
              </a:ext>
            </a:extLst>
          </p:cNvPr>
          <p:cNvGrpSpPr/>
          <p:nvPr userDrawn="1"/>
        </p:nvGrpSpPr>
        <p:grpSpPr>
          <a:xfrm>
            <a:off x="268664" y="159185"/>
            <a:ext cx="8556433" cy="451747"/>
            <a:chOff x="268664" y="159185"/>
            <a:chExt cx="8593932" cy="453727"/>
          </a:xfrm>
          <a:solidFill>
            <a:schemeClr val="bg1"/>
          </a:solidFill>
        </p:grpSpPr>
        <p:grpSp>
          <p:nvGrpSpPr>
            <p:cNvPr id="13" name="Group 12">
              <a:extLst>
                <a:ext uri="{FF2B5EF4-FFF2-40B4-BE49-F238E27FC236}">
                  <a16:creationId xmlns:a16="http://schemas.microsoft.com/office/drawing/2014/main" id="{B2ECF215-ED7A-F63D-13B9-A404221E54B4}"/>
                </a:ext>
              </a:extLst>
            </p:cNvPr>
            <p:cNvGrpSpPr/>
            <p:nvPr userDrawn="1"/>
          </p:nvGrpSpPr>
          <p:grpSpPr>
            <a:xfrm>
              <a:off x="268664" y="259103"/>
              <a:ext cx="1481677" cy="353809"/>
              <a:chOff x="0" y="2427986"/>
              <a:chExt cx="1581147" cy="380839"/>
            </a:xfrm>
            <a:grpFill/>
          </p:grpSpPr>
          <p:grpSp>
            <p:nvGrpSpPr>
              <p:cNvPr id="22" name="Graphic 8">
                <a:extLst>
                  <a:ext uri="{FF2B5EF4-FFF2-40B4-BE49-F238E27FC236}">
                    <a16:creationId xmlns:a16="http://schemas.microsoft.com/office/drawing/2014/main" id="{F62B31B7-41B5-ED61-8DD5-78686BC0002B}"/>
                  </a:ext>
                </a:extLst>
              </p:cNvPr>
              <p:cNvGrpSpPr/>
              <p:nvPr/>
            </p:nvGrpSpPr>
            <p:grpSpPr>
              <a:xfrm>
                <a:off x="0" y="2428340"/>
                <a:ext cx="605264" cy="380485"/>
                <a:chOff x="0" y="2428340"/>
                <a:chExt cx="605264" cy="380485"/>
              </a:xfrm>
              <a:grpFill/>
            </p:grpSpPr>
            <p:sp>
              <p:nvSpPr>
                <p:cNvPr id="47" name="Freeform: Shape 46">
                  <a:extLst>
                    <a:ext uri="{FF2B5EF4-FFF2-40B4-BE49-F238E27FC236}">
                      <a16:creationId xmlns:a16="http://schemas.microsoft.com/office/drawing/2014/main" id="{2CB83C32-8B19-0E48-F544-79AE8AE6DE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5ED9827-E636-39A7-1838-D5C73003F00D}"/>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3" name="Graphic 8">
                <a:extLst>
                  <a:ext uri="{FF2B5EF4-FFF2-40B4-BE49-F238E27FC236}">
                    <a16:creationId xmlns:a16="http://schemas.microsoft.com/office/drawing/2014/main" id="{F3EC113F-91C5-117E-63E1-55362567E3DA}"/>
                  </a:ext>
                </a:extLst>
              </p:cNvPr>
              <p:cNvGrpSpPr/>
              <p:nvPr/>
            </p:nvGrpSpPr>
            <p:grpSpPr>
              <a:xfrm>
                <a:off x="684661" y="2427986"/>
                <a:ext cx="896486" cy="379270"/>
                <a:chOff x="684661" y="2427986"/>
                <a:chExt cx="896486" cy="379270"/>
              </a:xfrm>
              <a:grpFill/>
            </p:grpSpPr>
            <p:sp>
              <p:nvSpPr>
                <p:cNvPr id="24" name="Freeform: Shape 23">
                  <a:extLst>
                    <a:ext uri="{FF2B5EF4-FFF2-40B4-BE49-F238E27FC236}">
                      <a16:creationId xmlns:a16="http://schemas.microsoft.com/office/drawing/2014/main" id="{46764517-382E-B465-ED24-A6A9AE45100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38D5EC-BE85-10E8-0700-B19654F9D5BF}"/>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5CAE345-476E-EF66-7F21-2462D7A45BC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28C4B26-03FB-94EF-19AD-309B234B24F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7065AF1-D9F8-9DEC-89E2-88A08F330285}"/>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AE1ECE7-91F8-06E1-09E3-5D0119B5715D}"/>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59121FD-8AAC-E938-EFC4-8069594472D5}"/>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72A9217-B8E4-88CB-DF21-E7D73AFD0EB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0F9B27A-634E-1321-2688-F2363058D6D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54FB249-EFCA-46C0-C911-A91FC3FF25C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3D7AFA8-DE20-5630-3BB0-10B093A6CB34}"/>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136ECE-8EE2-E0E0-CAB8-2D196A530503}"/>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18431D4-9B1D-B719-BD9E-0B669744A42E}"/>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75C3961-85A8-A367-CB00-7D3C37F0A0C0}"/>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5A64C4C-D98A-20E4-264D-0D6A6FB174A1}"/>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AB68A03-652E-1163-21A3-759F36C8553E}"/>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EB9CC3F-EDBE-96BC-2605-5DAD7A118F6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7689AB8-90EA-6AFD-EEE7-DC6F0416541E}"/>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ABFD5E45-9BAD-F25B-89BF-263F193E406C}"/>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04F9822-5EE8-BB07-1953-BC4538B08F4A}"/>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6C90182-0BA3-6457-6688-E97E2B59B264}"/>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972E437-0CE1-4851-C873-C183DAF6D4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B1C1646-A7D5-36A1-3422-071D3E30AEE0}"/>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14" name="Graphic 8">
              <a:extLst>
                <a:ext uri="{FF2B5EF4-FFF2-40B4-BE49-F238E27FC236}">
                  <a16:creationId xmlns:a16="http://schemas.microsoft.com/office/drawing/2014/main" id="{75FCD651-863C-D4C6-9818-6D2091BA62EB}"/>
                </a:ext>
              </a:extLst>
            </p:cNvPr>
            <p:cNvGrpSpPr/>
            <p:nvPr/>
          </p:nvGrpSpPr>
          <p:grpSpPr>
            <a:xfrm>
              <a:off x="8352719" y="159185"/>
              <a:ext cx="509877" cy="453727"/>
              <a:chOff x="8599610" y="2333965"/>
              <a:chExt cx="542618" cy="474759"/>
            </a:xfrm>
            <a:grpFill/>
          </p:grpSpPr>
          <p:sp>
            <p:nvSpPr>
              <p:cNvPr id="15" name="Freeform: Shape 14">
                <a:extLst>
                  <a:ext uri="{FF2B5EF4-FFF2-40B4-BE49-F238E27FC236}">
                    <a16:creationId xmlns:a16="http://schemas.microsoft.com/office/drawing/2014/main" id="{3D487052-05DA-F01B-887A-C6F430EE240E}"/>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B3118AB-65F5-21EC-3463-6D7B17E7A29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7F9B534-8E46-FFF9-00F3-C5FB052F3DEB}"/>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08026BF-F7AC-43CE-A511-6E488BEDE114}"/>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D8C07E7-7320-CC4C-3F35-C717D722F6A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907FFF2-49FA-293D-5ED7-337F050FD2FB}"/>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4885E1D-0765-D3A9-23F2-90E0FA0BFE12}"/>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EB5B4FBF-CB67-3CAD-F3F2-4058DD787A5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330956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a:solidFill>
                  <a:schemeClr val="tx1"/>
                </a:solidFill>
                <a:latin typeface="+mj-lt"/>
                <a:cs typeface="+mj-cs"/>
              </a:defRPr>
            </a:lvl1pPr>
          </a:lstStyle>
          <a:p>
            <a:pPr marL="5776" lvl="0" defTabSz="914310">
              <a:spcBef>
                <a:spcPts val="43"/>
              </a:spcBef>
            </a:pPr>
            <a:r>
              <a:rPr lang="en-US"/>
              <a:t>Click to edit Master title style</a:t>
            </a:r>
          </a:p>
        </p:txBody>
      </p:sp>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4A17F92D-EA49-67C5-1772-6F7AEE2E17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8449485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White with Medium wave">
    <p:bg>
      <p:bgPr>
        <a:gradFill flip="none" rotWithShape="1">
          <a:gsLst>
            <a:gs pos="35000">
              <a:srgbClr val="142233"/>
            </a:gs>
            <a:gs pos="0">
              <a:schemeClr val="tx1"/>
            </a:gs>
            <a:gs pos="100000">
              <a:srgbClr val="4E84C4"/>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a:solidFill>
                  <a:schemeClr val="bg1"/>
                </a:solidFill>
                <a:latin typeface="+mj-lt"/>
                <a:cs typeface="+mj-cs"/>
              </a:defRPr>
            </a:lvl1pPr>
          </a:lstStyle>
          <a:p>
            <a:pPr marL="5776" lvl="0" defTabSz="914310">
              <a:spcBef>
                <a:spcPts val="43"/>
              </a:spcBef>
            </a:pPr>
            <a:r>
              <a:rPr lang="en-US"/>
              <a:t>Click to edit Master title style</a:t>
            </a:r>
          </a:p>
        </p:txBody>
      </p:sp>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bg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4A17F92D-EA49-67C5-1772-6F7AEE2E17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644320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3F5E46-0106-F6A3-64BD-4FA139A4790A}"/>
              </a:ext>
            </a:extLst>
          </p:cNvPr>
          <p:cNvSpPr>
            <a:spLocks noGrp="1"/>
          </p:cNvSpPr>
          <p:nvPr>
            <p:ph type="pic" sz="quarter" idx="10"/>
          </p:nvPr>
        </p:nvSpPr>
        <p:spPr>
          <a:xfrm>
            <a:off x="4894580" y="884789"/>
            <a:ext cx="3769359" cy="3772351"/>
          </a:xfrm>
          <a:prstGeom prst="ellipse">
            <a:avLst/>
          </a:prstGeom>
          <a:solidFill>
            <a:schemeClr val="bg1">
              <a:lumMod val="75000"/>
            </a:schemeClr>
          </a:solidFill>
        </p:spPr>
        <p:txBody>
          <a:bodyPr wrap="square">
            <a:noAutofit/>
          </a:bodyPr>
          <a:lstStyle/>
          <a:p>
            <a:endParaRPr lang="en-US"/>
          </a:p>
        </p:txBody>
      </p:sp>
      <p:sp>
        <p:nvSpPr>
          <p:cNvPr id="2" name="Rectangle 1">
            <a:extLst>
              <a:ext uri="{FF2B5EF4-FFF2-40B4-BE49-F238E27FC236}">
                <a16:creationId xmlns:a16="http://schemas.microsoft.com/office/drawing/2014/main" id="{CFC4708F-FBAB-85A9-77CA-44C0F5E868A9}"/>
              </a:ext>
            </a:extLst>
          </p:cNvPr>
          <p:cNvSpPr/>
          <p:nvPr userDrawn="1"/>
        </p:nvSpPr>
        <p:spPr>
          <a:xfrm>
            <a:off x="0" y="0"/>
            <a:ext cx="354330" cy="6438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3" name="Group 2">
            <a:extLst>
              <a:ext uri="{FF2B5EF4-FFF2-40B4-BE49-F238E27FC236}">
                <a16:creationId xmlns:a16="http://schemas.microsoft.com/office/drawing/2014/main" id="{A220DF3F-2024-46F8-1842-359BB2F59C27}"/>
              </a:ext>
            </a:extLst>
          </p:cNvPr>
          <p:cNvGrpSpPr/>
          <p:nvPr userDrawn="1"/>
        </p:nvGrpSpPr>
        <p:grpSpPr>
          <a:xfrm>
            <a:off x="268664" y="159185"/>
            <a:ext cx="8556433" cy="451747"/>
            <a:chOff x="268664" y="159185"/>
            <a:chExt cx="8593932" cy="453727"/>
          </a:xfrm>
          <a:solidFill>
            <a:schemeClr val="bg1"/>
          </a:solidFill>
        </p:grpSpPr>
        <p:grpSp>
          <p:nvGrpSpPr>
            <p:cNvPr id="4" name="Group 3">
              <a:extLst>
                <a:ext uri="{FF2B5EF4-FFF2-40B4-BE49-F238E27FC236}">
                  <a16:creationId xmlns:a16="http://schemas.microsoft.com/office/drawing/2014/main" id="{9CDFADEF-617E-8463-7298-478D54D29D07}"/>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9328878E-565E-36F5-D692-AEACCA80F7BC}"/>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3CA5B1B0-69FE-BA81-35FD-ACA652634603}"/>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1270AF3-A2C9-692D-F4CE-FE916B9090D3}"/>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66C9D5CE-F263-1F1F-5F76-A680B0E26607}"/>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05B06149-7354-C5EF-5846-957CAEC1CC25}"/>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01FFA22-B093-6CCD-A72D-9E895850F564}"/>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DACB0AF-38DF-A74E-8C2A-17533032BA33}"/>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C2C6CDD-8F96-0423-D7D0-7D34FDF0FDC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BFA87A1-3E8A-BA16-982B-2220D6D8D1FD}"/>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1D0DA53-D896-6ECD-ACC3-D2E0208DD6C4}"/>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921C3CA-4C4A-9FF6-0180-4F6F4B98113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2AC5986-9012-60B5-2BCE-BC1A0DE102DD}"/>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68C7F13-015E-11FD-79F7-A842F16BC04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81F5719-225A-AFCE-C72E-4D8A62F2BBFE}"/>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27B37B-1A1E-32F3-5525-2F635051BA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A4AEE43-3EC4-F690-5C50-6C08441E04AA}"/>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311164F-90E1-3DC4-5B88-641A7A70D8DA}"/>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E199C59-6936-191A-557F-B7D6331538D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80CE232-7383-95BE-3953-878AF3D6789F}"/>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15D75E38-8326-6178-27EE-9B764C023176}"/>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679A9A6-FF9A-5398-EA8D-1085C227907A}"/>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3A0624-537E-EBAE-309D-CAA7F70CAFF6}"/>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09BB031-A2C7-D05B-73DA-2B08FAAD12E0}"/>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8EAF6D2-7517-14C7-3E6D-8EF581A5B794}"/>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0AF7256-DA55-25A0-D146-D4B3B1C39A17}"/>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AA3F354-5772-E3FD-D6E7-A6B4B11C705E}"/>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BC5D070-8557-C08C-93A4-089BB5D02F82}"/>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5" name="Graphic 8">
              <a:extLst>
                <a:ext uri="{FF2B5EF4-FFF2-40B4-BE49-F238E27FC236}">
                  <a16:creationId xmlns:a16="http://schemas.microsoft.com/office/drawing/2014/main" id="{CE5BD017-3AC6-1515-FA1F-0E041D4B138F}"/>
                </a:ext>
              </a:extLst>
            </p:cNvPr>
            <p:cNvGrpSpPr/>
            <p:nvPr/>
          </p:nvGrpSpPr>
          <p:grpSpPr>
            <a:xfrm>
              <a:off x="8352719" y="159185"/>
              <a:ext cx="509877" cy="453727"/>
              <a:chOff x="8599610" y="2333965"/>
              <a:chExt cx="542618" cy="474759"/>
            </a:xfrm>
            <a:grpFill/>
          </p:grpSpPr>
          <p:sp>
            <p:nvSpPr>
              <p:cNvPr id="6" name="Freeform: Shape 5">
                <a:extLst>
                  <a:ext uri="{FF2B5EF4-FFF2-40B4-BE49-F238E27FC236}">
                    <a16:creationId xmlns:a16="http://schemas.microsoft.com/office/drawing/2014/main" id="{95CDB3F6-BFA8-F10C-2206-D3A57A9AF2DA}"/>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D5B4F87-6E22-4DED-B630-C2420D95FAD5}"/>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F73CDCA-52CC-6330-B9FF-C9F295B53A4D}"/>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FCAEB0F-443E-5D40-F607-5E2114215515}"/>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5B710F4-19EC-BCD6-A67E-4446B1B3B817}"/>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A6E38E-CF0B-9F3D-5448-2C562EC9B90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6C99882-FE9E-C8F0-C4CB-A2B82C1CFE99}"/>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81" name="Text Placeholder 80">
            <a:extLst>
              <a:ext uri="{FF2B5EF4-FFF2-40B4-BE49-F238E27FC236}">
                <a16:creationId xmlns:a16="http://schemas.microsoft.com/office/drawing/2014/main" id="{72E48B6A-5719-A4F5-967A-B7A119483ABC}"/>
              </a:ext>
            </a:extLst>
          </p:cNvPr>
          <p:cNvSpPr>
            <a:spLocks noGrp="1"/>
          </p:cNvSpPr>
          <p:nvPr>
            <p:ph type="body" sz="quarter" idx="12"/>
          </p:nvPr>
        </p:nvSpPr>
        <p:spPr>
          <a:xfrm>
            <a:off x="198120" y="1428750"/>
            <a:ext cx="3989069" cy="258532"/>
          </a:xfrm>
          <a:prstGeom prst="rect">
            <a:avLst/>
          </a:prstGeom>
          <a:noFill/>
        </p:spPr>
        <p:txBody>
          <a:bodyPr wrap="square">
            <a:spAutoFit/>
          </a:bodyPr>
          <a:lstStyle>
            <a:lvl1pPr marL="0" indent="0">
              <a:buNone/>
              <a:defRPr lang="en-US" dirty="0" smtClean="0">
                <a:cs typeface="Calibri"/>
              </a:defRPr>
            </a:lvl1pPr>
            <a:lvl2pPr>
              <a:defRPr lang="en-US" sz="818" dirty="0" smtClean="0">
                <a:solidFill>
                  <a:schemeClr val="tx1"/>
                </a:solidFill>
              </a:defRPr>
            </a:lvl2pPr>
            <a:lvl3pPr>
              <a:defRPr lang="en-US" sz="818" dirty="0" smtClean="0">
                <a:solidFill>
                  <a:schemeClr val="tx1"/>
                </a:solidFill>
              </a:defRPr>
            </a:lvl3pPr>
            <a:lvl4pPr>
              <a:defRPr lang="en-US" sz="818" dirty="0" smtClean="0">
                <a:solidFill>
                  <a:schemeClr val="tx1"/>
                </a:solidFill>
              </a:defRPr>
            </a:lvl4pPr>
            <a:lvl5pPr>
              <a:defRPr lang="en-US" sz="818" dirty="0">
                <a:solidFill>
                  <a:schemeClr val="tx1"/>
                </a:solidFill>
              </a:defRPr>
            </a:lvl5pPr>
          </a:lstStyle>
          <a:p>
            <a:pPr marL="0" marR="2310" lvl="0" defTabSz="415525">
              <a:spcBef>
                <a:spcPts val="1200"/>
              </a:spcBef>
              <a:spcAft>
                <a:spcPts val="600"/>
              </a:spcAft>
            </a:pPr>
            <a:r>
              <a:rPr lang="en-US"/>
              <a:t>Click to edit Master text styles</a:t>
            </a:r>
          </a:p>
        </p:txBody>
      </p:sp>
    </p:spTree>
    <p:extLst>
      <p:ext uri="{BB962C8B-B14F-4D97-AF65-F5344CB8AC3E}">
        <p14:creationId xmlns:p14="http://schemas.microsoft.com/office/powerpoint/2010/main" val="4235867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3F5E46-0106-F6A3-64BD-4FA139A4790A}"/>
              </a:ext>
            </a:extLst>
          </p:cNvPr>
          <p:cNvSpPr>
            <a:spLocks noGrp="1"/>
          </p:cNvSpPr>
          <p:nvPr>
            <p:ph type="pic" sz="quarter" idx="10"/>
          </p:nvPr>
        </p:nvSpPr>
        <p:spPr>
          <a:xfrm>
            <a:off x="4894580" y="884789"/>
            <a:ext cx="3769359" cy="3772351"/>
          </a:xfrm>
          <a:prstGeom prst="ellipse">
            <a:avLst/>
          </a:prstGeom>
          <a:solidFill>
            <a:schemeClr val="bg1">
              <a:lumMod val="75000"/>
            </a:schemeClr>
          </a:solidFill>
        </p:spPr>
        <p:txBody>
          <a:bodyPr wrap="square">
            <a:noAutofit/>
          </a:bodyPr>
          <a:lstStyle/>
          <a:p>
            <a:endParaRPr lang="en-US"/>
          </a:p>
        </p:txBody>
      </p:sp>
      <p:grpSp>
        <p:nvGrpSpPr>
          <p:cNvPr id="78" name="Group 77">
            <a:extLst>
              <a:ext uri="{FF2B5EF4-FFF2-40B4-BE49-F238E27FC236}">
                <a16:creationId xmlns:a16="http://schemas.microsoft.com/office/drawing/2014/main" id="{740D7DC1-95EA-0B6A-0ACF-B0A2CB5AAE5A}"/>
              </a:ext>
            </a:extLst>
          </p:cNvPr>
          <p:cNvGrpSpPr/>
          <p:nvPr userDrawn="1"/>
        </p:nvGrpSpPr>
        <p:grpSpPr>
          <a:xfrm>
            <a:off x="268664" y="159185"/>
            <a:ext cx="8556433" cy="451747"/>
            <a:chOff x="268664" y="159185"/>
            <a:chExt cx="8593932" cy="453727"/>
          </a:xfrm>
          <a:solidFill>
            <a:schemeClr val="tx1"/>
          </a:solidFill>
        </p:grpSpPr>
        <p:grpSp>
          <p:nvGrpSpPr>
            <p:cNvPr id="79" name="Group 78">
              <a:extLst>
                <a:ext uri="{FF2B5EF4-FFF2-40B4-BE49-F238E27FC236}">
                  <a16:creationId xmlns:a16="http://schemas.microsoft.com/office/drawing/2014/main" id="{2D6B3254-9C7B-CBEE-BCFF-64CD39708D39}"/>
                </a:ext>
              </a:extLst>
            </p:cNvPr>
            <p:cNvGrpSpPr/>
            <p:nvPr userDrawn="1"/>
          </p:nvGrpSpPr>
          <p:grpSpPr>
            <a:xfrm>
              <a:off x="268664" y="259103"/>
              <a:ext cx="1481677" cy="353809"/>
              <a:chOff x="0" y="2427986"/>
              <a:chExt cx="1581147" cy="380839"/>
            </a:xfrm>
            <a:grpFill/>
          </p:grpSpPr>
          <p:grpSp>
            <p:nvGrpSpPr>
              <p:cNvPr id="88" name="Graphic 8">
                <a:extLst>
                  <a:ext uri="{FF2B5EF4-FFF2-40B4-BE49-F238E27FC236}">
                    <a16:creationId xmlns:a16="http://schemas.microsoft.com/office/drawing/2014/main" id="{627426C5-1235-7F28-F825-CF5DA0EF9E8E}"/>
                  </a:ext>
                </a:extLst>
              </p:cNvPr>
              <p:cNvGrpSpPr/>
              <p:nvPr/>
            </p:nvGrpSpPr>
            <p:grpSpPr>
              <a:xfrm>
                <a:off x="0" y="2428340"/>
                <a:ext cx="605264" cy="380485"/>
                <a:chOff x="0" y="2428340"/>
                <a:chExt cx="605264" cy="380485"/>
              </a:xfrm>
              <a:grpFill/>
            </p:grpSpPr>
            <p:sp>
              <p:nvSpPr>
                <p:cNvPr id="113" name="Freeform: Shape 112">
                  <a:extLst>
                    <a:ext uri="{FF2B5EF4-FFF2-40B4-BE49-F238E27FC236}">
                      <a16:creationId xmlns:a16="http://schemas.microsoft.com/office/drawing/2014/main" id="{EBF02D95-C4EF-D897-9735-E00649E7D18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2B0449C0-6DEB-3178-1FFA-6DCA690934C2}"/>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89" name="Graphic 8">
                <a:extLst>
                  <a:ext uri="{FF2B5EF4-FFF2-40B4-BE49-F238E27FC236}">
                    <a16:creationId xmlns:a16="http://schemas.microsoft.com/office/drawing/2014/main" id="{16E2A2A9-3BE7-F109-A4DD-A0E1300E826A}"/>
                  </a:ext>
                </a:extLst>
              </p:cNvPr>
              <p:cNvGrpSpPr/>
              <p:nvPr/>
            </p:nvGrpSpPr>
            <p:grpSpPr>
              <a:xfrm>
                <a:off x="684661" y="2427986"/>
                <a:ext cx="896486" cy="379270"/>
                <a:chOff x="684661" y="2427986"/>
                <a:chExt cx="896486" cy="379270"/>
              </a:xfrm>
              <a:grpFill/>
            </p:grpSpPr>
            <p:sp>
              <p:nvSpPr>
                <p:cNvPr id="90" name="Freeform: Shape 89">
                  <a:extLst>
                    <a:ext uri="{FF2B5EF4-FFF2-40B4-BE49-F238E27FC236}">
                      <a16:creationId xmlns:a16="http://schemas.microsoft.com/office/drawing/2014/main" id="{02FDE846-4B87-9530-BF1E-0A9BB4AC47CF}"/>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2BE4632-1E44-2A31-F8E6-422F1F40169E}"/>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6D1EB1D-5DBC-4C37-397E-B113E89FA4C3}"/>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1F6AFA81-A4DF-2257-6DBC-8605E19F479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AC335623-DB6A-AE81-756D-7B291DC57007}"/>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503ECB28-350C-1402-04B2-7BA5E81770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68F1EA4-66EF-220D-3ED3-3FCE88877EE6}"/>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08A482F-2991-3F91-9C26-3438FE7B7C3A}"/>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50D772B9-3551-EBBB-D440-087286679E92}"/>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44E49030-C2D0-149F-0D98-96E61CFC276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62E523F1-71CC-141A-7D55-97D54021F2A3}"/>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279CF07-8F68-5188-151D-20CAA7BFD456}"/>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3E8F44B-8A87-2A04-AD6D-1034D6D725C8}"/>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357D15D-10D7-57CD-2588-3A0C136CB4D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7E15DB8-DDA6-03FD-9F5B-CF6C0D1F71E0}"/>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A126930-B6F4-D955-72DF-34E7C3CB6D7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2CC73032-3E90-DE02-5896-3FDC7D640FC8}"/>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65E0B0C-BAE8-46B9-318D-7BF5B5F05BBC}"/>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1BE733D-5645-9846-C4B5-919F7E5A49B1}"/>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A3C37E1-7FE0-16CD-CCD5-A68E43ACF098}"/>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C2F4071-CC9B-A0F0-3FB0-DF508C6917D0}"/>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34E4139-9B2B-FFE6-5694-8A5553847B4A}"/>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EBA6382-85CE-105C-B33E-CD876BF81119}"/>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80" name="Graphic 8">
              <a:extLst>
                <a:ext uri="{FF2B5EF4-FFF2-40B4-BE49-F238E27FC236}">
                  <a16:creationId xmlns:a16="http://schemas.microsoft.com/office/drawing/2014/main" id="{90101F9F-F9B0-F548-4D15-4F09E3593F43}"/>
                </a:ext>
              </a:extLst>
            </p:cNvPr>
            <p:cNvGrpSpPr/>
            <p:nvPr/>
          </p:nvGrpSpPr>
          <p:grpSpPr>
            <a:xfrm>
              <a:off x="8352719" y="159185"/>
              <a:ext cx="509877" cy="453727"/>
              <a:chOff x="8599610" y="2333965"/>
              <a:chExt cx="542618" cy="474759"/>
            </a:xfrm>
            <a:grpFill/>
          </p:grpSpPr>
          <p:sp>
            <p:nvSpPr>
              <p:cNvPr id="81" name="Freeform: Shape 80">
                <a:extLst>
                  <a:ext uri="{FF2B5EF4-FFF2-40B4-BE49-F238E27FC236}">
                    <a16:creationId xmlns:a16="http://schemas.microsoft.com/office/drawing/2014/main" id="{F91A6458-93A4-F2F6-57B1-17D5B27CEB6F}"/>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98D6B3FB-BCBD-3D14-7CA9-31024D51C96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3212518-8225-C45C-9708-EBB60603D8C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DB7B919-4D9D-4979-0DB1-6BD0A8A47BE5}"/>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4C0A227-570B-F33D-3D4E-B6D57B672B8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82A1C60-4FA8-03A9-71EF-15157212738A}"/>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C7C9C57-D34F-406F-1B36-B909BB21C8A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5" name="Text Placeholder 4">
            <a:extLst>
              <a:ext uri="{FF2B5EF4-FFF2-40B4-BE49-F238E27FC236}">
                <a16:creationId xmlns:a16="http://schemas.microsoft.com/office/drawing/2014/main" id="{334BFF83-6937-1EE7-AAFB-333D362D99E0}"/>
              </a:ext>
            </a:extLst>
          </p:cNvPr>
          <p:cNvSpPr>
            <a:spLocks noGrp="1"/>
          </p:cNvSpPr>
          <p:nvPr>
            <p:ph type="body" sz="quarter" idx="11"/>
          </p:nvPr>
        </p:nvSpPr>
        <p:spPr>
          <a:xfrm>
            <a:off x="198120" y="1428750"/>
            <a:ext cx="3989069" cy="258532"/>
          </a:xfrm>
          <a:prstGeom prst="rect">
            <a:avLst/>
          </a:prstGeom>
          <a:noFill/>
        </p:spPr>
        <p:txBody>
          <a:bodyPr wrap="square">
            <a:spAutoFit/>
          </a:bodyPr>
          <a:lstStyle>
            <a:lvl1pPr marL="0" indent="0">
              <a:buNone/>
              <a:defRPr lang="en-US" smtClean="0">
                <a:solidFill>
                  <a:schemeClr val="tx1"/>
                </a:solidFill>
                <a:cs typeface="Calibri"/>
              </a:defRPr>
            </a:lvl1pPr>
            <a:lvl2pPr>
              <a:defRPr lang="en-US" sz="818" smtClean="0">
                <a:solidFill>
                  <a:schemeClr val="tx1"/>
                </a:solidFill>
              </a:defRPr>
            </a:lvl2pPr>
            <a:lvl3pPr>
              <a:defRPr lang="en-US" sz="818" smtClean="0">
                <a:solidFill>
                  <a:schemeClr val="tx1"/>
                </a:solidFill>
              </a:defRPr>
            </a:lvl3pPr>
            <a:lvl4pPr>
              <a:defRPr lang="en-US" sz="818" smtClean="0">
                <a:solidFill>
                  <a:schemeClr val="tx1"/>
                </a:solidFill>
              </a:defRPr>
            </a:lvl4pPr>
            <a:lvl5pPr>
              <a:defRPr lang="en-US" sz="818">
                <a:solidFill>
                  <a:schemeClr val="tx1"/>
                </a:solidFill>
              </a:defRPr>
            </a:lvl5pPr>
          </a:lstStyle>
          <a:p>
            <a:pPr marL="0" marR="2310" lvl="0" defTabSz="415525">
              <a:spcBef>
                <a:spcPts val="1200"/>
              </a:spcBef>
              <a:spcAft>
                <a:spcPts val="600"/>
              </a:spcAft>
            </a:pPr>
            <a:r>
              <a:rPr lang="en-US"/>
              <a:t>Click to edit Master text styles</a:t>
            </a:r>
          </a:p>
        </p:txBody>
      </p:sp>
    </p:spTree>
    <p:extLst>
      <p:ext uri="{BB962C8B-B14F-4D97-AF65-F5344CB8AC3E}">
        <p14:creationId xmlns:p14="http://schemas.microsoft.com/office/powerpoint/2010/main" val="3184804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9BDA3-8BF1-129E-3816-0EACE4BC4198}"/>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DD37BDB2-CDE0-85DF-BE44-09758DF8C4FB}"/>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6B0B531-0D2A-5BB1-5FBE-3A6A0663FB48}"/>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6DC50FE5-087A-A8B7-36A6-226DA6B55B10}"/>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pic>
        <p:nvPicPr>
          <p:cNvPr id="12" name="Picture 11">
            <a:extLst>
              <a:ext uri="{FF2B5EF4-FFF2-40B4-BE49-F238E27FC236}">
                <a16:creationId xmlns:a16="http://schemas.microsoft.com/office/drawing/2014/main" id="{6F1F605A-DBB2-ADA8-B1EE-91A42D5E137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
        <p:nvSpPr>
          <p:cNvPr id="15" name="Oval 14">
            <a:extLst>
              <a:ext uri="{FF2B5EF4-FFF2-40B4-BE49-F238E27FC236}">
                <a16:creationId xmlns:a16="http://schemas.microsoft.com/office/drawing/2014/main" id="{A07AB6BE-0C83-9D75-DC9C-C04868AE449D}"/>
              </a:ext>
            </a:extLst>
          </p:cNvPr>
          <p:cNvSpPr/>
          <p:nvPr userDrawn="1"/>
        </p:nvSpPr>
        <p:spPr>
          <a:xfrm>
            <a:off x="733982" y="1371600"/>
            <a:ext cx="2910732" cy="291073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p:nvPr>
        </p:nvSpPr>
        <p:spPr>
          <a:xfrm>
            <a:off x="783471" y="1421089"/>
            <a:ext cx="2811754" cy="2811754"/>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oAutofit/>
          </a:bodyPr>
          <a:lstStyle/>
          <a:p>
            <a:endParaRPr lang="en-US"/>
          </a:p>
        </p:txBody>
      </p:sp>
      <p:sp>
        <p:nvSpPr>
          <p:cNvPr id="4" name="Title 3">
            <a:extLst>
              <a:ext uri="{FF2B5EF4-FFF2-40B4-BE49-F238E27FC236}">
                <a16:creationId xmlns:a16="http://schemas.microsoft.com/office/drawing/2014/main" id="{77B4D9FC-FA7C-4152-8E54-ABFA83CB2CA8}"/>
              </a:ext>
            </a:extLst>
          </p:cNvPr>
          <p:cNvSpPr>
            <a:spLocks noGrp="1"/>
          </p:cNvSpPr>
          <p:nvPr>
            <p:ph type="title"/>
          </p:nvPr>
        </p:nvSpPr>
        <p:spPr>
          <a:xfrm>
            <a:off x="3810000" y="1064545"/>
            <a:ext cx="5093972" cy="2123658"/>
          </a:xfrm>
          <a:noFill/>
        </p:spPr>
        <p:txBody>
          <a:bodyPr wrap="square">
            <a:spAutoFit/>
          </a:bodyPr>
          <a:lstStyle>
            <a:lvl1pPr>
              <a:defRPr lang="en-US" sz="1100" i="0" kern="1200" dirty="0">
                <a:effectLst/>
                <a:latin typeface="+mn-lt"/>
                <a:ea typeface="+mn-ea"/>
                <a:cs typeface="+mn-cs"/>
              </a:defRPr>
            </a:lvl1pPr>
          </a:lstStyle>
          <a:p>
            <a:pPr marL="0" lvl="0" defTabSz="415525"/>
            <a:r>
              <a:rPr lang="en-US"/>
              <a:t>Click to edit Master title style</a:t>
            </a:r>
          </a:p>
        </p:txBody>
      </p:sp>
    </p:spTree>
    <p:extLst>
      <p:ext uri="{BB962C8B-B14F-4D97-AF65-F5344CB8AC3E}">
        <p14:creationId xmlns:p14="http://schemas.microsoft.com/office/powerpoint/2010/main" val="13288280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30" name="Picture 11">
            <a:extLst>
              <a:ext uri="{FF2B5EF4-FFF2-40B4-BE49-F238E27FC236}">
                <a16:creationId xmlns:a16="http://schemas.microsoft.com/office/drawing/2014/main" id="{183483B5-6B16-0808-12E5-566DBE9E32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
        <p:nvSpPr>
          <p:cNvPr id="9" name="Rectangle 8">
            <a:extLst>
              <a:ext uri="{FF2B5EF4-FFF2-40B4-BE49-F238E27FC236}">
                <a16:creationId xmlns:a16="http://schemas.microsoft.com/office/drawing/2014/main" id="{FE4C9EF8-06C8-3412-47E6-FF50BBB6A4DB}"/>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FC159EBC-2EE7-0120-EFA7-40D046A7B327}"/>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D67323A-A54E-5D22-BA3F-3CCA4BAADBC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tx1"/>
              </a:solidFill>
            </a:endParaRPr>
          </a:p>
        </p:txBody>
      </p:sp>
      <p:sp>
        <p:nvSpPr>
          <p:cNvPr id="21" name="Rectangle 20">
            <a:extLst>
              <a:ext uri="{FF2B5EF4-FFF2-40B4-BE49-F238E27FC236}">
                <a16:creationId xmlns:a16="http://schemas.microsoft.com/office/drawing/2014/main" id="{BB3EA4AA-80A4-8885-8F1B-8BD335BC4D7E}"/>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tx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15" name="Oval 14">
            <a:extLst>
              <a:ext uri="{FF2B5EF4-FFF2-40B4-BE49-F238E27FC236}">
                <a16:creationId xmlns:a16="http://schemas.microsoft.com/office/drawing/2014/main" id="{A07AB6BE-0C83-9D75-DC9C-C04868AE449D}"/>
              </a:ext>
            </a:extLst>
          </p:cNvPr>
          <p:cNvSpPr/>
          <p:nvPr userDrawn="1"/>
        </p:nvSpPr>
        <p:spPr>
          <a:xfrm>
            <a:off x="733982" y="1371600"/>
            <a:ext cx="2910732" cy="291073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p:nvPr>
        </p:nvSpPr>
        <p:spPr>
          <a:xfrm>
            <a:off x="783471" y="1421089"/>
            <a:ext cx="2811754" cy="2811754"/>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oAutofit/>
          </a:bodyPr>
          <a:lstStyle/>
          <a:p>
            <a:endParaRPr lang="en-US"/>
          </a:p>
        </p:txBody>
      </p:sp>
      <p:sp>
        <p:nvSpPr>
          <p:cNvPr id="12" name="Title 11">
            <a:extLst>
              <a:ext uri="{FF2B5EF4-FFF2-40B4-BE49-F238E27FC236}">
                <a16:creationId xmlns:a16="http://schemas.microsoft.com/office/drawing/2014/main" id="{7B30ED55-4230-E91A-7E81-6B1FD70AB74C}"/>
              </a:ext>
            </a:extLst>
          </p:cNvPr>
          <p:cNvSpPr>
            <a:spLocks noGrp="1"/>
          </p:cNvSpPr>
          <p:nvPr>
            <p:ph type="title"/>
          </p:nvPr>
        </p:nvSpPr>
        <p:spPr>
          <a:xfrm>
            <a:off x="3810000" y="1064545"/>
            <a:ext cx="5093972" cy="2123658"/>
          </a:xfrm>
          <a:noFill/>
        </p:spPr>
        <p:txBody>
          <a:bodyPr wrap="square">
            <a:spAutoFit/>
          </a:bodyPr>
          <a:lstStyle>
            <a:lvl1pPr>
              <a:defRPr lang="en-US" sz="1100" i="0" kern="1200" dirty="0">
                <a:solidFill>
                  <a:schemeClr val="tx1"/>
                </a:solidFill>
                <a:effectLst/>
                <a:latin typeface="+mn-lt"/>
                <a:ea typeface="+mn-ea"/>
                <a:cs typeface="+mn-cs"/>
              </a:defRPr>
            </a:lvl1pPr>
          </a:lstStyle>
          <a:p>
            <a:pPr marL="0" lvl="0" defTabSz="415525"/>
            <a:r>
              <a:rPr lang="en-US"/>
              <a:t>Click to edit Master title style</a:t>
            </a:r>
          </a:p>
        </p:txBody>
      </p:sp>
    </p:spTree>
    <p:extLst>
      <p:ext uri="{BB962C8B-B14F-4D97-AF65-F5344CB8AC3E}">
        <p14:creationId xmlns:p14="http://schemas.microsoft.com/office/powerpoint/2010/main" val="19014688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pic>
        <p:nvPicPr>
          <p:cNvPr id="49" name="Graphic 48">
            <a:extLst>
              <a:ext uri="{FF2B5EF4-FFF2-40B4-BE49-F238E27FC236}">
                <a16:creationId xmlns:a16="http://schemas.microsoft.com/office/drawing/2014/main" id="{620E838C-DA11-1DC4-05CC-E773554326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301" y="0"/>
            <a:ext cx="9144000" cy="5143500"/>
          </a:xfrm>
          <a:prstGeom prst="rect">
            <a:avLst/>
          </a:prstGeom>
        </p:spPr>
      </p:pic>
      <p:sp>
        <p:nvSpPr>
          <p:cNvPr id="15" name="Rectangle 14">
            <a:extLst>
              <a:ext uri="{FF2B5EF4-FFF2-40B4-BE49-F238E27FC236}">
                <a16:creationId xmlns:a16="http://schemas.microsoft.com/office/drawing/2014/main" id="{66BBA25D-7B5B-F933-26D8-73FC27431E40}"/>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BBE0E055-2BA0-67F9-A5FC-B42C04CF65CB}"/>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035E448-9749-83A3-A1BB-471C138300C1}"/>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38D3AFC8-E2CA-2BE8-53F9-992C2A28873A}"/>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Title 2">
            <a:extLst>
              <a:ext uri="{FF2B5EF4-FFF2-40B4-BE49-F238E27FC236}">
                <a16:creationId xmlns:a16="http://schemas.microsoft.com/office/drawing/2014/main" id="{C787ABCF-4C2B-9A51-64E8-377E6C063DA0}"/>
              </a:ext>
            </a:extLst>
          </p:cNvPr>
          <p:cNvSpPr>
            <a:spLocks noGrp="1"/>
          </p:cNvSpPr>
          <p:nvPr>
            <p:ph type="title"/>
          </p:nvPr>
        </p:nvSpPr>
        <p:spPr/>
        <p:txBody>
          <a:bodyPr/>
          <a:lstStyle/>
          <a:p>
            <a:r>
              <a:rPr lang="en-US"/>
              <a:t>Click to edit Master title style</a:t>
            </a:r>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bg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9" name="Oval 8">
            <a:extLst>
              <a:ext uri="{FF2B5EF4-FFF2-40B4-BE49-F238E27FC236}">
                <a16:creationId xmlns:a16="http://schemas.microsoft.com/office/drawing/2014/main" id="{D55F77FF-CBBE-D017-3342-8861FED69E9D}"/>
              </a:ext>
            </a:extLst>
          </p:cNvPr>
          <p:cNvSpPr/>
          <p:nvPr userDrawn="1"/>
        </p:nvSpPr>
        <p:spPr>
          <a:xfrm>
            <a:off x="5403898" y="247011"/>
            <a:ext cx="3160982" cy="316098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hasCustomPrompt="1"/>
          </p:nvPr>
        </p:nvSpPr>
        <p:spPr>
          <a:xfrm>
            <a:off x="5465245" y="308358"/>
            <a:ext cx="3038288" cy="3038288"/>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chor="ctr">
            <a:noAutofit/>
          </a:bodyPr>
          <a:lstStyle>
            <a:lvl1pPr marL="0" indent="0" algn="ctr">
              <a:buNone/>
              <a:defRPr sz="2000" b="1">
                <a:solidFill>
                  <a:srgbClr val="4E84C4"/>
                </a:solidFill>
              </a:defRPr>
            </a:lvl1pPr>
          </a:lstStyle>
          <a:p>
            <a:r>
              <a:rPr lang="en-US"/>
              <a:t>Insert Pic here</a:t>
            </a:r>
          </a:p>
        </p:txBody>
      </p:sp>
      <p:sp>
        <p:nvSpPr>
          <p:cNvPr id="30" name="Content Placeholder 29">
            <a:extLst>
              <a:ext uri="{FF2B5EF4-FFF2-40B4-BE49-F238E27FC236}">
                <a16:creationId xmlns:a16="http://schemas.microsoft.com/office/drawing/2014/main" id="{67940574-337B-F323-650B-AD154FCC7A2F}"/>
              </a:ext>
            </a:extLst>
          </p:cNvPr>
          <p:cNvSpPr>
            <a:spLocks noGrp="1"/>
          </p:cNvSpPr>
          <p:nvPr>
            <p:ph sz="quarter" idx="11"/>
          </p:nvPr>
        </p:nvSpPr>
        <p:spPr>
          <a:xfrm>
            <a:off x="273050" y="1502381"/>
            <a:ext cx="4573270" cy="1905611"/>
          </a:xfrm>
          <a:prstGeom prst="rect">
            <a:avLst/>
          </a:prstGeom>
          <a:noFill/>
        </p:spPr>
        <p:txBody>
          <a:bodyPr wrap="square">
            <a:noAutofit/>
          </a:bodyPr>
          <a:lstStyle>
            <a:lvl1pPr>
              <a:buNone/>
              <a:defRPr lang="en-US" sz="1400" b="0" i="0" dirty="0" smtClean="0">
                <a:effectLst/>
              </a:defRPr>
            </a:lvl1pPr>
            <a:lvl2pPr>
              <a:buNone/>
              <a:defRPr lang="en-US" sz="818" smtClean="0">
                <a:solidFill>
                  <a:schemeClr val="tx1"/>
                </a:solidFill>
              </a:defRPr>
            </a:lvl2pPr>
            <a:lvl3pPr>
              <a:buNone/>
              <a:defRPr lang="en-US" sz="818" smtClean="0">
                <a:solidFill>
                  <a:schemeClr val="tx1"/>
                </a:solidFill>
              </a:defRPr>
            </a:lvl3pPr>
            <a:lvl4pPr>
              <a:buNone/>
              <a:defRPr lang="en-US" sz="818" smtClean="0">
                <a:solidFill>
                  <a:schemeClr val="tx1"/>
                </a:solidFill>
              </a:defRPr>
            </a:lvl4pPr>
            <a:lvl5pPr>
              <a:buNone/>
              <a:defRPr lang="en-US" sz="818">
                <a:solidFill>
                  <a:schemeClr val="tx1"/>
                </a:solidFill>
              </a:defRPr>
            </a:lvl5pPr>
          </a:lstStyle>
          <a:p>
            <a:pPr marL="0" lvl="0" indent="0">
              <a:buNone/>
            </a:pPr>
            <a:r>
              <a:rPr lang="en-US"/>
              <a:t>Click to edit Master text styles</a:t>
            </a:r>
          </a:p>
        </p:txBody>
      </p:sp>
    </p:spTree>
    <p:extLst>
      <p:ext uri="{BB962C8B-B14F-4D97-AF65-F5344CB8AC3E}">
        <p14:creationId xmlns:p14="http://schemas.microsoft.com/office/powerpoint/2010/main" val="21290419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30" name="Graphic 29">
            <a:extLst>
              <a:ext uri="{FF2B5EF4-FFF2-40B4-BE49-F238E27FC236}">
                <a16:creationId xmlns:a16="http://schemas.microsoft.com/office/drawing/2014/main" id="{52A731E3-C780-317A-40CB-1F5C0D42B2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301" y="0"/>
            <a:ext cx="9144000" cy="5143500"/>
          </a:xfrm>
          <a:prstGeom prst="rect">
            <a:avLst/>
          </a:prstGeom>
        </p:spPr>
      </p:pic>
      <p:sp>
        <p:nvSpPr>
          <p:cNvPr id="15" name="Rectangle 14">
            <a:extLst>
              <a:ext uri="{FF2B5EF4-FFF2-40B4-BE49-F238E27FC236}">
                <a16:creationId xmlns:a16="http://schemas.microsoft.com/office/drawing/2014/main" id="{13D73557-9DE2-99A0-D9C6-6BB4207F725A}"/>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BB184415-BB03-89B1-7566-4AF275A6ADBF}"/>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886583C-078D-1E90-D53F-C512DCC64B7C}"/>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tx1"/>
              </a:solidFill>
            </a:endParaRPr>
          </a:p>
        </p:txBody>
      </p:sp>
      <p:sp>
        <p:nvSpPr>
          <p:cNvPr id="21" name="Rectangle 20">
            <a:extLst>
              <a:ext uri="{FF2B5EF4-FFF2-40B4-BE49-F238E27FC236}">
                <a16:creationId xmlns:a16="http://schemas.microsoft.com/office/drawing/2014/main" id="{90DE54EF-3398-0B8B-2AF2-A0C766AE39DA}"/>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Title 2">
            <a:extLst>
              <a:ext uri="{FF2B5EF4-FFF2-40B4-BE49-F238E27FC236}">
                <a16:creationId xmlns:a16="http://schemas.microsoft.com/office/drawing/2014/main" id="{C787ABCF-4C2B-9A51-64E8-377E6C063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tx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9" name="Oval 8">
            <a:extLst>
              <a:ext uri="{FF2B5EF4-FFF2-40B4-BE49-F238E27FC236}">
                <a16:creationId xmlns:a16="http://schemas.microsoft.com/office/drawing/2014/main" id="{D55F77FF-CBBE-D017-3342-8861FED69E9D}"/>
              </a:ext>
            </a:extLst>
          </p:cNvPr>
          <p:cNvSpPr/>
          <p:nvPr userDrawn="1"/>
        </p:nvSpPr>
        <p:spPr>
          <a:xfrm>
            <a:off x="5403898" y="247011"/>
            <a:ext cx="3160982" cy="316098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hasCustomPrompt="1"/>
          </p:nvPr>
        </p:nvSpPr>
        <p:spPr>
          <a:xfrm>
            <a:off x="5465245" y="308358"/>
            <a:ext cx="3038288" cy="3038288"/>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chor="ctr">
            <a:noAutofit/>
          </a:bodyPr>
          <a:lstStyle>
            <a:lvl1pPr marL="0" indent="0" algn="ctr">
              <a:buNone/>
              <a:defRPr sz="2000" b="1">
                <a:solidFill>
                  <a:srgbClr val="4E84C4"/>
                </a:solidFill>
              </a:defRPr>
            </a:lvl1pPr>
          </a:lstStyle>
          <a:p>
            <a:r>
              <a:rPr lang="en-US"/>
              <a:t>Insert Pic here</a:t>
            </a:r>
          </a:p>
        </p:txBody>
      </p:sp>
      <p:sp>
        <p:nvSpPr>
          <p:cNvPr id="48" name="Content Placeholder 47">
            <a:extLst>
              <a:ext uri="{FF2B5EF4-FFF2-40B4-BE49-F238E27FC236}">
                <a16:creationId xmlns:a16="http://schemas.microsoft.com/office/drawing/2014/main" id="{08FD865E-85B0-F50E-6EE1-4A7383C57F48}"/>
              </a:ext>
            </a:extLst>
          </p:cNvPr>
          <p:cNvSpPr>
            <a:spLocks noGrp="1"/>
          </p:cNvSpPr>
          <p:nvPr>
            <p:ph sz="quarter" idx="11"/>
          </p:nvPr>
        </p:nvSpPr>
        <p:spPr>
          <a:xfrm>
            <a:off x="273050" y="1502381"/>
            <a:ext cx="4573270" cy="1905611"/>
          </a:xfrm>
          <a:prstGeom prst="rect">
            <a:avLst/>
          </a:prstGeom>
          <a:noFill/>
        </p:spPr>
        <p:txBody>
          <a:bodyPr wrap="square">
            <a:noAutofit/>
          </a:bodyPr>
          <a:lstStyle>
            <a:lvl1pPr>
              <a:buNone/>
              <a:defRPr lang="en-US" sz="1400" b="0" i="0" dirty="0" smtClean="0">
                <a:solidFill>
                  <a:schemeClr val="tx1"/>
                </a:solidFill>
                <a:effectLst/>
              </a:defRPr>
            </a:lvl1pPr>
            <a:lvl2pPr>
              <a:buNone/>
              <a:defRPr lang="en-US" sz="818" smtClean="0">
                <a:solidFill>
                  <a:schemeClr val="tx1"/>
                </a:solidFill>
              </a:defRPr>
            </a:lvl2pPr>
            <a:lvl3pPr>
              <a:buNone/>
              <a:defRPr lang="en-US" sz="818" smtClean="0">
                <a:solidFill>
                  <a:schemeClr val="tx1"/>
                </a:solidFill>
              </a:defRPr>
            </a:lvl3pPr>
            <a:lvl4pPr>
              <a:buNone/>
              <a:defRPr lang="en-US" sz="818" smtClean="0">
                <a:solidFill>
                  <a:schemeClr val="tx1"/>
                </a:solidFill>
              </a:defRPr>
            </a:lvl4pPr>
            <a:lvl5pPr>
              <a:buNone/>
              <a:defRPr lang="en-US" sz="818">
                <a:solidFill>
                  <a:schemeClr val="tx1"/>
                </a:solidFill>
              </a:defRPr>
            </a:lvl5pPr>
          </a:lstStyle>
          <a:p>
            <a:pPr marL="0" lvl="0" indent="0">
              <a:buNone/>
            </a:pPr>
            <a:r>
              <a:rPr lang="en-US"/>
              <a:t>Click to edit Master text styles</a:t>
            </a:r>
          </a:p>
        </p:txBody>
      </p:sp>
    </p:spTree>
    <p:extLst>
      <p:ext uri="{BB962C8B-B14F-4D97-AF65-F5344CB8AC3E}">
        <p14:creationId xmlns:p14="http://schemas.microsoft.com/office/powerpoint/2010/main" val="41349272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6.sv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6.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2ADE80-F35C-381A-C871-E1A3C6208B53}"/>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45" name="Straight Connector 44">
            <a:extLst>
              <a:ext uri="{FF2B5EF4-FFF2-40B4-BE49-F238E27FC236}">
                <a16:creationId xmlns:a16="http://schemas.microsoft.com/office/drawing/2014/main" id="{5B0CB8AA-960C-4650-ABE9-4A6EFCAF5D81}"/>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D1CCB6F-A314-28BE-B118-A56B465A98B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900">
              <a:solidFill>
                <a:schemeClr val="tx1"/>
              </a:solidFill>
            </a:endParaRPr>
          </a:p>
        </p:txBody>
      </p:sp>
      <p:sp>
        <p:nvSpPr>
          <p:cNvPr id="47" name="Rectangle 46">
            <a:extLst>
              <a:ext uri="{FF2B5EF4-FFF2-40B4-BE49-F238E27FC236}">
                <a16:creationId xmlns:a16="http://schemas.microsoft.com/office/drawing/2014/main" id="{93F3404D-499E-D5A1-04D0-555C768C2AC7}"/>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1066799"/>
            <a:ext cx="7886700" cy="31489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312604" y="4923599"/>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800" b="1" smtClean="0">
                <a:solidFill>
                  <a:schemeClr val="bg1">
                    <a:lumMod val="50000"/>
                  </a:schemeClr>
                </a:solidFill>
                <a:latin typeface="+mj-lt"/>
                <a:cs typeface="Arial" pitchFamily="34" charset="0"/>
              </a:defRPr>
            </a:lvl1pPr>
          </a:lstStyle>
          <a:p>
            <a:pPr algn="ctr" defTabSz="914355"/>
            <a:fld id="{662A0901-ACEF-4BE9-9C8C-C119B421173E}" type="slidenum">
              <a:rPr lang="en-US" smtClean="0"/>
              <a:pPr algn="ctr" defTabSz="914355"/>
              <a:t>‹#›</a:t>
            </a:fld>
            <a:endParaRPr lang="en-US"/>
          </a:p>
        </p:txBody>
      </p:sp>
      <p:cxnSp>
        <p:nvCxnSpPr>
          <p:cNvPr id="10" name="Straight Connector 9">
            <a:extLst>
              <a:ext uri="{FF2B5EF4-FFF2-40B4-BE49-F238E27FC236}">
                <a16:creationId xmlns:a16="http://schemas.microsoft.com/office/drawing/2014/main" id="{204A0732-89C6-3C17-1231-F15060AB29F0}"/>
              </a:ext>
            </a:extLst>
          </p:cNvPr>
          <p:cNvCxnSpPr>
            <a:cxnSpLocks/>
          </p:cNvCxnSpPr>
          <p:nvPr userDrawn="1"/>
        </p:nvCxnSpPr>
        <p:spPr>
          <a:xfrm>
            <a:off x="4578258" y="4923599"/>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D29970C-B26D-BE0C-66B2-29D3B3DEE5DE}"/>
              </a:ext>
            </a:extLst>
          </p:cNvPr>
          <p:cNvSpPr>
            <a:spLocks noGrp="1"/>
          </p:cNvSpPr>
          <p:nvPr>
            <p:ph type="ftr" sz="quarter" idx="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US" sz="800" b="0" spc="0" baseline="0">
                <a:solidFill>
                  <a:schemeClr val="tx1">
                    <a:lumMod val="65000"/>
                    <a:lumOff val="35000"/>
                  </a:schemeClr>
                </a:solidFill>
                <a:latin typeface="+mj-lt"/>
                <a:cs typeface="Arial" pitchFamily="34" charset="0"/>
              </a:defRPr>
            </a:lvl1pPr>
          </a:lstStyle>
          <a:p>
            <a:pPr defTabSz="914355"/>
            <a:r>
              <a:rPr lang="en-US"/>
              <a:t>TCS confidential</a:t>
            </a:r>
            <a:endParaRPr lang="en-US" b="0"/>
          </a:p>
        </p:txBody>
      </p:sp>
      <p:grpSp>
        <p:nvGrpSpPr>
          <p:cNvPr id="85" name="Group 84">
            <a:extLst>
              <a:ext uri="{FF2B5EF4-FFF2-40B4-BE49-F238E27FC236}">
                <a16:creationId xmlns:a16="http://schemas.microsoft.com/office/drawing/2014/main" id="{4E0F0CE1-8645-61D0-5518-E4B1A4715276}"/>
              </a:ext>
            </a:extLst>
          </p:cNvPr>
          <p:cNvGrpSpPr/>
          <p:nvPr userDrawn="1"/>
        </p:nvGrpSpPr>
        <p:grpSpPr>
          <a:xfrm>
            <a:off x="274638" y="4648193"/>
            <a:ext cx="8570864" cy="390410"/>
            <a:chOff x="274638" y="4648193"/>
            <a:chExt cx="8570864" cy="390410"/>
          </a:xfrm>
        </p:grpSpPr>
        <p:grpSp>
          <p:nvGrpSpPr>
            <p:cNvPr id="8" name="Group 7">
              <a:extLst>
                <a:ext uri="{FF2B5EF4-FFF2-40B4-BE49-F238E27FC236}">
                  <a16:creationId xmlns:a16="http://schemas.microsoft.com/office/drawing/2014/main" id="{7BA98EF3-FD5A-D6B6-D03A-09DCE544B3B3}"/>
                </a:ext>
              </a:extLst>
            </p:cNvPr>
            <p:cNvGrpSpPr/>
            <p:nvPr userDrawn="1"/>
          </p:nvGrpSpPr>
          <p:grpSpPr>
            <a:xfrm>
              <a:off x="274638" y="4736080"/>
              <a:ext cx="1266904" cy="302523"/>
              <a:chOff x="0" y="2427986"/>
              <a:chExt cx="1581147" cy="380839"/>
            </a:xfrm>
            <a:solidFill>
              <a:schemeClr val="tx1"/>
            </a:solidFill>
          </p:grpSpPr>
          <p:grpSp>
            <p:nvGrpSpPr>
              <p:cNvPr id="18" name="Graphic 8">
                <a:extLst>
                  <a:ext uri="{FF2B5EF4-FFF2-40B4-BE49-F238E27FC236}">
                    <a16:creationId xmlns:a16="http://schemas.microsoft.com/office/drawing/2014/main" id="{6A864035-4916-9D07-A328-B0B77259FB88}"/>
                  </a:ext>
                </a:extLst>
              </p:cNvPr>
              <p:cNvGrpSpPr/>
              <p:nvPr/>
            </p:nvGrpSpPr>
            <p:grpSpPr>
              <a:xfrm>
                <a:off x="0" y="2428340"/>
                <a:ext cx="605264" cy="380485"/>
                <a:chOff x="0" y="2428340"/>
                <a:chExt cx="605264" cy="380485"/>
              </a:xfrm>
              <a:grpFill/>
            </p:grpSpPr>
            <p:sp>
              <p:nvSpPr>
                <p:cNvPr id="43" name="Freeform: Shape 42">
                  <a:extLst>
                    <a:ext uri="{FF2B5EF4-FFF2-40B4-BE49-F238E27FC236}">
                      <a16:creationId xmlns:a16="http://schemas.microsoft.com/office/drawing/2014/main" id="{887486D1-6148-25E5-8B69-2E86997D2E99}"/>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128B5B0-2B3A-2523-CFA3-6A25B1677711}"/>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9" name="Graphic 8">
                <a:extLst>
                  <a:ext uri="{FF2B5EF4-FFF2-40B4-BE49-F238E27FC236}">
                    <a16:creationId xmlns:a16="http://schemas.microsoft.com/office/drawing/2014/main" id="{76F89B44-4E2A-2901-43F8-C2B4E44C4745}"/>
                  </a:ext>
                </a:extLst>
              </p:cNvPr>
              <p:cNvGrpSpPr/>
              <p:nvPr/>
            </p:nvGrpSpPr>
            <p:grpSpPr>
              <a:xfrm>
                <a:off x="684661" y="2427986"/>
                <a:ext cx="896486" cy="379270"/>
                <a:chOff x="684661" y="2427986"/>
                <a:chExt cx="896486" cy="379270"/>
              </a:xfrm>
              <a:grpFill/>
            </p:grpSpPr>
            <p:sp>
              <p:nvSpPr>
                <p:cNvPr id="20" name="Freeform: Shape 19">
                  <a:extLst>
                    <a:ext uri="{FF2B5EF4-FFF2-40B4-BE49-F238E27FC236}">
                      <a16:creationId xmlns:a16="http://schemas.microsoft.com/office/drawing/2014/main" id="{E281FF5E-801A-3BCB-C338-99F8BEE24C36}"/>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47F79F4-C2AF-EAB5-4E0A-A8811C7D6DB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48C2DC0-28EB-B957-A92C-1B0C721682D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CFFE4F-00C5-1CA0-6321-489F8FDABAA0}"/>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8DA398-4586-1C93-D328-236F449CC51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3A6780F-E2FF-ACBB-126D-A6EE988AD3CE}"/>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EF6F0C6-51F3-442F-560E-BAF987F3A17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46FA2A2-A7EF-6C78-740C-66B2275733FF}"/>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84FEFA3-AE64-0153-E49A-D3191AC2B75B}"/>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DA88088-D432-2B0F-E890-A9AE5B0B2F02}"/>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49EB0B1-5788-5615-CD2E-F92B8141228B}"/>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9835C1E-0593-DF1C-AB5B-EB963674D597}"/>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3633971-B149-1FC2-C64F-44D03152FB5F}"/>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6EBEC20-D11F-8367-0039-5102C16F036B}"/>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B717EBD-E5EA-2306-20A6-43CFBE1036ED}"/>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C75A4E4-E823-4B4A-C73A-7FDB5468BF51}"/>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AD737C0-1BA9-2FE0-A65E-1F07D8D3AA4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94EDEF5-B578-C1A6-445B-FD082C01AE50}"/>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3E00F67-5384-6921-564D-84F0B1F500F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AF84FA6-EEBF-AC0B-B5D4-DFA3CF029D6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28BE1A1-6672-B8C4-2AFD-83AE50B5E2E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DC03EBD-BFED-398A-EAB6-8F7219E04B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FA0C079-126A-074A-7F9C-F49B63E1A87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E161D1F-49E9-74F0-C3AD-39CC0007C997}"/>
                </a:ext>
              </a:extLst>
            </p:cNvPr>
            <p:cNvGrpSpPr/>
            <p:nvPr/>
          </p:nvGrpSpPr>
          <p:grpSpPr>
            <a:xfrm>
              <a:off x="8409533" y="4648193"/>
              <a:ext cx="435969" cy="387958"/>
              <a:chOff x="8599610" y="2333965"/>
              <a:chExt cx="542618" cy="474759"/>
            </a:xfrm>
            <a:solidFill>
              <a:schemeClr val="tx1"/>
            </a:solidFill>
          </p:grpSpPr>
          <p:sp>
            <p:nvSpPr>
              <p:cNvPr id="11" name="Freeform: Shape 10">
                <a:extLst>
                  <a:ext uri="{FF2B5EF4-FFF2-40B4-BE49-F238E27FC236}">
                    <a16:creationId xmlns:a16="http://schemas.microsoft.com/office/drawing/2014/main" id="{0B156583-CC6C-8785-ABD9-3186C75575D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2A71BDE-E554-FD3C-4880-6AA431E0396D}"/>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7DFE2EF-49AB-69FE-2954-AAF3DBC01CB7}"/>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C8E8AF9-EBE3-A7B8-D5CA-C83382702DB8}"/>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685416F-70E3-EE8B-EECE-D187E9D10AF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3743317-A437-A7BA-3700-643131095A4C}"/>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00C6F21-CDBB-8106-009D-0BE1B2B07EC1}"/>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03650418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35" r:id="rId4"/>
    <p:sldLayoutId id="2147483736" r:id="rId5"/>
  </p:sldLayoutIdLst>
  <p:hf hdr="0" dt="0"/>
  <p:txStyles>
    <p:title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2ADE80-F35C-381A-C871-E1A3C6208B53}"/>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45" name="Straight Connector 44">
            <a:extLst>
              <a:ext uri="{FF2B5EF4-FFF2-40B4-BE49-F238E27FC236}">
                <a16:creationId xmlns:a16="http://schemas.microsoft.com/office/drawing/2014/main" id="{5B0CB8AA-960C-4650-ABE9-4A6EFCAF5D81}"/>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D1CCB6F-A314-28BE-B118-A56B465A98B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900">
              <a:solidFill>
                <a:schemeClr val="tx1"/>
              </a:solidFill>
            </a:endParaRPr>
          </a:p>
        </p:txBody>
      </p:sp>
      <p:sp>
        <p:nvSpPr>
          <p:cNvPr id="47" name="Rectangle 46">
            <a:extLst>
              <a:ext uri="{FF2B5EF4-FFF2-40B4-BE49-F238E27FC236}">
                <a16:creationId xmlns:a16="http://schemas.microsoft.com/office/drawing/2014/main" id="{93F3404D-499E-D5A1-04D0-555C768C2AC7}"/>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1066799"/>
            <a:ext cx="7886700" cy="31489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312604" y="4923599"/>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800" b="1" smtClean="0">
                <a:solidFill>
                  <a:schemeClr val="bg1">
                    <a:lumMod val="65000"/>
                  </a:schemeClr>
                </a:solidFill>
                <a:latin typeface="+mj-lt"/>
                <a:cs typeface="Arial" pitchFamily="34" charset="0"/>
              </a:defRPr>
            </a:lvl1pPr>
          </a:lstStyle>
          <a:p>
            <a:pPr algn="ctr" defTabSz="914355"/>
            <a:fld id="{662A0901-ACEF-4BE9-9C8C-C119B421173E}" type="slidenum">
              <a:rPr lang="en-US" smtClean="0"/>
              <a:pPr algn="ctr" defTabSz="914355"/>
              <a:t>‹#›</a:t>
            </a:fld>
            <a:endParaRPr lang="en-US"/>
          </a:p>
        </p:txBody>
      </p:sp>
      <p:cxnSp>
        <p:nvCxnSpPr>
          <p:cNvPr id="10" name="Straight Connector 9">
            <a:extLst>
              <a:ext uri="{FF2B5EF4-FFF2-40B4-BE49-F238E27FC236}">
                <a16:creationId xmlns:a16="http://schemas.microsoft.com/office/drawing/2014/main" id="{204A0732-89C6-3C17-1231-F15060AB29F0}"/>
              </a:ext>
            </a:extLst>
          </p:cNvPr>
          <p:cNvCxnSpPr>
            <a:cxnSpLocks/>
          </p:cNvCxnSpPr>
          <p:nvPr userDrawn="1"/>
        </p:nvCxnSpPr>
        <p:spPr>
          <a:xfrm>
            <a:off x="4578258" y="4923599"/>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D29970C-B26D-BE0C-66B2-29D3B3DEE5DE}"/>
              </a:ext>
            </a:extLst>
          </p:cNvPr>
          <p:cNvSpPr>
            <a:spLocks noGrp="1"/>
          </p:cNvSpPr>
          <p:nvPr>
            <p:ph type="ftr" sz="quarter" idx="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US" sz="800" b="0" spc="0" baseline="0">
                <a:solidFill>
                  <a:schemeClr val="bg1">
                    <a:lumMod val="85000"/>
                  </a:schemeClr>
                </a:solidFill>
                <a:latin typeface="+mj-lt"/>
                <a:cs typeface="Arial" pitchFamily="34" charset="0"/>
              </a:defRPr>
            </a:lvl1pPr>
          </a:lstStyle>
          <a:p>
            <a:pPr defTabSz="914355"/>
            <a:r>
              <a:rPr lang="en-US"/>
              <a:t>TCS confidential</a:t>
            </a:r>
          </a:p>
        </p:txBody>
      </p:sp>
      <p:grpSp>
        <p:nvGrpSpPr>
          <p:cNvPr id="85" name="Group 84">
            <a:extLst>
              <a:ext uri="{FF2B5EF4-FFF2-40B4-BE49-F238E27FC236}">
                <a16:creationId xmlns:a16="http://schemas.microsoft.com/office/drawing/2014/main" id="{4E0F0CE1-8645-61D0-5518-E4B1A4715276}"/>
              </a:ext>
            </a:extLst>
          </p:cNvPr>
          <p:cNvGrpSpPr/>
          <p:nvPr userDrawn="1"/>
        </p:nvGrpSpPr>
        <p:grpSpPr>
          <a:xfrm>
            <a:off x="274638" y="4648193"/>
            <a:ext cx="8570864" cy="390410"/>
            <a:chOff x="274638" y="4648193"/>
            <a:chExt cx="8570864" cy="390410"/>
          </a:xfrm>
          <a:solidFill>
            <a:schemeClr val="bg1"/>
          </a:solidFill>
        </p:grpSpPr>
        <p:grpSp>
          <p:nvGrpSpPr>
            <p:cNvPr id="8" name="Group 7">
              <a:extLst>
                <a:ext uri="{FF2B5EF4-FFF2-40B4-BE49-F238E27FC236}">
                  <a16:creationId xmlns:a16="http://schemas.microsoft.com/office/drawing/2014/main" id="{7BA98EF3-FD5A-D6B6-D03A-09DCE544B3B3}"/>
                </a:ext>
              </a:extLst>
            </p:cNvPr>
            <p:cNvGrpSpPr/>
            <p:nvPr userDrawn="1"/>
          </p:nvGrpSpPr>
          <p:grpSpPr>
            <a:xfrm>
              <a:off x="274638" y="4736080"/>
              <a:ext cx="1266904" cy="302523"/>
              <a:chOff x="0" y="2427986"/>
              <a:chExt cx="1581147" cy="380839"/>
            </a:xfrm>
            <a:grpFill/>
          </p:grpSpPr>
          <p:grpSp>
            <p:nvGrpSpPr>
              <p:cNvPr id="18" name="Graphic 8">
                <a:extLst>
                  <a:ext uri="{FF2B5EF4-FFF2-40B4-BE49-F238E27FC236}">
                    <a16:creationId xmlns:a16="http://schemas.microsoft.com/office/drawing/2014/main" id="{6A864035-4916-9D07-A328-B0B77259FB88}"/>
                  </a:ext>
                </a:extLst>
              </p:cNvPr>
              <p:cNvGrpSpPr/>
              <p:nvPr/>
            </p:nvGrpSpPr>
            <p:grpSpPr>
              <a:xfrm>
                <a:off x="0" y="2428340"/>
                <a:ext cx="605264" cy="380485"/>
                <a:chOff x="0" y="2428340"/>
                <a:chExt cx="605264" cy="380485"/>
              </a:xfrm>
              <a:grpFill/>
            </p:grpSpPr>
            <p:sp>
              <p:nvSpPr>
                <p:cNvPr id="43" name="Freeform: Shape 42">
                  <a:extLst>
                    <a:ext uri="{FF2B5EF4-FFF2-40B4-BE49-F238E27FC236}">
                      <a16:creationId xmlns:a16="http://schemas.microsoft.com/office/drawing/2014/main" id="{887486D1-6148-25E5-8B69-2E86997D2E99}"/>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128B5B0-2B3A-2523-CFA3-6A25B1677711}"/>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9" name="Graphic 8">
                <a:extLst>
                  <a:ext uri="{FF2B5EF4-FFF2-40B4-BE49-F238E27FC236}">
                    <a16:creationId xmlns:a16="http://schemas.microsoft.com/office/drawing/2014/main" id="{76F89B44-4E2A-2901-43F8-C2B4E44C4745}"/>
                  </a:ext>
                </a:extLst>
              </p:cNvPr>
              <p:cNvGrpSpPr/>
              <p:nvPr/>
            </p:nvGrpSpPr>
            <p:grpSpPr>
              <a:xfrm>
                <a:off x="684661" y="2427986"/>
                <a:ext cx="896486" cy="379270"/>
                <a:chOff x="684661" y="2427986"/>
                <a:chExt cx="896486" cy="379270"/>
              </a:xfrm>
              <a:grpFill/>
            </p:grpSpPr>
            <p:sp>
              <p:nvSpPr>
                <p:cNvPr id="20" name="Freeform: Shape 19">
                  <a:extLst>
                    <a:ext uri="{FF2B5EF4-FFF2-40B4-BE49-F238E27FC236}">
                      <a16:creationId xmlns:a16="http://schemas.microsoft.com/office/drawing/2014/main" id="{E281FF5E-801A-3BCB-C338-99F8BEE24C36}"/>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47F79F4-C2AF-EAB5-4E0A-A8811C7D6DB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48C2DC0-28EB-B957-A92C-1B0C721682D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CFFE4F-00C5-1CA0-6321-489F8FDABAA0}"/>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8DA398-4586-1C93-D328-236F449CC51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3A6780F-E2FF-ACBB-126D-A6EE988AD3CE}"/>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EF6F0C6-51F3-442F-560E-BAF987F3A17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46FA2A2-A7EF-6C78-740C-66B2275733FF}"/>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84FEFA3-AE64-0153-E49A-D3191AC2B75B}"/>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DA88088-D432-2B0F-E890-A9AE5B0B2F02}"/>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49EB0B1-5788-5615-CD2E-F92B8141228B}"/>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9835C1E-0593-DF1C-AB5B-EB963674D597}"/>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3633971-B149-1FC2-C64F-44D03152FB5F}"/>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6EBEC20-D11F-8367-0039-5102C16F036B}"/>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B717EBD-E5EA-2306-20A6-43CFBE1036ED}"/>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C75A4E4-E823-4B4A-C73A-7FDB5468BF51}"/>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AD737C0-1BA9-2FE0-A65E-1F07D8D3AA4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94EDEF5-B578-C1A6-445B-FD082C01AE50}"/>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3E00F67-5384-6921-564D-84F0B1F500F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AF84FA6-EEBF-AC0B-B5D4-DFA3CF029D6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28BE1A1-6672-B8C4-2AFD-83AE50B5E2E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DC03EBD-BFED-398A-EAB6-8F7219E04B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FA0C079-126A-074A-7F9C-F49B63E1A87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E161D1F-49E9-74F0-C3AD-39CC0007C997}"/>
                </a:ext>
              </a:extLst>
            </p:cNvPr>
            <p:cNvGrpSpPr/>
            <p:nvPr/>
          </p:nvGrpSpPr>
          <p:grpSpPr>
            <a:xfrm>
              <a:off x="8409533" y="4648193"/>
              <a:ext cx="435969" cy="387958"/>
              <a:chOff x="8599610" y="2333965"/>
              <a:chExt cx="542618" cy="474759"/>
            </a:xfrm>
            <a:grpFill/>
          </p:grpSpPr>
          <p:sp>
            <p:nvSpPr>
              <p:cNvPr id="11" name="Freeform: Shape 10">
                <a:extLst>
                  <a:ext uri="{FF2B5EF4-FFF2-40B4-BE49-F238E27FC236}">
                    <a16:creationId xmlns:a16="http://schemas.microsoft.com/office/drawing/2014/main" id="{0B156583-CC6C-8785-ABD9-3186C75575D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2A71BDE-E554-FD3C-4880-6AA431E0396D}"/>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7DFE2EF-49AB-69FE-2954-AAF3DBC01CB7}"/>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C8E8AF9-EBE3-A7B8-D5CA-C83382702DB8}"/>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685416F-70E3-EE8B-EECE-D187E9D10AF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3743317-A437-A7BA-3700-643131095A4C}"/>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00C6F21-CDBB-8106-009D-0BE1B2B07EC1}"/>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1606696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8" r:id="rId4"/>
    <p:sldLayoutId id="2147483709" r:id="rId5"/>
    <p:sldLayoutId id="2147483710" r:id="rId6"/>
  </p:sldLayoutIdLst>
  <p:hf hdr="0" dt="0"/>
  <p:txStyles>
    <p:titleStyle>
      <a:lvl1pPr algn="l" defTabSz="914355" rtl="0" eaLnBrk="1" latinLnBrk="0" hangingPunct="1">
        <a:lnSpc>
          <a:spcPct val="90000"/>
        </a:lnSpc>
        <a:spcBef>
          <a:spcPct val="0"/>
        </a:spcBef>
        <a:buNone/>
        <a:defRPr lang="en-IN" sz="2400" b="0" kern="0" spc="0" baseline="0" dirty="0">
          <a:solidFill>
            <a:schemeClr val="bg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bg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bg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bg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8" y="1583013"/>
            <a:ext cx="5266122" cy="554107"/>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1238" y="2203049"/>
            <a:ext cx="4042988" cy="338554"/>
          </a:xfrm>
          <a:prstGeom prst="rect">
            <a:avLst/>
          </a:prstGeom>
        </p:spPr>
        <p:txBody>
          <a:bodyPr vert="horz" wrap="square" lIns="0" tIns="0" rIns="0" bIns="0" rtlCol="0">
            <a:spAutoFit/>
          </a:bodyPr>
          <a:lstStyle/>
          <a:p>
            <a:pPr lvl="0"/>
            <a:r>
              <a:rPr lang="en-US"/>
              <a:t>Click to edit Master text styles</a:t>
            </a:r>
          </a:p>
        </p:txBody>
      </p:sp>
    </p:spTree>
    <p:extLst>
      <p:ext uri="{BB962C8B-B14F-4D97-AF65-F5344CB8AC3E}">
        <p14:creationId xmlns:p14="http://schemas.microsoft.com/office/powerpoint/2010/main" val="414168100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732" r:id="rId3"/>
  </p:sldLayoutIdLst>
  <p:hf hdr="0" dt="0"/>
  <p:txStyles>
    <p:titleStyle>
      <a:lvl1pPr algn="l" defTabSz="914355" rtl="0" eaLnBrk="1" latinLnBrk="0" hangingPunct="1">
        <a:lnSpc>
          <a:spcPct val="100000"/>
        </a:lnSpc>
        <a:spcBef>
          <a:spcPct val="0"/>
        </a:spcBef>
        <a:buNone/>
        <a:defRPr lang="en-US" sz="32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2200" kern="1200" spc="2" dirty="0">
          <a:solidFill>
            <a:schemeClr val="tx1"/>
          </a:solidFill>
          <a:latin typeface="Calibri Light" panose="020F0302020204030204" pitchFamily="34" charset="0"/>
          <a:ea typeface="+mn-ea"/>
          <a:cs typeface="Calibri Light" panose="020F0302020204030204" pitchFamily="34" charset="0"/>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p15:clr>
            <a:srgbClr val="F26B43"/>
          </p15:clr>
        </p15:guide>
        <p15:guide id="3" orient="horz" pos="386">
          <p15:clr>
            <a:srgbClr val="F26B43"/>
          </p15:clr>
        </p15:guide>
        <p15:guide id="4" orient="horz" pos="915">
          <p15:clr>
            <a:srgbClr val="F26B43"/>
          </p15:clr>
        </p15:guide>
        <p15:guide id="5" pos="170">
          <p15:clr>
            <a:srgbClr val="F26B43"/>
          </p15:clr>
        </p15:guide>
        <p15:guide id="6" pos="5580">
          <p15:clr>
            <a:srgbClr val="F26B43"/>
          </p15:clr>
        </p15:guide>
        <p15:guide id="7" orient="horz" pos="161">
          <p15:clr>
            <a:srgbClr val="F26B43"/>
          </p15:clr>
        </p15:guide>
        <p15:guide id="8" orient="horz" pos="134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620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733" r:id="rId3"/>
  </p:sldLayoutIdLst>
  <p:hf hdr="0" dt="0"/>
  <p:txStyles>
    <p:titleStyle>
      <a:lvl1pPr algn="l" defTabSz="914355" rtl="0" eaLnBrk="1" latinLnBrk="0" hangingPunct="1">
        <a:lnSpc>
          <a:spcPct val="100000"/>
        </a:lnSpc>
        <a:spcBef>
          <a:spcPct val="0"/>
        </a:spcBef>
        <a:buNone/>
        <a:defRPr lang="en-US" sz="32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2200" kern="1200" spc="2" dirty="0">
          <a:solidFill>
            <a:schemeClr val="tx1"/>
          </a:solidFill>
          <a:latin typeface="Calibri Light" panose="020F0302020204030204" pitchFamily="34" charset="0"/>
          <a:ea typeface="+mn-ea"/>
          <a:cs typeface="Calibri Light" panose="020F0302020204030204" pitchFamily="34" charset="0"/>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p15:clr>
            <a:srgbClr val="F26B43"/>
          </p15:clr>
        </p15:guide>
        <p15:guide id="3" orient="horz" pos="386">
          <p15:clr>
            <a:srgbClr val="F26B43"/>
          </p15:clr>
        </p15:guide>
        <p15:guide id="4" orient="horz" pos="915">
          <p15:clr>
            <a:srgbClr val="F26B43"/>
          </p15:clr>
        </p15:guide>
        <p15:guide id="5" pos="170">
          <p15:clr>
            <a:srgbClr val="F26B43"/>
          </p15:clr>
        </p15:guide>
        <p15:guide id="6" pos="5580">
          <p15:clr>
            <a:srgbClr val="F26B43"/>
          </p15:clr>
        </p15:guide>
        <p15:guide id="7" orient="horz" pos="161">
          <p15:clr>
            <a:srgbClr val="F26B43"/>
          </p15:clr>
        </p15:guide>
        <p15:guide id="8" orient="horz" pos="134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6014A62E-1EB1-23B3-039A-558CE51BAB9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11" name="Rectangle 10">
            <a:extLst>
              <a:ext uri="{FF2B5EF4-FFF2-40B4-BE49-F238E27FC236}">
                <a16:creationId xmlns:a16="http://schemas.microsoft.com/office/drawing/2014/main" id="{08216FA1-4A56-46E6-BB77-D6006B7684D3}"/>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Oval 2">
            <a:extLst>
              <a:ext uri="{FF2B5EF4-FFF2-40B4-BE49-F238E27FC236}">
                <a16:creationId xmlns:a16="http://schemas.microsoft.com/office/drawing/2014/main" id="{9BB11AEC-8C1B-C8F0-73A2-E379B1430F63}"/>
              </a:ext>
            </a:extLst>
          </p:cNvPr>
          <p:cNvSpPr/>
          <p:nvPr userDrawn="1"/>
        </p:nvSpPr>
        <p:spPr>
          <a:xfrm>
            <a:off x="4873688" y="863878"/>
            <a:ext cx="3814354" cy="3817383"/>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1799754522"/>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dt="0"/>
  <p:txStyles>
    <p:titleStyle>
      <a:lvl1pPr algn="l" defTabSz="914310" rtl="0" eaLnBrk="1" latinLnBrk="0" hangingPunct="1">
        <a:lnSpc>
          <a:spcPct val="90000"/>
        </a:lnSpc>
        <a:spcBef>
          <a:spcPct val="0"/>
        </a:spcBef>
        <a:buNone/>
        <a:defRPr lang="en-US" sz="22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8" pos="5585">
          <p15:clr>
            <a:srgbClr val="F26B43"/>
          </p15:clr>
        </p15:guide>
        <p15:guide id="9" pos="174">
          <p15:clr>
            <a:srgbClr val="F26B43"/>
          </p15:clr>
        </p15:guide>
        <p15:guide id="10" orient="horz" pos="316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9" name="Title Placeholder 48">
            <a:extLst>
              <a:ext uri="{FF2B5EF4-FFF2-40B4-BE49-F238E27FC236}">
                <a16:creationId xmlns:a16="http://schemas.microsoft.com/office/drawing/2014/main" id="{09A87AB8-DAF9-AE91-53A5-D4D9B198C3FD}"/>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defTabSz="914355"/>
            <a:r>
              <a:rPr lang="en-US"/>
              <a:t>Click to edit Master title style</a:t>
            </a:r>
          </a:p>
        </p:txBody>
      </p:sp>
    </p:spTree>
    <p:extLst>
      <p:ext uri="{BB962C8B-B14F-4D97-AF65-F5344CB8AC3E}">
        <p14:creationId xmlns:p14="http://schemas.microsoft.com/office/powerpoint/2010/main" val="170116890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Lst>
  <p:hf hdr="0" dt="0"/>
  <p:txStyles>
    <p:titleStyle>
      <a:lvl1pPr algn="l" defTabSz="914310" rtl="0" eaLnBrk="1" latinLnBrk="0" hangingPunct="1">
        <a:lnSpc>
          <a:spcPct val="90000"/>
        </a:lnSpc>
        <a:spcBef>
          <a:spcPct val="0"/>
        </a:spcBef>
        <a:buNone/>
        <a:defRPr lang="en-US" sz="2400" b="0" kern="0" spc="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8" pos="5585">
          <p15:clr>
            <a:srgbClr val="F26B43"/>
          </p15:clr>
        </p15:guide>
        <p15:guide id="9" pos="170">
          <p15:clr>
            <a:srgbClr val="F26B43"/>
          </p15:clr>
        </p15:guide>
        <p15:guide id="10" orient="horz" pos="31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pdf/2602.00020"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pdf/2602.00020"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hyperlink" Target="https://arxiv.org/pdf/2502.19275" TargetMode="External"/><Relationship Id="rId4" Type="http://schemas.openxmlformats.org/officeDocument/2006/relationships/hyperlink" Target="https://thesai.org/Downloads/Volume15No7/Paper_85-A_Systematic_Review_on_Assessment_in_Adaptive_Learning.pdf"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92414-C642-AC26-44D4-00D43506220E}"/>
              </a:ext>
            </a:extLst>
          </p:cNvPr>
          <p:cNvSpPr>
            <a:spLocks noGrp="1"/>
          </p:cNvSpPr>
          <p:nvPr>
            <p:ph type="title"/>
          </p:nvPr>
        </p:nvSpPr>
        <p:spPr>
          <a:xfrm>
            <a:off x="1654225" y="888618"/>
            <a:ext cx="5835547" cy="789584"/>
          </a:xfrm>
        </p:spPr>
        <p:txBody>
          <a:bodyPr vert="horz" wrap="square" lIns="0" tIns="12065" rIns="0" bIns="0" rtlCol="0" anchor="ctr">
            <a:noAutofit/>
          </a:bodyPr>
          <a:lstStyle/>
          <a:p>
            <a:pPr algn="ctr">
              <a:spcBef>
                <a:spcPts val="0"/>
              </a:spcBef>
            </a:pPr>
            <a:r>
              <a:rPr lang="en-US" sz="1800" b="1" kern="1200" cap="all" spc="0">
                <a:latin typeface="Poppins"/>
                <a:cs typeface="Poppins"/>
              </a:rPr>
              <a:t>Dynamic Knowledge Expansion via LLM-Automated Graph Construction and Adaptive Question Generation</a:t>
            </a:r>
            <a:endParaRPr lang="en-US" sz="1800" kern="1200" spc="0">
              <a:latin typeface="Poppins"/>
              <a:cs typeface="Poppins"/>
            </a:endParaRPr>
          </a:p>
        </p:txBody>
      </p:sp>
      <p:sp>
        <p:nvSpPr>
          <p:cNvPr id="7" name="Title 3">
            <a:extLst>
              <a:ext uri="{FF2B5EF4-FFF2-40B4-BE49-F238E27FC236}">
                <a16:creationId xmlns:a16="http://schemas.microsoft.com/office/drawing/2014/main" id="{104E89ED-A86E-BD5E-B213-ACBA0F434428}"/>
              </a:ext>
            </a:extLst>
          </p:cNvPr>
          <p:cNvSpPr>
            <a:spLocks noGrp="1"/>
          </p:cNvSpPr>
          <p:nvPr>
            <p:ph type="body" sz="quarter" idx="10"/>
          </p:nvPr>
        </p:nvSpPr>
        <p:spPr>
          <a:xfrm>
            <a:off x="272442" y="2015624"/>
            <a:ext cx="7532231" cy="1525546"/>
          </a:xfrm>
        </p:spPr>
        <p:txBody>
          <a:bodyPr vert="horz" wrap="square" lIns="0" tIns="17145" rIns="0" bIns="0" rtlCol="0" anchor="t">
            <a:spAutoFit/>
          </a:bodyPr>
          <a:lstStyle/>
          <a:p>
            <a:pPr defTabSz="914400">
              <a:lnSpc>
                <a:spcPct val="110000"/>
              </a:lnSpc>
              <a:defRPr/>
            </a:pPr>
            <a:r>
              <a:rPr kumimoji="0" lang="en-US" sz="1800" b="0" i="0" u="none" strike="noStrike" kern="1200" cap="none" spc="0" normalizeH="0" baseline="0" noProof="0" dirty="0">
                <a:ln>
                  <a:noFill/>
                </a:ln>
                <a:effectLst/>
                <a:uLnTx/>
                <a:uFillTx/>
                <a:latin typeface="Calibri" panose="020F0502020204030204"/>
                <a:ea typeface="+mn-ea"/>
                <a:cs typeface="+mn-cs"/>
              </a:rPr>
              <a:t>Name of </a:t>
            </a:r>
            <a:r>
              <a:rPr lang="en-US" sz="1800" spc="0" dirty="0">
                <a:latin typeface="Calibri" panose="020F0502020204030204"/>
                <a:cs typeface="+mn-cs"/>
              </a:rPr>
              <a:t>Intern</a:t>
            </a:r>
            <a:r>
              <a:rPr kumimoji="0" lang="en-US" sz="1800" b="0" i="0" u="none" strike="noStrike" kern="1200" cap="none" spc="0" normalizeH="0" baseline="0" noProof="0" dirty="0">
                <a:ln>
                  <a:noFill/>
                </a:ln>
                <a:effectLst/>
                <a:uLnTx/>
                <a:uFillTx/>
                <a:latin typeface="Calibri" panose="020F0502020204030204"/>
                <a:ea typeface="+mn-ea"/>
                <a:cs typeface="+mn-cs"/>
              </a:rPr>
              <a:t>:</a:t>
            </a:r>
            <a:r>
              <a:rPr lang="en-US" sz="1800" spc="0" dirty="0">
                <a:latin typeface="Calibri" panose="020F0502020204030204"/>
                <a:cs typeface="+mn-cs"/>
              </a:rPr>
              <a:t> </a:t>
            </a:r>
            <a:r>
              <a:rPr lang="en-US" sz="1800" b="1" spc="0" dirty="0">
                <a:latin typeface="Calibri" panose="020F0502020204030204"/>
                <a:cs typeface="+mn-cs"/>
              </a:rPr>
              <a:t>Afnan Shakil Sayyad</a:t>
            </a:r>
            <a:br>
              <a:rPr lang="en-US" sz="1800" b="0" i="0" u="none" strike="noStrike" kern="1200" cap="none" spc="0" normalizeH="0" baseline="0" noProof="0" dirty="0">
                <a:ln>
                  <a:noFill/>
                </a:ln>
                <a:effectLst/>
                <a:uLnTx/>
                <a:uFillTx/>
                <a:latin typeface="Calibri" panose="020F0502020204030204"/>
                <a:cs typeface="+mn-cs"/>
              </a:rPr>
            </a:br>
            <a:r>
              <a:rPr kumimoji="0" lang="en-US" sz="1800" b="0" i="0" u="none" strike="noStrike" kern="1200" cap="none" spc="0" normalizeH="0" baseline="0" noProof="0" dirty="0">
                <a:ln>
                  <a:noFill/>
                </a:ln>
                <a:effectLst/>
                <a:uLnTx/>
                <a:uFillTx/>
                <a:latin typeface="Calibri" panose="020F0502020204030204"/>
                <a:ea typeface="+mn-ea"/>
                <a:cs typeface="+mn-cs"/>
              </a:rPr>
              <a:t>College:</a:t>
            </a:r>
            <a:r>
              <a:rPr lang="en-US" sz="1800" spc="0" dirty="0">
                <a:latin typeface="Calibri" panose="020F0502020204030204"/>
                <a:cs typeface="+mn-cs"/>
              </a:rPr>
              <a:t> </a:t>
            </a:r>
            <a:r>
              <a:rPr lang="en-US" sz="1800" b="1" spc="0" dirty="0" err="1">
                <a:latin typeface="Calibri" panose="020F0502020204030204"/>
                <a:cs typeface="+mn-cs"/>
              </a:rPr>
              <a:t>Walchand</a:t>
            </a:r>
            <a:r>
              <a:rPr lang="en-US" sz="1800" b="1" spc="0" dirty="0">
                <a:latin typeface="Calibri" panose="020F0502020204030204"/>
                <a:cs typeface="+mn-cs"/>
              </a:rPr>
              <a:t> College of Engineering</a:t>
            </a:r>
            <a:r>
              <a:rPr lang="en-US" sz="1800" spc="0" dirty="0">
                <a:latin typeface="Calibri" panose="020F0502020204030204"/>
                <a:cs typeface="+mn-cs"/>
              </a:rPr>
              <a:t>, </a:t>
            </a:r>
            <a:r>
              <a:rPr lang="en-US" sz="1800" b="1" spc="0" dirty="0" err="1">
                <a:latin typeface="Calibri" panose="020F0502020204030204"/>
                <a:cs typeface="+mn-cs"/>
              </a:rPr>
              <a:t>Sangli</a:t>
            </a:r>
            <a:br>
              <a:rPr lang="en-US" sz="1800" b="0" i="0" u="none" strike="noStrike" kern="1200" cap="none" spc="0" normalizeH="0" baseline="0" noProof="0" dirty="0">
                <a:ln>
                  <a:noFill/>
                </a:ln>
                <a:effectLst/>
                <a:uLnTx/>
                <a:uFillTx/>
                <a:latin typeface="Calibri" panose="020F0502020204030204"/>
                <a:cs typeface="+mn-cs"/>
              </a:rPr>
            </a:br>
            <a:r>
              <a:rPr kumimoji="0" lang="en-US" sz="1800" b="0" i="0" u="none" strike="noStrike" kern="1200" cap="none" spc="0" normalizeH="0" baseline="0" noProof="0" dirty="0">
                <a:ln>
                  <a:noFill/>
                </a:ln>
                <a:effectLst/>
                <a:uLnTx/>
                <a:uFillTx/>
                <a:latin typeface="Calibri" panose="020F0502020204030204"/>
                <a:ea typeface="+mn-ea"/>
                <a:cs typeface="+mn-cs"/>
              </a:rPr>
              <a:t>Mentor:</a:t>
            </a:r>
            <a:r>
              <a:rPr lang="en-US" sz="1800" spc="0" dirty="0">
                <a:latin typeface="Calibri" panose="020F0502020204030204"/>
                <a:cs typeface="+mn-cs"/>
              </a:rPr>
              <a:t> </a:t>
            </a:r>
            <a:r>
              <a:rPr lang="en-US" sz="1800" b="1" spc="0" dirty="0">
                <a:latin typeface="Calibri" panose="020F0502020204030204"/>
                <a:cs typeface="+mn-cs"/>
              </a:rPr>
              <a:t>Dr.</a:t>
            </a:r>
            <a:r>
              <a:rPr lang="en-US" sz="1800" spc="0" dirty="0">
                <a:latin typeface="Calibri" panose="020F0502020204030204"/>
                <a:cs typeface="+mn-cs"/>
              </a:rPr>
              <a:t> </a:t>
            </a:r>
            <a:r>
              <a:rPr lang="en-US" sz="1800" b="1" spc="0" dirty="0">
                <a:latin typeface="Calibri" panose="020F0502020204030204"/>
                <a:cs typeface="+mn-cs"/>
              </a:rPr>
              <a:t>Vaishali </a:t>
            </a:r>
            <a:r>
              <a:rPr lang="en-US" sz="1800" b="1" spc="0" dirty="0" err="1">
                <a:latin typeface="Calibri" panose="020F0502020204030204"/>
                <a:cs typeface="+mn-cs"/>
              </a:rPr>
              <a:t>Sadaphal</a:t>
            </a:r>
            <a:endParaRPr lang="en-US" dirty="0">
              <a:ea typeface="Calibri Light" panose="020F0302020204030204" pitchFamily="34" charset="0"/>
            </a:endParaRPr>
          </a:p>
          <a:p>
            <a:pPr defTabSz="914400">
              <a:lnSpc>
                <a:spcPct val="110000"/>
              </a:lnSpc>
              <a:defRPr/>
            </a:pPr>
            <a:r>
              <a:rPr lang="en-US" sz="1800" spc="0">
                <a:latin typeface="Calibri"/>
                <a:ea typeface="Calibri"/>
                <a:cs typeface="Calibri"/>
              </a:rPr>
              <a:t>Acknowledgments</a:t>
            </a:r>
            <a:r>
              <a:rPr lang="en-US" sz="1800" spc="0" dirty="0">
                <a:latin typeface="Calibri" panose="020F0502020204030204"/>
                <a:cs typeface="+mn-cs"/>
              </a:rPr>
              <a:t>:</a:t>
            </a:r>
            <a:r>
              <a:rPr lang="en-US" sz="1800" b="1" spc="0" dirty="0">
                <a:latin typeface="Calibri" panose="020F0502020204030204"/>
                <a:cs typeface="+mn-cs"/>
              </a:rPr>
              <a:t> Rutuja Vaidya, Alok Kumar, Pratik Saini, Shubham Kumbhar</a:t>
            </a:r>
            <a:br>
              <a:rPr lang="en-US" sz="1800" b="1" spc="0" dirty="0">
                <a:latin typeface="Calibri" panose="020F0502020204030204"/>
                <a:cs typeface="+mn-cs"/>
              </a:rPr>
            </a:br>
            <a:r>
              <a:rPr kumimoji="0" lang="en-US" sz="1800" b="0" i="0" u="none" strike="noStrike" kern="1200" cap="none" spc="0" normalizeH="0" baseline="0" noProof="0" dirty="0">
                <a:ln>
                  <a:noFill/>
                </a:ln>
                <a:effectLst/>
                <a:uLnTx/>
                <a:uFillTx/>
                <a:latin typeface="Calibri" panose="020F0502020204030204"/>
                <a:ea typeface="+mn-ea"/>
                <a:cs typeface="+mn-cs"/>
              </a:rPr>
              <a:t>Research Area:</a:t>
            </a:r>
            <a:r>
              <a:rPr lang="en-US" sz="1800" spc="0" dirty="0">
                <a:latin typeface="Calibri" panose="020F0502020204030204"/>
                <a:cs typeface="+mn-cs"/>
              </a:rPr>
              <a:t> </a:t>
            </a:r>
            <a:r>
              <a:rPr lang="en-US" sz="1800" b="1" spc="0" dirty="0">
                <a:latin typeface="Calibri" panose="020F0502020204030204"/>
                <a:cs typeface="+mn-cs"/>
              </a:rPr>
              <a:t>AIML</a:t>
            </a:r>
            <a:endParaRPr lang="en-US">
              <a:ea typeface="Calibri Light" panose="020F0302020204030204" pitchFamily="34" charset="0"/>
            </a:endParaRPr>
          </a:p>
        </p:txBody>
      </p:sp>
      <p:sp>
        <p:nvSpPr>
          <p:cNvPr id="3" name="Title 1">
            <a:extLst>
              <a:ext uri="{FF2B5EF4-FFF2-40B4-BE49-F238E27FC236}">
                <a16:creationId xmlns:a16="http://schemas.microsoft.com/office/drawing/2014/main" id="{75E92414-C642-AC26-44D4-00D43506220E}"/>
              </a:ext>
            </a:extLst>
          </p:cNvPr>
          <p:cNvSpPr>
            <a:spLocks noGrp="1"/>
          </p:cNvSpPr>
          <p:nvPr/>
        </p:nvSpPr>
        <p:spPr>
          <a:xfrm>
            <a:off x="3646312" y="458633"/>
            <a:ext cx="1432275" cy="250742"/>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kumimoji="0" lang="en-US" sz="2000" b="0" i="0" u="none" strike="noStrike" kern="1200" cap="none" spc="0" normalizeH="0" baseline="0" noProof="0">
                <a:ln>
                  <a:noFill/>
                </a:ln>
                <a:effectLst/>
                <a:uLnTx/>
                <a:uFillTx/>
                <a:latin typeface="Calibri"/>
                <a:ea typeface="+mj-ea"/>
                <a:cs typeface="Biome"/>
              </a:rPr>
              <a:t>Project Title</a:t>
            </a:r>
            <a:r>
              <a:rPr lang="en-US" sz="2000" kern="1200" spc="0">
                <a:cs typeface="Biome"/>
              </a:rPr>
              <a:t>:</a:t>
            </a:r>
            <a:endParaRPr lang="en-US" sz="2000">
              <a:ea typeface="Calibri"/>
            </a:endParaRPr>
          </a:p>
        </p:txBody>
      </p:sp>
      <p:sp>
        <p:nvSpPr>
          <p:cNvPr id="8" name="Slide Number Placeholder 1">
            <a:extLst>
              <a:ext uri="{FF2B5EF4-FFF2-40B4-BE49-F238E27FC236}">
                <a16:creationId xmlns:a16="http://schemas.microsoft.com/office/drawing/2014/main" id="{F3718129-9DB4-6F11-BDFB-00DA3A8DA9BA}"/>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a:t>
            </a:fld>
            <a:endParaRPr lang="en-US" sz="800" b="1">
              <a:solidFill>
                <a:schemeClr val="bg2">
                  <a:lumMod val="49000"/>
                </a:schemeClr>
              </a:solidFill>
              <a:ea typeface="Calibri Light"/>
              <a:cs typeface="Calibri Light"/>
            </a:endParaRPr>
          </a:p>
        </p:txBody>
      </p:sp>
      <p:sp>
        <p:nvSpPr>
          <p:cNvPr id="10" name="Footer Placeholder 2">
            <a:extLst>
              <a:ext uri="{FF2B5EF4-FFF2-40B4-BE49-F238E27FC236}">
                <a16:creationId xmlns:a16="http://schemas.microsoft.com/office/drawing/2014/main" id="{A3A84A3B-13AC-725A-8254-DF23FAE25561}"/>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12" name="Straight Arrow Connector 11">
            <a:extLst>
              <a:ext uri="{FF2B5EF4-FFF2-40B4-BE49-F238E27FC236}">
                <a16:creationId xmlns:a16="http://schemas.microsoft.com/office/drawing/2014/main" id="{A421C2F3-0870-A95E-F39D-BA9BAA226705}"/>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82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4AC7-7C3E-D8BF-ABE6-DAF0D963D4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BB6C67-C767-BDAE-7B3F-97E30227DD45}"/>
              </a:ext>
            </a:extLst>
          </p:cNvPr>
          <p:cNvSpPr>
            <a:spLocks noGrp="1"/>
          </p:cNvSpPr>
          <p:nvPr>
            <p:ph type="title"/>
          </p:nvPr>
        </p:nvSpPr>
        <p:spPr>
          <a:xfrm>
            <a:off x="235474" y="937032"/>
            <a:ext cx="3426492" cy="314622"/>
          </a:xfrm>
        </p:spPr>
        <p:txBody>
          <a:bodyPr vert="horz" wrap="square" lIns="0" tIns="12065" rIns="0" bIns="0" rtlCol="0" anchor="t">
            <a:noAutofit/>
          </a:bodyPr>
          <a:lstStyle/>
          <a:p>
            <a:r>
              <a:rPr lang="en-US" sz="2000" b="1">
                <a:latin typeface="Poppins"/>
                <a:cs typeface="Poppins"/>
              </a:rPr>
              <a:t>Problem Statement:</a:t>
            </a:r>
          </a:p>
        </p:txBody>
      </p:sp>
      <p:sp>
        <p:nvSpPr>
          <p:cNvPr id="6" name="Content Placeholder 2">
            <a:extLst>
              <a:ext uri="{FF2B5EF4-FFF2-40B4-BE49-F238E27FC236}">
                <a16:creationId xmlns:a16="http://schemas.microsoft.com/office/drawing/2014/main" id="{144FCC2C-3646-D16E-766D-4373CD996F95}"/>
              </a:ext>
            </a:extLst>
          </p:cNvPr>
          <p:cNvSpPr txBox="1">
            <a:spLocks/>
          </p:cNvSpPr>
          <p:nvPr/>
        </p:nvSpPr>
        <p:spPr>
          <a:xfrm>
            <a:off x="235475" y="1425457"/>
            <a:ext cx="426204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Traditional assessments are static and not personalized to individual learners</a:t>
            </a:r>
            <a:endParaRPr lang="en-US" sz="2200">
              <a:solidFill>
                <a:schemeClr val="tx1"/>
              </a:solidFill>
              <a:ea typeface="Calibri"/>
            </a:endParaRPr>
          </a:p>
        </p:txBody>
      </p:sp>
      <p:sp>
        <p:nvSpPr>
          <p:cNvPr id="9" name="Content Placeholder 2">
            <a:extLst>
              <a:ext uri="{FF2B5EF4-FFF2-40B4-BE49-F238E27FC236}">
                <a16:creationId xmlns:a16="http://schemas.microsoft.com/office/drawing/2014/main" id="{C3E9E90A-1E8F-6B92-CF96-DD1DE4F85061}"/>
              </a:ext>
            </a:extLst>
          </p:cNvPr>
          <p:cNvSpPr txBox="1">
            <a:spLocks/>
          </p:cNvSpPr>
          <p:nvPr/>
        </p:nvSpPr>
        <p:spPr>
          <a:xfrm>
            <a:off x="235474" y="2061529"/>
            <a:ext cx="411259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Manual creation of personalized assessments is time-consuming and difficult to scale</a:t>
            </a:r>
            <a:endParaRPr lang="en-US">
              <a:solidFill>
                <a:schemeClr val="tx1"/>
              </a:solidFill>
              <a:ea typeface="Calibri"/>
            </a:endParaRPr>
          </a:p>
        </p:txBody>
      </p:sp>
      <p:sp>
        <p:nvSpPr>
          <p:cNvPr id="10" name="Content Placeholder 2">
            <a:extLst>
              <a:ext uri="{FF2B5EF4-FFF2-40B4-BE49-F238E27FC236}">
                <a16:creationId xmlns:a16="http://schemas.microsoft.com/office/drawing/2014/main" id="{491592DE-28D6-74F5-4BC2-F76E34C37970}"/>
              </a:ext>
            </a:extLst>
          </p:cNvPr>
          <p:cNvSpPr txBox="1">
            <a:spLocks/>
          </p:cNvSpPr>
          <p:nvPr/>
        </p:nvSpPr>
        <p:spPr>
          <a:xfrm>
            <a:off x="235474" y="2697601"/>
            <a:ext cx="4047277" cy="663643"/>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Existing assessments often fail to adapt to learner responses and measure deeper understanding effectively</a:t>
            </a:r>
            <a:endParaRPr lang="en-US">
              <a:solidFill>
                <a:schemeClr val="tx1"/>
              </a:solidFill>
              <a:ea typeface="Calibri"/>
            </a:endParaRPr>
          </a:p>
        </p:txBody>
      </p:sp>
      <p:sp>
        <p:nvSpPr>
          <p:cNvPr id="3" name="Title 3">
            <a:extLst>
              <a:ext uri="{FF2B5EF4-FFF2-40B4-BE49-F238E27FC236}">
                <a16:creationId xmlns:a16="http://schemas.microsoft.com/office/drawing/2014/main" id="{722FC66A-0198-858A-1F3D-AF1D5AF570EA}"/>
              </a:ext>
            </a:extLst>
          </p:cNvPr>
          <p:cNvSpPr txBox="1">
            <a:spLocks/>
          </p:cNvSpPr>
          <p:nvPr/>
        </p:nvSpPr>
        <p:spPr>
          <a:xfrm>
            <a:off x="4795937" y="321989"/>
            <a:ext cx="1385422" cy="347279"/>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lang="en-US" sz="2000" b="1">
                <a:latin typeface="Poppins"/>
                <a:cs typeface="Poppins"/>
              </a:rPr>
              <a:t>Objective:</a:t>
            </a:r>
          </a:p>
        </p:txBody>
      </p:sp>
      <p:sp>
        <p:nvSpPr>
          <p:cNvPr id="7" name="Content Placeholder 2">
            <a:extLst>
              <a:ext uri="{FF2B5EF4-FFF2-40B4-BE49-F238E27FC236}">
                <a16:creationId xmlns:a16="http://schemas.microsoft.com/office/drawing/2014/main" id="{5527205D-A5E8-DA1B-E4BA-1D0A240D765B}"/>
              </a:ext>
            </a:extLst>
          </p:cNvPr>
          <p:cNvSpPr txBox="1">
            <a:spLocks/>
          </p:cNvSpPr>
          <p:nvPr/>
        </p:nvSpPr>
        <p:spPr>
          <a:xfrm>
            <a:off x="4578223" y="734892"/>
            <a:ext cx="4488925" cy="60208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To reproduce and obtain the results of the paper</a:t>
            </a:r>
            <a:br>
              <a:rPr lang="en-US" sz="1400" dirty="0">
                <a:ea typeface="Calibri"/>
              </a:rPr>
            </a:br>
            <a:r>
              <a:rPr lang="en-US" sz="1200" dirty="0">
                <a:solidFill>
                  <a:srgbClr val="6FAFFC"/>
                </a:solidFill>
                <a:ea typeface="Calibri"/>
                <a:hlinkClick r:id="rId3">
                  <a:extLst>
                    <a:ext uri="{A12FA001-AC4F-418D-AE19-62706E023703}">
                      <ahyp:hlinkClr xmlns:ahyp="http://schemas.microsoft.com/office/drawing/2018/hyperlinkcolor" val="tx"/>
                    </a:ext>
                  </a:extLst>
                </a:hlinkClick>
              </a:rPr>
              <a:t>Beyond Static Question Banks: Dynamic Knowledge Expansion via LLM-Automated Graph Construction and Adaptive Generation</a:t>
            </a:r>
            <a:r>
              <a:rPr lang="en-US" sz="1200" dirty="0">
                <a:solidFill>
                  <a:srgbClr val="00B0F0"/>
                </a:solidFill>
                <a:ea typeface="Calibri"/>
              </a:rPr>
              <a:t> </a:t>
            </a:r>
            <a:endParaRPr lang="en-US" sz="1400" dirty="0">
              <a:solidFill>
                <a:schemeClr val="tx1"/>
              </a:solidFill>
              <a:ea typeface="Calibri"/>
            </a:endParaRPr>
          </a:p>
        </p:txBody>
      </p:sp>
      <p:sp>
        <p:nvSpPr>
          <p:cNvPr id="13" name="Content Placeholder 2">
            <a:extLst>
              <a:ext uri="{FF2B5EF4-FFF2-40B4-BE49-F238E27FC236}">
                <a16:creationId xmlns:a16="http://schemas.microsoft.com/office/drawing/2014/main" id="{102B7F17-97D8-A03A-B43F-F62FB789AB4D}"/>
              </a:ext>
            </a:extLst>
          </p:cNvPr>
          <p:cNvSpPr txBox="1">
            <a:spLocks/>
          </p:cNvSpPr>
          <p:nvPr/>
        </p:nvSpPr>
        <p:spPr>
          <a:xfrm>
            <a:off x="4578223" y="1843816"/>
            <a:ext cx="4048055"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To adapt the approach and</a:t>
            </a:r>
            <a:r>
              <a:rPr lang="en-US" sz="1400">
                <a:solidFill>
                  <a:schemeClr val="tx1"/>
                </a:solidFill>
                <a:ea typeface="Calibri"/>
              </a:rPr>
              <a:t> build a system for DBMS course materials </a:t>
            </a:r>
          </a:p>
        </p:txBody>
      </p:sp>
      <p:sp>
        <p:nvSpPr>
          <p:cNvPr id="16" name="Content Placeholder 2">
            <a:extLst>
              <a:ext uri="{FF2B5EF4-FFF2-40B4-BE49-F238E27FC236}">
                <a16:creationId xmlns:a16="http://schemas.microsoft.com/office/drawing/2014/main" id="{4DDE9CE2-3F56-FBA7-BCC0-A0E8FA503306}"/>
              </a:ext>
            </a:extLst>
          </p:cNvPr>
          <p:cNvSpPr txBox="1">
            <a:spLocks/>
          </p:cNvSpPr>
          <p:nvPr/>
        </p:nvSpPr>
        <p:spPr>
          <a:xfrm>
            <a:off x="4578223" y="2398245"/>
            <a:ext cx="41125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Track learner mastery using Bayesian Knowledge Tracing (BKT)</a:t>
            </a:r>
            <a:endParaRPr lang="en-US">
              <a:solidFill>
                <a:schemeClr val="tx1"/>
              </a:solidFill>
              <a:ea typeface="Calibri"/>
            </a:endParaRPr>
          </a:p>
        </p:txBody>
      </p:sp>
      <p:sp>
        <p:nvSpPr>
          <p:cNvPr id="17" name="Content Placeholder 2">
            <a:extLst>
              <a:ext uri="{FF2B5EF4-FFF2-40B4-BE49-F238E27FC236}">
                <a16:creationId xmlns:a16="http://schemas.microsoft.com/office/drawing/2014/main" id="{203DAD60-ACB2-2574-27B9-C8D5EC956D57}"/>
              </a:ext>
            </a:extLst>
          </p:cNvPr>
          <p:cNvSpPr txBox="1">
            <a:spLocks/>
          </p:cNvSpPr>
          <p:nvPr/>
        </p:nvSpPr>
        <p:spPr>
          <a:xfrm>
            <a:off x="4578223" y="2920759"/>
            <a:ext cx="41125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Dynamically adapt the next concept, difficulty, and question based on learner responses</a:t>
            </a:r>
            <a:endParaRPr lang="en-US">
              <a:solidFill>
                <a:schemeClr val="tx1"/>
              </a:solidFill>
              <a:ea typeface="Calibri"/>
            </a:endParaRPr>
          </a:p>
        </p:txBody>
      </p:sp>
      <p:cxnSp>
        <p:nvCxnSpPr>
          <p:cNvPr id="19" name="Straight Arrow Connector 18">
            <a:extLst>
              <a:ext uri="{FF2B5EF4-FFF2-40B4-BE49-F238E27FC236}">
                <a16:creationId xmlns:a16="http://schemas.microsoft.com/office/drawing/2014/main" id="{430CC16C-268D-049B-8527-F7C3C3E574EA}"/>
              </a:ext>
            </a:extLst>
          </p:cNvPr>
          <p:cNvCxnSpPr/>
          <p:nvPr/>
        </p:nvCxnSpPr>
        <p:spPr>
          <a:xfrm>
            <a:off x="4454434" y="320040"/>
            <a:ext cx="11975" cy="3261359"/>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Slide Number Placeholder 1">
            <a:extLst>
              <a:ext uri="{FF2B5EF4-FFF2-40B4-BE49-F238E27FC236}">
                <a16:creationId xmlns:a16="http://schemas.microsoft.com/office/drawing/2014/main" id="{97D3074A-6631-23DD-F18F-80BA7133BBCB}"/>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2</a:t>
            </a:fld>
            <a:endParaRPr lang="en-US" sz="800" b="1">
              <a:solidFill>
                <a:schemeClr val="bg2">
                  <a:lumMod val="49000"/>
                </a:schemeClr>
              </a:solidFill>
              <a:ea typeface="Calibri Light"/>
              <a:cs typeface="Calibri Light"/>
            </a:endParaRPr>
          </a:p>
        </p:txBody>
      </p:sp>
      <p:sp>
        <p:nvSpPr>
          <p:cNvPr id="23" name="Footer Placeholder 2">
            <a:extLst>
              <a:ext uri="{FF2B5EF4-FFF2-40B4-BE49-F238E27FC236}">
                <a16:creationId xmlns:a16="http://schemas.microsoft.com/office/drawing/2014/main" id="{2124B9CA-81EA-0BDB-E386-8E186B571412}"/>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6D2F7FD0-A8DA-8329-6E06-B9C49A00B938}"/>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F68D762-3688-6691-11F2-FC85CB3CFAA8}"/>
              </a:ext>
            </a:extLst>
          </p:cNvPr>
          <p:cNvSpPr txBox="1">
            <a:spLocks/>
          </p:cNvSpPr>
          <p:nvPr/>
        </p:nvSpPr>
        <p:spPr>
          <a:xfrm>
            <a:off x="7120036" y="1388035"/>
            <a:ext cx="2023312" cy="171201"/>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00">
                <a:solidFill>
                  <a:schemeClr val="tx1"/>
                </a:solidFill>
              </a:rPr>
              <a:t>(Published on </a:t>
            </a:r>
            <a:r>
              <a:rPr lang="en-US" sz="1000" b="1">
                <a:solidFill>
                  <a:schemeClr val="tx1"/>
                </a:solidFill>
              </a:rPr>
              <a:t>arxiv.org</a:t>
            </a:r>
            <a:r>
              <a:rPr lang="en-US" sz="1000">
                <a:solidFill>
                  <a:schemeClr val="tx1"/>
                </a:solidFill>
              </a:rPr>
              <a:t> - Feb 2026 )</a:t>
            </a:r>
            <a:endParaRPr lang="en-US" sz="1000">
              <a:solidFill>
                <a:schemeClr val="tx1"/>
              </a:solidFill>
              <a:ea typeface="Calibri"/>
            </a:endParaRPr>
          </a:p>
        </p:txBody>
      </p:sp>
      <p:sp>
        <p:nvSpPr>
          <p:cNvPr id="8" name="Content Placeholder 2">
            <a:extLst>
              <a:ext uri="{FF2B5EF4-FFF2-40B4-BE49-F238E27FC236}">
                <a16:creationId xmlns:a16="http://schemas.microsoft.com/office/drawing/2014/main" id="{F602E7E0-C8D8-B10A-603B-BF4E29572FF4}"/>
              </a:ext>
            </a:extLst>
          </p:cNvPr>
          <p:cNvSpPr txBox="1">
            <a:spLocks/>
          </p:cNvSpPr>
          <p:nvPr/>
        </p:nvSpPr>
        <p:spPr>
          <a:xfrm>
            <a:off x="4861250" y="1382592"/>
            <a:ext cx="2017868" cy="17889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50" b="1">
                <a:solidFill>
                  <a:schemeClr val="tx1"/>
                </a:solidFill>
                <a:latin typeface="Calibri Light"/>
                <a:ea typeface="Calibri Light"/>
                <a:cs typeface="Calibri Light"/>
              </a:rPr>
              <a:t>Authors</a:t>
            </a:r>
            <a:r>
              <a:rPr lang="en-US" sz="1050">
                <a:solidFill>
                  <a:schemeClr val="tx1"/>
                </a:solidFill>
                <a:latin typeface="Calibri Light"/>
                <a:ea typeface="Calibri Light"/>
                <a:cs typeface="Calibri Light"/>
              </a:rPr>
              <a:t>:  Yingquan Wang, Li Zeng, </a:t>
            </a:r>
          </a:p>
        </p:txBody>
      </p:sp>
      <p:sp>
        <p:nvSpPr>
          <p:cNvPr id="11" name="Content Placeholder 2">
            <a:extLst>
              <a:ext uri="{FF2B5EF4-FFF2-40B4-BE49-F238E27FC236}">
                <a16:creationId xmlns:a16="http://schemas.microsoft.com/office/drawing/2014/main" id="{BCE76EC8-545A-0EC6-8C20-26E7E442C639}"/>
              </a:ext>
            </a:extLst>
          </p:cNvPr>
          <p:cNvSpPr txBox="1">
            <a:spLocks/>
          </p:cNvSpPr>
          <p:nvPr/>
        </p:nvSpPr>
        <p:spPr>
          <a:xfrm>
            <a:off x="5383764" y="1545878"/>
            <a:ext cx="1272196" cy="17889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50" dirty="0">
                <a:solidFill>
                  <a:schemeClr val="tx1"/>
                </a:solidFill>
                <a:latin typeface="Calibri Light"/>
                <a:ea typeface="Calibri Light"/>
                <a:cs typeface="Calibri Light"/>
              </a:rPr>
              <a:t>Tianyu Wei, </a:t>
            </a:r>
            <a:r>
              <a:rPr lang="en-US" sz="1050" dirty="0" err="1">
                <a:solidFill>
                  <a:schemeClr val="tx1"/>
                </a:solidFill>
                <a:latin typeface="Calibri Light"/>
                <a:ea typeface="Calibri Light"/>
                <a:cs typeface="Calibri Light"/>
              </a:rPr>
              <a:t>Qinsi</a:t>
            </a:r>
            <a:r>
              <a:rPr lang="en-US" sz="1050" dirty="0">
                <a:solidFill>
                  <a:schemeClr val="tx1"/>
                </a:solidFill>
                <a:latin typeface="Calibri Light"/>
                <a:ea typeface="Calibri Light"/>
                <a:cs typeface="Calibri Light"/>
              </a:rPr>
              <a:t> Li </a:t>
            </a:r>
            <a:endParaRPr lang="en-US" sz="1050">
              <a:solidFill>
                <a:schemeClr val="tx1"/>
              </a:solidFill>
              <a:latin typeface="Calibri Light"/>
              <a:ea typeface="Calibri Light"/>
              <a:cs typeface="Calibri Light"/>
            </a:endParaRPr>
          </a:p>
        </p:txBody>
      </p:sp>
    </p:spTree>
    <p:extLst>
      <p:ext uri="{BB962C8B-B14F-4D97-AF65-F5344CB8AC3E}">
        <p14:creationId xmlns:p14="http://schemas.microsoft.com/office/powerpoint/2010/main" val="38090540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D521-6545-AA6A-F051-BCDFE2915B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CD22032-B5DF-B411-7BC1-56CEB09767AE}"/>
              </a:ext>
            </a:extLst>
          </p:cNvPr>
          <p:cNvSpPr>
            <a:spLocks noGrp="1"/>
          </p:cNvSpPr>
          <p:nvPr>
            <p:ph type="title"/>
          </p:nvPr>
        </p:nvSpPr>
        <p:spPr>
          <a:xfrm>
            <a:off x="173944" y="212849"/>
            <a:ext cx="3219182" cy="329018"/>
          </a:xfrm>
        </p:spPr>
        <p:txBody>
          <a:bodyPr/>
          <a:lstStyle/>
          <a:p>
            <a:r>
              <a:rPr lang="en-US" sz="2000" b="1">
                <a:latin typeface="Poppins"/>
                <a:cs typeface="Poppins"/>
              </a:rPr>
              <a:t>Implementation Steps</a:t>
            </a:r>
            <a:endParaRPr lang="en-US" sz="2000" b="1">
              <a:latin typeface="Poppins"/>
              <a:ea typeface="Calibri"/>
              <a:cs typeface="Poppins"/>
            </a:endParaRPr>
          </a:p>
        </p:txBody>
      </p:sp>
      <p:sp>
        <p:nvSpPr>
          <p:cNvPr id="8" name="Title 3">
            <a:extLst>
              <a:ext uri="{FF2B5EF4-FFF2-40B4-BE49-F238E27FC236}">
                <a16:creationId xmlns:a16="http://schemas.microsoft.com/office/drawing/2014/main" id="{5B7A7A8D-1966-8FD5-7A2D-152775503EC1}"/>
              </a:ext>
            </a:extLst>
          </p:cNvPr>
          <p:cNvSpPr txBox="1">
            <a:spLocks/>
          </p:cNvSpPr>
          <p:nvPr/>
        </p:nvSpPr>
        <p:spPr>
          <a:xfrm>
            <a:off x="1009418" y="983195"/>
            <a:ext cx="2979189" cy="347279"/>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1800">
                <a:ea typeface="+mj-lt"/>
                <a:cs typeface="+mj-lt"/>
              </a:rPr>
              <a:t>Authors’ Implementation Steps</a:t>
            </a:r>
            <a:endParaRPr lang="en-US">
              <a:ea typeface="+mj-lt"/>
              <a:cs typeface="+mj-lt"/>
            </a:endParaRPr>
          </a:p>
        </p:txBody>
      </p:sp>
      <p:sp>
        <p:nvSpPr>
          <p:cNvPr id="9" name="Title 3">
            <a:extLst>
              <a:ext uri="{FF2B5EF4-FFF2-40B4-BE49-F238E27FC236}">
                <a16:creationId xmlns:a16="http://schemas.microsoft.com/office/drawing/2014/main" id="{9037394B-EFFA-A21E-203A-2BBA31C72D71}"/>
              </a:ext>
            </a:extLst>
          </p:cNvPr>
          <p:cNvSpPr txBox="1">
            <a:spLocks/>
          </p:cNvSpPr>
          <p:nvPr/>
        </p:nvSpPr>
        <p:spPr>
          <a:xfrm>
            <a:off x="5700686" y="546155"/>
            <a:ext cx="2527633" cy="347279"/>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1800">
                <a:ea typeface="+mj-lt"/>
                <a:cs typeface="+mj-lt"/>
              </a:rPr>
              <a:t>Our Implementation Steps</a:t>
            </a:r>
            <a:endParaRPr lang="en-US">
              <a:ea typeface="+mj-lt"/>
              <a:cs typeface="+mj-lt"/>
            </a:endParaRPr>
          </a:p>
        </p:txBody>
      </p:sp>
      <p:pic>
        <p:nvPicPr>
          <p:cNvPr id="11" name="Picture 10" descr="A diagram of a graph&#10;&#10;AI-generated content may be incorrect.">
            <a:extLst>
              <a:ext uri="{FF2B5EF4-FFF2-40B4-BE49-F238E27FC236}">
                <a16:creationId xmlns:a16="http://schemas.microsoft.com/office/drawing/2014/main" id="{3470AE40-6D99-7D74-F25E-D0C40BB6FE7A}"/>
              </a:ext>
            </a:extLst>
          </p:cNvPr>
          <p:cNvPicPr>
            <a:picLocks noChangeAspect="1"/>
          </p:cNvPicPr>
          <p:nvPr/>
        </p:nvPicPr>
        <p:blipFill>
          <a:blip r:embed="rId3"/>
          <a:srcRect r="77"/>
          <a:stretch>
            <a:fillRect/>
          </a:stretch>
        </p:blipFill>
        <p:spPr>
          <a:xfrm>
            <a:off x="174171" y="1448227"/>
            <a:ext cx="4837065" cy="2589945"/>
          </a:xfrm>
          <a:prstGeom prst="rect">
            <a:avLst/>
          </a:prstGeom>
        </p:spPr>
      </p:pic>
      <p:pic>
        <p:nvPicPr>
          <p:cNvPr id="12" name="Picture 11">
            <a:extLst>
              <a:ext uri="{FF2B5EF4-FFF2-40B4-BE49-F238E27FC236}">
                <a16:creationId xmlns:a16="http://schemas.microsoft.com/office/drawing/2014/main" id="{8E1F6C44-2AA4-4333-A44D-87278653823D}"/>
              </a:ext>
            </a:extLst>
          </p:cNvPr>
          <p:cNvPicPr>
            <a:picLocks noChangeAspect="1"/>
          </p:cNvPicPr>
          <p:nvPr/>
        </p:nvPicPr>
        <p:blipFill>
          <a:blip r:embed="rId4"/>
          <a:stretch>
            <a:fillRect/>
          </a:stretch>
        </p:blipFill>
        <p:spPr>
          <a:xfrm>
            <a:off x="6111248" y="1045028"/>
            <a:ext cx="1874503" cy="3608615"/>
          </a:xfrm>
          <a:prstGeom prst="rect">
            <a:avLst/>
          </a:prstGeom>
        </p:spPr>
      </p:pic>
      <p:sp>
        <p:nvSpPr>
          <p:cNvPr id="10" name="Slide Number Placeholder 1">
            <a:extLst>
              <a:ext uri="{FF2B5EF4-FFF2-40B4-BE49-F238E27FC236}">
                <a16:creationId xmlns:a16="http://schemas.microsoft.com/office/drawing/2014/main" id="{1B56E205-DDC0-E1D3-DE36-318A0A593E82}"/>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3</a:t>
            </a:fld>
            <a:endParaRPr lang="en-US"/>
          </a:p>
        </p:txBody>
      </p:sp>
      <p:sp>
        <p:nvSpPr>
          <p:cNvPr id="14" name="Footer Placeholder 2">
            <a:extLst>
              <a:ext uri="{FF2B5EF4-FFF2-40B4-BE49-F238E27FC236}">
                <a16:creationId xmlns:a16="http://schemas.microsoft.com/office/drawing/2014/main" id="{50B1D27C-EE8D-C194-9DEB-1FBC0AEF58E9}"/>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spTree>
    <p:extLst>
      <p:ext uri="{BB962C8B-B14F-4D97-AF65-F5344CB8AC3E}">
        <p14:creationId xmlns:p14="http://schemas.microsoft.com/office/powerpoint/2010/main" val="3564771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8C2B-E276-C50E-0916-7A868543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F55CA9-B320-0E48-E5B8-1CCE5F766139}"/>
              </a:ext>
            </a:extLst>
          </p:cNvPr>
          <p:cNvSpPr>
            <a:spLocks noGrp="1"/>
          </p:cNvSpPr>
          <p:nvPr>
            <p:ph type="sldNum" sz="quarter" idx="12"/>
          </p:nvPr>
        </p:nvSpPr>
        <p:spPr/>
        <p:txBody>
          <a:bodyPr/>
          <a:lstStyle/>
          <a:p>
            <a:fld id="{662A0901-ACEF-4BE9-9C8C-C119B421173E}" type="slidenum">
              <a:rPr lang="en-US" smtClean="0"/>
              <a:pPr/>
              <a:t>4</a:t>
            </a:fld>
            <a:endParaRPr lang="en-US"/>
          </a:p>
        </p:txBody>
      </p:sp>
      <p:sp>
        <p:nvSpPr>
          <p:cNvPr id="3" name="Footer Placeholder 2">
            <a:extLst>
              <a:ext uri="{FF2B5EF4-FFF2-40B4-BE49-F238E27FC236}">
                <a16:creationId xmlns:a16="http://schemas.microsoft.com/office/drawing/2014/main" id="{5F6A91D2-DA81-30CE-FF34-D4DD02BCEF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9D1BEFE8-4659-D459-1369-AB3524864DE9}"/>
              </a:ext>
            </a:extLst>
          </p:cNvPr>
          <p:cNvSpPr>
            <a:spLocks noGrp="1"/>
          </p:cNvSpPr>
          <p:nvPr>
            <p:ph type="title"/>
          </p:nvPr>
        </p:nvSpPr>
        <p:spPr>
          <a:xfrm>
            <a:off x="190273" y="250949"/>
            <a:ext cx="8651153" cy="318985"/>
          </a:xfrm>
        </p:spPr>
        <p:txBody>
          <a:bodyPr/>
          <a:lstStyle/>
          <a:p>
            <a:r>
              <a:rPr lang="en-US" sz="2000" b="1">
                <a:latin typeface="Poppins"/>
                <a:cs typeface="Poppins"/>
              </a:rPr>
              <a:t>Challenges</a:t>
            </a:r>
            <a:endParaRPr lang="en-US" sz="2000" b="1">
              <a:latin typeface="Poppins"/>
              <a:ea typeface="Calibri"/>
              <a:cs typeface="Poppins"/>
            </a:endParaRPr>
          </a:p>
        </p:txBody>
      </p:sp>
      <p:sp>
        <p:nvSpPr>
          <p:cNvPr id="7" name="Rectangle: Rounded Corners 6">
            <a:extLst>
              <a:ext uri="{FF2B5EF4-FFF2-40B4-BE49-F238E27FC236}">
                <a16:creationId xmlns:a16="http://schemas.microsoft.com/office/drawing/2014/main" id="{63780766-63BE-4F09-E0C5-14750ADC6052}"/>
              </a:ext>
            </a:extLst>
          </p:cNvPr>
          <p:cNvSpPr/>
          <p:nvPr/>
        </p:nvSpPr>
        <p:spPr>
          <a:xfrm>
            <a:off x="974271" y="1134836"/>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Content Placeholder 2">
            <a:extLst>
              <a:ext uri="{FF2B5EF4-FFF2-40B4-BE49-F238E27FC236}">
                <a16:creationId xmlns:a16="http://schemas.microsoft.com/office/drawing/2014/main" id="{D9BE1FEF-87AB-CFC1-9B9C-F2018CA05625}"/>
              </a:ext>
            </a:extLst>
          </p:cNvPr>
          <p:cNvSpPr txBox="1">
            <a:spLocks/>
          </p:cNvSpPr>
          <p:nvPr/>
        </p:nvSpPr>
        <p:spPr>
          <a:xfrm>
            <a:off x="866847" y="1262171"/>
            <a:ext cx="771825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Paper constraint</a:t>
            </a:r>
            <a:r>
              <a:rPr lang="en-US" sz="1400">
                <a:solidFill>
                  <a:schemeClr val="tx1"/>
                </a:solidFill>
                <a:ea typeface="Calibri"/>
              </a:rPr>
              <a:t>: Educational KG construction should be automated and scalable.</a:t>
            </a:r>
            <a:endParaRPr lang="en-US">
              <a:ea typeface="Calibri"/>
            </a:endParaRPr>
          </a:p>
          <a:p>
            <a:pPr algn="ctr">
              <a:defRPr sz="2200"/>
            </a:pPr>
            <a:r>
              <a:rPr lang="en-US" sz="1400" b="1">
                <a:solidFill>
                  <a:schemeClr val="tx1"/>
                </a:solidFill>
                <a:ea typeface="Calibri"/>
              </a:rPr>
              <a:t>Our adaptation</a:t>
            </a:r>
            <a:r>
              <a:rPr lang="en-US" sz="1400">
                <a:solidFill>
                  <a:schemeClr val="tx1"/>
                </a:solidFill>
                <a:ea typeface="Calibri"/>
              </a:rPr>
              <a:t>: LLMs are used for concept extraction, cleanup, and prerequisite enrichment.</a:t>
            </a:r>
          </a:p>
        </p:txBody>
      </p:sp>
      <p:sp>
        <p:nvSpPr>
          <p:cNvPr id="11" name="Rectangle: Rounded Corners 10">
            <a:extLst>
              <a:ext uri="{FF2B5EF4-FFF2-40B4-BE49-F238E27FC236}">
                <a16:creationId xmlns:a16="http://schemas.microsoft.com/office/drawing/2014/main" id="{9B794231-E0F9-A2FD-E22F-30E950122A04}"/>
              </a:ext>
            </a:extLst>
          </p:cNvPr>
          <p:cNvSpPr/>
          <p:nvPr/>
        </p:nvSpPr>
        <p:spPr>
          <a:xfrm>
            <a:off x="974271" y="2038350"/>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Content Placeholder 2">
            <a:extLst>
              <a:ext uri="{FF2B5EF4-FFF2-40B4-BE49-F238E27FC236}">
                <a16:creationId xmlns:a16="http://schemas.microsoft.com/office/drawing/2014/main" id="{0C5DE488-51FE-8425-C2D2-0F60C5B7EFCC}"/>
              </a:ext>
            </a:extLst>
          </p:cNvPr>
          <p:cNvSpPr txBox="1">
            <a:spLocks/>
          </p:cNvSpPr>
          <p:nvPr/>
        </p:nvSpPr>
        <p:spPr>
          <a:xfrm>
            <a:off x="714447" y="2138471"/>
            <a:ext cx="8126473"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Evaluation constraint</a:t>
            </a:r>
            <a:r>
              <a:rPr lang="en-US" sz="1400">
                <a:solidFill>
                  <a:schemeClr val="tx1"/>
                </a:solidFill>
                <a:ea typeface="Calibri"/>
              </a:rPr>
              <a:t>: No gold standard available</a:t>
            </a:r>
            <a:endParaRPr lang="en-US">
              <a:ea typeface="Calibri"/>
            </a:endParaRPr>
          </a:p>
          <a:p>
            <a:pPr algn="ctr">
              <a:defRPr sz="2200"/>
            </a:pPr>
            <a:r>
              <a:rPr lang="en-US" sz="1400" b="1">
                <a:solidFill>
                  <a:schemeClr val="tx1"/>
                </a:solidFill>
                <a:ea typeface="Calibri"/>
              </a:rPr>
              <a:t>Our approach</a:t>
            </a:r>
            <a:r>
              <a:rPr lang="en-US" sz="1400">
                <a:solidFill>
                  <a:schemeClr val="tx1"/>
                </a:solidFill>
                <a:ea typeface="Calibri"/>
              </a:rPr>
              <a:t>: Used metrics for graph quality, retrieval coverage, and learner progress.</a:t>
            </a:r>
          </a:p>
        </p:txBody>
      </p:sp>
      <p:sp>
        <p:nvSpPr>
          <p:cNvPr id="12" name="Rectangle: Rounded Corners 11">
            <a:extLst>
              <a:ext uri="{FF2B5EF4-FFF2-40B4-BE49-F238E27FC236}">
                <a16:creationId xmlns:a16="http://schemas.microsoft.com/office/drawing/2014/main" id="{6A75DD94-2030-9B86-0FF8-716B3B306A29}"/>
              </a:ext>
            </a:extLst>
          </p:cNvPr>
          <p:cNvSpPr/>
          <p:nvPr/>
        </p:nvSpPr>
        <p:spPr>
          <a:xfrm>
            <a:off x="979714" y="2958193"/>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Content Placeholder 2">
            <a:extLst>
              <a:ext uri="{FF2B5EF4-FFF2-40B4-BE49-F238E27FC236}">
                <a16:creationId xmlns:a16="http://schemas.microsoft.com/office/drawing/2014/main" id="{DC6D3E34-272A-8CF1-0448-2013A9920181}"/>
              </a:ext>
            </a:extLst>
          </p:cNvPr>
          <p:cNvSpPr txBox="1">
            <a:spLocks/>
          </p:cNvSpPr>
          <p:nvPr/>
        </p:nvSpPr>
        <p:spPr>
          <a:xfrm>
            <a:off x="2015290" y="3063757"/>
            <a:ext cx="5513902"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Additional constraint</a:t>
            </a:r>
            <a:r>
              <a:rPr lang="en-US" sz="1400">
                <a:solidFill>
                  <a:schemeClr val="tx1"/>
                </a:solidFill>
                <a:ea typeface="Calibri"/>
              </a:rPr>
              <a:t>: Lexical retrieval missed concepts.</a:t>
            </a:r>
            <a:endParaRPr lang="en-US">
              <a:ea typeface="Calibri"/>
            </a:endParaRPr>
          </a:p>
          <a:p>
            <a:pPr algn="ctr">
              <a:defRPr sz="2200"/>
            </a:pPr>
            <a:r>
              <a:rPr lang="en-US" sz="1400" b="1">
                <a:solidFill>
                  <a:schemeClr val="tx1"/>
                </a:solidFill>
                <a:ea typeface="Calibri"/>
              </a:rPr>
              <a:t>Our solution</a:t>
            </a:r>
            <a:r>
              <a:rPr lang="en-US" sz="1400">
                <a:solidFill>
                  <a:schemeClr val="tx1"/>
                </a:solidFill>
                <a:ea typeface="Calibri"/>
              </a:rPr>
              <a:t>: Added semantic embedding-based mapping and retrieval.</a:t>
            </a:r>
          </a:p>
        </p:txBody>
      </p:sp>
      <p:sp>
        <p:nvSpPr>
          <p:cNvPr id="13" name="Flowchart: Connector 12">
            <a:extLst>
              <a:ext uri="{FF2B5EF4-FFF2-40B4-BE49-F238E27FC236}">
                <a16:creationId xmlns:a16="http://schemas.microsoft.com/office/drawing/2014/main" id="{54E5C28A-2622-FC90-ED8A-9A610AAB8B7D}"/>
              </a:ext>
            </a:extLst>
          </p:cNvPr>
          <p:cNvSpPr/>
          <p:nvPr/>
        </p:nvSpPr>
        <p:spPr>
          <a:xfrm>
            <a:off x="250371" y="1249136"/>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1</a:t>
            </a:r>
          </a:p>
        </p:txBody>
      </p:sp>
      <p:sp>
        <p:nvSpPr>
          <p:cNvPr id="14" name="Flowchart: Connector 13">
            <a:extLst>
              <a:ext uri="{FF2B5EF4-FFF2-40B4-BE49-F238E27FC236}">
                <a16:creationId xmlns:a16="http://schemas.microsoft.com/office/drawing/2014/main" id="{AEC16736-5737-419C-4A38-E44B7447290A}"/>
              </a:ext>
            </a:extLst>
          </p:cNvPr>
          <p:cNvSpPr/>
          <p:nvPr/>
        </p:nvSpPr>
        <p:spPr>
          <a:xfrm>
            <a:off x="250371" y="2130879"/>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2</a:t>
            </a:r>
          </a:p>
        </p:txBody>
      </p:sp>
      <p:sp>
        <p:nvSpPr>
          <p:cNvPr id="16" name="Flowchart: Connector 15">
            <a:extLst>
              <a:ext uri="{FF2B5EF4-FFF2-40B4-BE49-F238E27FC236}">
                <a16:creationId xmlns:a16="http://schemas.microsoft.com/office/drawing/2014/main" id="{7CC1383B-06B0-968F-9199-487BBA7304F5}"/>
              </a:ext>
            </a:extLst>
          </p:cNvPr>
          <p:cNvSpPr/>
          <p:nvPr/>
        </p:nvSpPr>
        <p:spPr>
          <a:xfrm>
            <a:off x="250371" y="3056164"/>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3</a:t>
            </a:r>
          </a:p>
        </p:txBody>
      </p:sp>
    </p:spTree>
    <p:extLst>
      <p:ext uri="{BB962C8B-B14F-4D97-AF65-F5344CB8AC3E}">
        <p14:creationId xmlns:p14="http://schemas.microsoft.com/office/powerpoint/2010/main" val="3598364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CC8B-70EC-9820-82D6-4B9423B9600A}"/>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D0415019-4B80-540A-4386-6B11A57D01ED}"/>
              </a:ext>
            </a:extLst>
          </p:cNvPr>
          <p:cNvSpPr/>
          <p:nvPr/>
        </p:nvSpPr>
        <p:spPr>
          <a:xfrm>
            <a:off x="5078185" y="1260023"/>
            <a:ext cx="3761015" cy="2351315"/>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0" name="Straight Arrow Connector 9">
            <a:extLst>
              <a:ext uri="{FF2B5EF4-FFF2-40B4-BE49-F238E27FC236}">
                <a16:creationId xmlns:a16="http://schemas.microsoft.com/office/drawing/2014/main" id="{3232F694-8FE2-1444-7597-102989B762BC}"/>
              </a:ext>
            </a:extLst>
          </p:cNvPr>
          <p:cNvCxnSpPr/>
          <p:nvPr/>
        </p:nvCxnSpPr>
        <p:spPr>
          <a:xfrm flipV="1">
            <a:off x="446315" y="1113064"/>
            <a:ext cx="2231568" cy="5443"/>
          </a:xfrm>
          <a:prstGeom prst="straightConnector1">
            <a:avLst/>
          </a:prstGeom>
          <a:ln/>
        </p:spPr>
        <p:style>
          <a:lnRef idx="1">
            <a:schemeClr val="accent6"/>
          </a:lnRef>
          <a:fillRef idx="0">
            <a:schemeClr val="accent6"/>
          </a:fillRef>
          <a:effectRef idx="0">
            <a:schemeClr val="accent6"/>
          </a:effectRef>
          <a:fontRef idx="minor">
            <a:schemeClr val="tx1"/>
          </a:fontRef>
        </p:style>
      </p:cxnSp>
      <p:sp>
        <p:nvSpPr>
          <p:cNvPr id="7" name="Rectangle: Rounded Corners 6">
            <a:extLst>
              <a:ext uri="{FF2B5EF4-FFF2-40B4-BE49-F238E27FC236}">
                <a16:creationId xmlns:a16="http://schemas.microsoft.com/office/drawing/2014/main" id="{4B8848ED-C5A3-A9E2-D25B-A6D6FB55A2E6}"/>
              </a:ext>
            </a:extLst>
          </p:cNvPr>
          <p:cNvSpPr/>
          <p:nvPr/>
        </p:nvSpPr>
        <p:spPr>
          <a:xfrm>
            <a:off x="179615" y="1260023"/>
            <a:ext cx="4762500" cy="3075214"/>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Slide Number Placeholder 1">
            <a:extLst>
              <a:ext uri="{FF2B5EF4-FFF2-40B4-BE49-F238E27FC236}">
                <a16:creationId xmlns:a16="http://schemas.microsoft.com/office/drawing/2014/main" id="{16FF5496-4B5D-974B-0434-18C06D2115C8}"/>
              </a:ext>
            </a:extLst>
          </p:cNvPr>
          <p:cNvSpPr>
            <a:spLocks noGrp="1"/>
          </p:cNvSpPr>
          <p:nvPr>
            <p:ph type="sldNum" sz="quarter" idx="12"/>
          </p:nvPr>
        </p:nvSpPr>
        <p:spPr/>
        <p:txBody>
          <a:bodyPr/>
          <a:lstStyle/>
          <a:p>
            <a:fld id="{662A0901-ACEF-4BE9-9C8C-C119B421173E}" type="slidenum">
              <a:rPr lang="en-US" smtClean="0"/>
              <a:pPr/>
              <a:t>5</a:t>
            </a:fld>
            <a:endParaRPr lang="en-US"/>
          </a:p>
        </p:txBody>
      </p:sp>
      <p:sp>
        <p:nvSpPr>
          <p:cNvPr id="3" name="Footer Placeholder 2">
            <a:extLst>
              <a:ext uri="{FF2B5EF4-FFF2-40B4-BE49-F238E27FC236}">
                <a16:creationId xmlns:a16="http://schemas.microsoft.com/office/drawing/2014/main" id="{DB30ED7B-2D1A-8048-4492-D9CA723F9743}"/>
              </a:ext>
            </a:extLst>
          </p:cNvPr>
          <p:cNvSpPr>
            <a:spLocks noGrp="1"/>
          </p:cNvSpPr>
          <p:nvPr>
            <p:ph type="ftr" sz="quarter" idx="13"/>
          </p:nvPr>
        </p:nvSpPr>
        <p:spPr/>
        <p:txBody>
          <a:bodyPr/>
          <a:lstStyle/>
          <a:p>
            <a:pPr defTabSz="914355"/>
            <a:r>
              <a:rPr lang="en-US"/>
              <a:t>TCS confidential</a:t>
            </a:r>
          </a:p>
        </p:txBody>
      </p:sp>
      <p:sp>
        <p:nvSpPr>
          <p:cNvPr id="8" name="TextBox 7">
            <a:extLst>
              <a:ext uri="{FF2B5EF4-FFF2-40B4-BE49-F238E27FC236}">
                <a16:creationId xmlns:a16="http://schemas.microsoft.com/office/drawing/2014/main" id="{69A556C1-AFBE-C695-4A78-0A3D42361611}"/>
              </a:ext>
            </a:extLst>
          </p:cNvPr>
          <p:cNvSpPr txBox="1"/>
          <p:nvPr/>
        </p:nvSpPr>
        <p:spPr>
          <a:xfrm>
            <a:off x="180401" y="201610"/>
            <a:ext cx="4983485" cy="313547"/>
          </a:xfrm>
          <a:prstGeom prst="rect">
            <a:avLst/>
          </a:prstGeom>
          <a:noFill/>
        </p:spPr>
        <p:txBody>
          <a:bodyPr wrap="square" lIns="91440" tIns="45720" rIns="91440" bIns="45720" rtlCol="0" anchor="t">
            <a:spAutoFit/>
          </a:bodyPr>
          <a:lstStyle/>
          <a:p>
            <a:pPr fontAlgn="t">
              <a:lnSpc>
                <a:spcPts val="1500"/>
              </a:lnSpc>
              <a:buNone/>
            </a:pPr>
            <a:r>
              <a:rPr lang="en-US" sz="2000" b="1">
                <a:latin typeface="Poppins"/>
                <a:cs typeface="Poppins"/>
              </a:rPr>
              <a:t>Implementation Framework</a:t>
            </a:r>
            <a:endParaRPr lang="en-US" sz="2000" b="1">
              <a:latin typeface="Poppins"/>
              <a:ea typeface="Calibri"/>
              <a:cs typeface="Poppins"/>
            </a:endParaRPr>
          </a:p>
        </p:txBody>
      </p:sp>
      <p:sp>
        <p:nvSpPr>
          <p:cNvPr id="12" name="Title 3">
            <a:extLst>
              <a:ext uri="{FF2B5EF4-FFF2-40B4-BE49-F238E27FC236}">
                <a16:creationId xmlns:a16="http://schemas.microsoft.com/office/drawing/2014/main" id="{C2345D01-E34F-2243-90BC-B7D62E3B59F4}"/>
              </a:ext>
            </a:extLst>
          </p:cNvPr>
          <p:cNvSpPr>
            <a:spLocks noGrp="1"/>
          </p:cNvSpPr>
          <p:nvPr>
            <p:ph type="title"/>
          </p:nvPr>
        </p:nvSpPr>
        <p:spPr>
          <a:xfrm>
            <a:off x="442520" y="871720"/>
            <a:ext cx="2305265" cy="211208"/>
          </a:xfrm>
        </p:spPr>
        <p:txBody>
          <a:bodyPr vert="horz" wrap="square" lIns="0" tIns="12065" rIns="0" bIns="0" rtlCol="0" anchor="t">
            <a:noAutofit/>
          </a:bodyPr>
          <a:lstStyle/>
          <a:p>
            <a:r>
              <a:rPr lang="en-US" sz="1600" b="1"/>
              <a:t>Tools/Technologies Used:</a:t>
            </a:r>
            <a:endParaRPr lang="en-US" sz="1600" b="1">
              <a:ea typeface="Calibri"/>
              <a:cs typeface="Calibri"/>
            </a:endParaRPr>
          </a:p>
        </p:txBody>
      </p:sp>
      <p:sp>
        <p:nvSpPr>
          <p:cNvPr id="14" name="Content Placeholder 2">
            <a:extLst>
              <a:ext uri="{FF2B5EF4-FFF2-40B4-BE49-F238E27FC236}">
                <a16:creationId xmlns:a16="http://schemas.microsoft.com/office/drawing/2014/main" id="{2D995278-C372-A989-9A95-3F7F9F3CA658}"/>
              </a:ext>
            </a:extLst>
          </p:cNvPr>
          <p:cNvSpPr txBox="1">
            <a:spLocks/>
          </p:cNvSpPr>
          <p:nvPr/>
        </p:nvSpPr>
        <p:spPr>
          <a:xfrm>
            <a:off x="474959" y="1294829"/>
            <a:ext cx="4356908" cy="293375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lnSpc>
                <a:spcPct val="150000"/>
              </a:lnSpc>
              <a:buChar char="•"/>
              <a:defRPr sz="2200"/>
            </a:pPr>
            <a:r>
              <a:rPr lang="en-US" sz="1600">
                <a:solidFill>
                  <a:schemeClr val="tx1"/>
                </a:solidFill>
                <a:ea typeface="Calibri"/>
              </a:rPr>
              <a:t>Programming Language: </a:t>
            </a:r>
            <a:r>
              <a:rPr lang="en-US" sz="1600" b="1">
                <a:solidFill>
                  <a:schemeClr val="tx1"/>
                </a:solidFill>
                <a:ea typeface="Calibri"/>
              </a:rPr>
              <a:t>Python</a:t>
            </a:r>
          </a:p>
          <a:p>
            <a:pPr marL="285750" indent="-285750">
              <a:lnSpc>
                <a:spcPct val="150000"/>
              </a:lnSpc>
              <a:buFont typeface="Arial" panose="020B0604020202020204" pitchFamily="34" charset="0"/>
              <a:buChar char="•"/>
              <a:defRPr sz="2200"/>
            </a:pPr>
            <a:r>
              <a:rPr lang="en-US" sz="1600">
                <a:solidFill>
                  <a:schemeClr val="tx1"/>
                </a:solidFill>
                <a:ea typeface="Calibri"/>
              </a:rPr>
              <a:t>Embedding Model: </a:t>
            </a:r>
            <a:br>
              <a:rPr lang="en-US" sz="1600" dirty="0">
                <a:ea typeface="Calibri"/>
              </a:rPr>
            </a:br>
            <a:r>
              <a:rPr lang="en-US" sz="1600" b="1">
                <a:solidFill>
                  <a:schemeClr val="tx1"/>
                </a:solidFill>
                <a:ea typeface="Calibri"/>
              </a:rPr>
              <a:t>text-embedding-3-small</a:t>
            </a:r>
          </a:p>
          <a:p>
            <a:pPr marL="285750" indent="-285750">
              <a:lnSpc>
                <a:spcPct val="150000"/>
              </a:lnSpc>
              <a:buFont typeface="Arial" panose="020B0604020202020204" pitchFamily="34" charset="0"/>
              <a:buChar char="•"/>
              <a:defRPr sz="2200"/>
            </a:pPr>
            <a:r>
              <a:rPr lang="en-US" sz="1600">
                <a:solidFill>
                  <a:schemeClr val="tx1"/>
                </a:solidFill>
                <a:ea typeface="Calibri"/>
              </a:rPr>
              <a:t>LLM: </a:t>
            </a:r>
            <a:r>
              <a:rPr lang="en-US" sz="1600" b="1">
                <a:solidFill>
                  <a:schemeClr val="tx1"/>
                </a:solidFill>
                <a:ea typeface="Calibri"/>
              </a:rPr>
              <a:t>Azure OpenAI</a:t>
            </a:r>
            <a:r>
              <a:rPr lang="en-US" sz="1600">
                <a:solidFill>
                  <a:schemeClr val="tx1"/>
                </a:solidFill>
                <a:ea typeface="Calibri"/>
              </a:rPr>
              <a:t> (</a:t>
            </a:r>
            <a:r>
              <a:rPr lang="en-US" sz="1600" b="1">
                <a:solidFill>
                  <a:schemeClr val="tx1"/>
                </a:solidFill>
                <a:ea typeface="Calibri"/>
              </a:rPr>
              <a:t>GPT-4o</a:t>
            </a:r>
            <a:r>
              <a:rPr lang="en-US" sz="1600">
                <a:solidFill>
                  <a:schemeClr val="tx1"/>
                </a:solidFill>
                <a:ea typeface="Calibri"/>
              </a:rPr>
              <a:t>)</a:t>
            </a:r>
            <a:endParaRPr lang="en-US" sz="1600" b="1">
              <a:solidFill>
                <a:schemeClr val="tx1"/>
              </a:solidFill>
              <a:ea typeface="Calibri"/>
            </a:endParaRPr>
          </a:p>
          <a:p>
            <a:pPr marL="285750" indent="-285750">
              <a:lnSpc>
                <a:spcPct val="150000"/>
              </a:lnSpc>
              <a:buFont typeface="Arial" panose="020B0604020202020204" pitchFamily="34" charset="0"/>
              <a:buChar char="•"/>
              <a:defRPr sz="2200"/>
            </a:pPr>
            <a:r>
              <a:rPr lang="en-US" sz="1600" dirty="0">
                <a:solidFill>
                  <a:schemeClr val="tx1"/>
                </a:solidFill>
                <a:ea typeface="Calibri"/>
              </a:rPr>
              <a:t>Knowledge Graph Visualization: </a:t>
            </a:r>
            <a:r>
              <a:rPr lang="en-US" sz="1600" b="1" dirty="0" err="1">
                <a:solidFill>
                  <a:schemeClr val="tx1"/>
                </a:solidFill>
                <a:ea typeface="Calibri"/>
              </a:rPr>
              <a:t>NetworkX</a:t>
            </a:r>
            <a:r>
              <a:rPr lang="en-US" sz="1600" dirty="0">
                <a:solidFill>
                  <a:schemeClr val="tx1"/>
                </a:solidFill>
                <a:ea typeface="Calibri"/>
              </a:rPr>
              <a:t>, </a:t>
            </a:r>
            <a:r>
              <a:rPr lang="en-US" sz="1600" b="1" dirty="0" err="1">
                <a:solidFill>
                  <a:schemeClr val="tx1"/>
                </a:solidFill>
                <a:ea typeface="Calibri"/>
              </a:rPr>
              <a:t>PyVis</a:t>
            </a:r>
            <a:endParaRPr lang="en-US" sz="1600" b="1" dirty="0">
              <a:solidFill>
                <a:schemeClr val="tx1"/>
              </a:solidFill>
              <a:ea typeface="Calibri"/>
            </a:endParaRPr>
          </a:p>
          <a:p>
            <a:pPr marL="285750" indent="-285750">
              <a:lnSpc>
                <a:spcPct val="150000"/>
              </a:lnSpc>
              <a:buFont typeface="Arial" panose="020B0604020202020204" pitchFamily="34" charset="0"/>
              <a:buChar char="•"/>
              <a:defRPr sz="2200"/>
            </a:pPr>
            <a:r>
              <a:rPr lang="en-US" sz="1600">
                <a:solidFill>
                  <a:schemeClr val="tx1"/>
                </a:solidFill>
                <a:ea typeface="Calibri"/>
              </a:rPr>
              <a:t>Adaptive Learning: </a:t>
            </a:r>
            <a:r>
              <a:rPr lang="en-US" sz="1600" b="1">
                <a:solidFill>
                  <a:schemeClr val="tx1"/>
                </a:solidFill>
                <a:ea typeface="Calibri"/>
              </a:rPr>
              <a:t>Bayesian Knowledge Tracing (BKT)</a:t>
            </a:r>
          </a:p>
          <a:p>
            <a:pPr marL="285750" indent="-285750">
              <a:lnSpc>
                <a:spcPct val="150000"/>
              </a:lnSpc>
              <a:buFont typeface="Arial" panose="020B0604020202020204" pitchFamily="34" charset="0"/>
              <a:buChar char="•"/>
              <a:defRPr sz="2200"/>
            </a:pPr>
            <a:r>
              <a:rPr lang="en-US" sz="1600" dirty="0">
                <a:solidFill>
                  <a:schemeClr val="tx1"/>
                </a:solidFill>
                <a:ea typeface="Calibri"/>
              </a:rPr>
              <a:t>User Interface: </a:t>
            </a:r>
            <a:r>
              <a:rPr lang="en-US" sz="1600" b="1" dirty="0" err="1">
                <a:solidFill>
                  <a:schemeClr val="tx1"/>
                </a:solidFill>
                <a:ea typeface="Calibri"/>
              </a:rPr>
              <a:t>Streamlit</a:t>
            </a:r>
            <a:endParaRPr lang="en-US" sz="1600" b="1" dirty="0">
              <a:solidFill>
                <a:schemeClr val="tx1"/>
              </a:solidFill>
              <a:ea typeface="Calibri"/>
            </a:endParaRPr>
          </a:p>
        </p:txBody>
      </p:sp>
      <p:sp>
        <p:nvSpPr>
          <p:cNvPr id="26" name="Title 3">
            <a:extLst>
              <a:ext uri="{FF2B5EF4-FFF2-40B4-BE49-F238E27FC236}">
                <a16:creationId xmlns:a16="http://schemas.microsoft.com/office/drawing/2014/main" id="{1C004585-035D-24CA-850C-92476DA27E85}"/>
              </a:ext>
            </a:extLst>
          </p:cNvPr>
          <p:cNvSpPr txBox="1">
            <a:spLocks/>
          </p:cNvSpPr>
          <p:nvPr/>
        </p:nvSpPr>
        <p:spPr>
          <a:xfrm>
            <a:off x="5324764" y="871722"/>
            <a:ext cx="1505163" cy="211208"/>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lang="en-US" sz="1600" b="1"/>
              <a:t>Methodologies:</a:t>
            </a:r>
            <a:r>
              <a:rPr lang="en-US" sz="1600" b="1">
                <a:ea typeface="Calibri"/>
              </a:rPr>
              <a:t> </a:t>
            </a:r>
          </a:p>
        </p:txBody>
      </p:sp>
      <p:sp>
        <p:nvSpPr>
          <p:cNvPr id="4" name="Content Placeholder 2">
            <a:extLst>
              <a:ext uri="{FF2B5EF4-FFF2-40B4-BE49-F238E27FC236}">
                <a16:creationId xmlns:a16="http://schemas.microsoft.com/office/drawing/2014/main" id="{E0BFD3F0-9875-C2E7-86A9-F37E9704D311}"/>
              </a:ext>
            </a:extLst>
          </p:cNvPr>
          <p:cNvSpPr txBox="1">
            <a:spLocks/>
          </p:cNvSpPr>
          <p:nvPr/>
        </p:nvSpPr>
        <p:spPr>
          <a:xfrm>
            <a:off x="5368372" y="1262172"/>
            <a:ext cx="3410030" cy="219508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lnSpc>
                <a:spcPct val="150000"/>
              </a:lnSpc>
              <a:buChar char="•"/>
              <a:defRPr sz="2200"/>
            </a:pPr>
            <a:r>
              <a:rPr lang="en-US" sz="1600">
                <a:solidFill>
                  <a:schemeClr val="tx1"/>
                </a:solidFill>
                <a:latin typeface="+mj-lt"/>
                <a:ea typeface="Calibri"/>
                <a:cs typeface="Arial"/>
              </a:rPr>
              <a:t>Hybrid RAG (Graph-Aware Retrieval)</a:t>
            </a: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Semantic Retrieval</a:t>
            </a:r>
            <a:endParaRPr lang="en-US" sz="1600" b="1">
              <a:solidFill>
                <a:schemeClr val="tx1"/>
              </a:solidFill>
              <a:latin typeface="+mj-lt"/>
              <a:ea typeface="Calibri"/>
              <a:cs typeface="Arial"/>
            </a:endParaRP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LLM-Based Concept Extraction and Enrichment</a:t>
            </a:r>
            <a:endParaRPr lang="en-US" sz="1600" b="1">
              <a:solidFill>
                <a:schemeClr val="tx1"/>
              </a:solidFill>
              <a:latin typeface="+mj-lt"/>
              <a:ea typeface="Calibri"/>
              <a:cs typeface="Arial"/>
            </a:endParaRP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Source-Grounded MCQ Generation </a:t>
            </a:r>
            <a:endParaRPr lang="en-US" sz="1600" b="1">
              <a:solidFill>
                <a:schemeClr val="tx1"/>
              </a:solidFill>
              <a:latin typeface="+mj-lt"/>
              <a:ea typeface="Calibri"/>
              <a:cs typeface="Arial"/>
            </a:endParaRPr>
          </a:p>
          <a:p>
            <a:pPr marL="285750" indent="-285750">
              <a:lnSpc>
                <a:spcPct val="150000"/>
              </a:lnSpc>
              <a:buChar char="•"/>
              <a:defRPr sz="2200"/>
            </a:pPr>
            <a:r>
              <a:rPr lang="en-US" sz="1600">
                <a:solidFill>
                  <a:schemeClr val="tx1"/>
                </a:solidFill>
                <a:latin typeface="+mj-lt"/>
                <a:ea typeface="Calibri"/>
                <a:cs typeface="Arial"/>
              </a:rPr>
              <a:t>Concept mastery tracking using BKT</a:t>
            </a:r>
          </a:p>
        </p:txBody>
      </p:sp>
      <p:cxnSp>
        <p:nvCxnSpPr>
          <p:cNvPr id="11" name="Straight Arrow Connector 10">
            <a:extLst>
              <a:ext uri="{FF2B5EF4-FFF2-40B4-BE49-F238E27FC236}">
                <a16:creationId xmlns:a16="http://schemas.microsoft.com/office/drawing/2014/main" id="{66401E51-7C70-013E-714F-FB2995612CD6}"/>
              </a:ext>
            </a:extLst>
          </p:cNvPr>
          <p:cNvCxnSpPr>
            <a:cxnSpLocks/>
          </p:cNvCxnSpPr>
          <p:nvPr/>
        </p:nvCxnSpPr>
        <p:spPr>
          <a:xfrm flipV="1">
            <a:off x="5317670" y="1129393"/>
            <a:ext cx="1578427" cy="5442"/>
          </a:xfrm>
          <a:prstGeom prst="straightConnector1">
            <a:avLst/>
          </a:prstGeom>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84192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DBA3-B0C6-D63A-6272-0F27B71B0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D69C07-8F9A-6EB2-6B21-72B2B8E924B5}"/>
              </a:ext>
            </a:extLst>
          </p:cNvPr>
          <p:cNvSpPr>
            <a:spLocks noGrp="1"/>
          </p:cNvSpPr>
          <p:nvPr>
            <p:ph type="sldNum" sz="quarter" idx="12"/>
          </p:nvPr>
        </p:nvSpPr>
        <p:spPr/>
        <p:txBody>
          <a:bodyPr/>
          <a:lstStyle/>
          <a:p>
            <a:fld id="{662A0901-ACEF-4BE9-9C8C-C119B421173E}" type="slidenum">
              <a:rPr lang="en-US" smtClean="0"/>
              <a:pPr/>
              <a:t>6</a:t>
            </a:fld>
            <a:endParaRPr lang="en-US"/>
          </a:p>
        </p:txBody>
      </p:sp>
      <p:sp>
        <p:nvSpPr>
          <p:cNvPr id="3" name="Footer Placeholder 2">
            <a:extLst>
              <a:ext uri="{FF2B5EF4-FFF2-40B4-BE49-F238E27FC236}">
                <a16:creationId xmlns:a16="http://schemas.microsoft.com/office/drawing/2014/main" id="{01BE07CE-88B6-88A8-4387-41F739DFD11F}"/>
              </a:ext>
            </a:extLst>
          </p:cNvPr>
          <p:cNvSpPr>
            <a:spLocks noGrp="1"/>
          </p:cNvSpPr>
          <p:nvPr>
            <p:ph type="ftr" sz="quarter" idx="13"/>
          </p:nvPr>
        </p:nvSpPr>
        <p:spPr/>
        <p:txBody>
          <a:bodyPr/>
          <a:lstStyle/>
          <a:p>
            <a:pPr defTabSz="914355"/>
            <a:r>
              <a:rPr lang="en-US"/>
              <a:t>TCS confidential</a:t>
            </a:r>
          </a:p>
        </p:txBody>
      </p:sp>
      <p:sp>
        <p:nvSpPr>
          <p:cNvPr id="10" name="Content Placeholder 2">
            <a:extLst>
              <a:ext uri="{FF2B5EF4-FFF2-40B4-BE49-F238E27FC236}">
                <a16:creationId xmlns:a16="http://schemas.microsoft.com/office/drawing/2014/main" id="{CF3F3445-77A2-EF9F-90A6-079B7FB30BDA}"/>
              </a:ext>
            </a:extLst>
          </p:cNvPr>
          <p:cNvSpPr txBox="1">
            <a:spLocks/>
          </p:cNvSpPr>
          <p:nvPr/>
        </p:nvSpPr>
        <p:spPr>
          <a:xfrm>
            <a:off x="408045" y="247902"/>
            <a:ext cx="5070670"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Proposed Solution Architecture</a:t>
            </a:r>
            <a:endParaRPr lang="en-US" sz="2000" b="1">
              <a:solidFill>
                <a:schemeClr val="tx1"/>
              </a:solidFill>
              <a:latin typeface="Poppins"/>
              <a:ea typeface="Calibri"/>
              <a:cs typeface="Poppins"/>
            </a:endParaRPr>
          </a:p>
        </p:txBody>
      </p:sp>
      <p:pic>
        <p:nvPicPr>
          <p:cNvPr id="30" name="Picture 29" descr="A diagram of a group&#10;&#10;AI-generated content may be incorrect.">
            <a:extLst>
              <a:ext uri="{FF2B5EF4-FFF2-40B4-BE49-F238E27FC236}">
                <a16:creationId xmlns:a16="http://schemas.microsoft.com/office/drawing/2014/main" id="{7C9899A2-3251-0AEE-AE7D-7C31C7DEFFC9}"/>
              </a:ext>
            </a:extLst>
          </p:cNvPr>
          <p:cNvPicPr>
            <a:picLocks noChangeAspect="1"/>
          </p:cNvPicPr>
          <p:nvPr/>
        </p:nvPicPr>
        <p:blipFill>
          <a:blip r:embed="rId3"/>
          <a:stretch>
            <a:fillRect/>
          </a:stretch>
        </p:blipFill>
        <p:spPr>
          <a:xfrm>
            <a:off x="408045" y="847165"/>
            <a:ext cx="8325130" cy="3738282"/>
          </a:xfrm>
          <a:prstGeom prst="rect">
            <a:avLst/>
          </a:prstGeom>
        </p:spPr>
      </p:pic>
    </p:spTree>
    <p:extLst>
      <p:ext uri="{BB962C8B-B14F-4D97-AF65-F5344CB8AC3E}">
        <p14:creationId xmlns:p14="http://schemas.microsoft.com/office/powerpoint/2010/main" val="4012686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6F0F-9E20-9AFF-8AF8-B8F08E5DC2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25D3CF-6881-DB9E-B2F1-212014BE5F35}"/>
              </a:ext>
            </a:extLst>
          </p:cNvPr>
          <p:cNvSpPr>
            <a:spLocks noGrp="1"/>
          </p:cNvSpPr>
          <p:nvPr>
            <p:ph type="sldNum" sz="quarter" idx="12"/>
          </p:nvPr>
        </p:nvSpPr>
        <p:spPr/>
        <p:txBody>
          <a:bodyPr/>
          <a:lstStyle/>
          <a:p>
            <a:fld id="{662A0901-ACEF-4BE9-9C8C-C119B421173E}" type="slidenum">
              <a:rPr lang="en-US" smtClean="0"/>
              <a:pPr/>
              <a:t>7</a:t>
            </a:fld>
            <a:endParaRPr lang="en-US"/>
          </a:p>
        </p:txBody>
      </p:sp>
      <p:sp>
        <p:nvSpPr>
          <p:cNvPr id="3" name="Footer Placeholder 2">
            <a:extLst>
              <a:ext uri="{FF2B5EF4-FFF2-40B4-BE49-F238E27FC236}">
                <a16:creationId xmlns:a16="http://schemas.microsoft.com/office/drawing/2014/main" id="{D01A51F2-552F-86FB-BC0D-92662FE09E5D}"/>
              </a:ext>
            </a:extLst>
          </p:cNvPr>
          <p:cNvSpPr>
            <a:spLocks noGrp="1"/>
          </p:cNvSpPr>
          <p:nvPr>
            <p:ph type="ftr" sz="quarter" idx="13"/>
          </p:nvPr>
        </p:nvSpPr>
        <p:spPr/>
        <p:txBody>
          <a:bodyPr/>
          <a:lstStyle/>
          <a:p>
            <a:pPr defTabSz="914355"/>
            <a:r>
              <a:rPr lang="en-US"/>
              <a:t>TCS confidential</a:t>
            </a:r>
          </a:p>
        </p:txBody>
      </p:sp>
      <p:sp>
        <p:nvSpPr>
          <p:cNvPr id="10" name="Content Placeholder 2">
            <a:extLst>
              <a:ext uri="{FF2B5EF4-FFF2-40B4-BE49-F238E27FC236}">
                <a16:creationId xmlns:a16="http://schemas.microsoft.com/office/drawing/2014/main" id="{3E5CB8FD-9264-59A4-28D3-64910B46F705}"/>
              </a:ext>
            </a:extLst>
          </p:cNvPr>
          <p:cNvSpPr txBox="1">
            <a:spLocks/>
          </p:cNvSpPr>
          <p:nvPr/>
        </p:nvSpPr>
        <p:spPr>
          <a:xfrm>
            <a:off x="3512076" y="228029"/>
            <a:ext cx="2438688"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Experiment Setup</a:t>
            </a:r>
            <a:endParaRPr lang="en-US" sz="2000">
              <a:solidFill>
                <a:schemeClr val="tx1"/>
              </a:solidFill>
              <a:ea typeface="Calibri"/>
            </a:endParaRPr>
          </a:p>
        </p:txBody>
      </p:sp>
      <p:grpSp>
        <p:nvGrpSpPr>
          <p:cNvPr id="39" name="Group 38">
            <a:extLst>
              <a:ext uri="{FF2B5EF4-FFF2-40B4-BE49-F238E27FC236}">
                <a16:creationId xmlns:a16="http://schemas.microsoft.com/office/drawing/2014/main" id="{76FDB550-07FA-F6CC-3556-4ECFA850968D}"/>
              </a:ext>
            </a:extLst>
          </p:cNvPr>
          <p:cNvGrpSpPr/>
          <p:nvPr/>
        </p:nvGrpSpPr>
        <p:grpSpPr>
          <a:xfrm>
            <a:off x="174170" y="938893"/>
            <a:ext cx="2759529" cy="968828"/>
            <a:chOff x="440870" y="748393"/>
            <a:chExt cx="2759529" cy="968828"/>
          </a:xfrm>
        </p:grpSpPr>
        <p:sp>
          <p:nvSpPr>
            <p:cNvPr id="4" name="Rectangle: Rounded Corners 3">
              <a:extLst>
                <a:ext uri="{FF2B5EF4-FFF2-40B4-BE49-F238E27FC236}">
                  <a16:creationId xmlns:a16="http://schemas.microsoft.com/office/drawing/2014/main" id="{C7744DD3-1C75-42CF-DA96-5582730A49FB}"/>
                </a:ext>
              </a:extLst>
            </p:cNvPr>
            <p:cNvSpPr/>
            <p:nvPr/>
          </p:nvSpPr>
          <p:spPr>
            <a:xfrm>
              <a:off x="440870" y="748393"/>
              <a:ext cx="2759529" cy="968828"/>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TextBox 5">
              <a:extLst>
                <a:ext uri="{FF2B5EF4-FFF2-40B4-BE49-F238E27FC236}">
                  <a16:creationId xmlns:a16="http://schemas.microsoft.com/office/drawing/2014/main" id="{7B7DEE08-38CB-A692-5182-F9A5C5BA1E63}"/>
                </a:ext>
              </a:extLst>
            </p:cNvPr>
            <p:cNvSpPr txBox="1"/>
            <p:nvPr/>
          </p:nvSpPr>
          <p:spPr>
            <a:xfrm>
              <a:off x="629194" y="806503"/>
              <a:ext cx="2502288" cy="4770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Domain Selected</a:t>
              </a:r>
              <a:r>
                <a:rPr lang="en-US" sz="1100">
                  <a:latin typeface="Segoe UI"/>
                  <a:cs typeface="Segoe UI"/>
                </a:rPr>
                <a:t>: </a:t>
              </a:r>
              <a:br>
                <a:rPr lang="en-US" sz="1100">
                  <a:latin typeface="Segoe UI"/>
                  <a:cs typeface="Segoe UI"/>
                </a:rPr>
              </a:br>
              <a:r>
                <a:rPr lang="en-US" sz="1100">
                  <a:latin typeface="Segoe UI"/>
                  <a:cs typeface="Segoe UI"/>
                </a:rPr>
                <a:t>Database Management Systems (DBMS)</a:t>
              </a:r>
              <a:endParaRPr lang="en-US"/>
            </a:p>
            <a:p>
              <a:pPr algn="l"/>
              <a:endParaRPr lang="en-US" sz="900">
                <a:ea typeface="Calibri Light"/>
                <a:cs typeface="Calibri Light"/>
              </a:endParaRPr>
            </a:p>
          </p:txBody>
        </p:sp>
        <p:sp>
          <p:nvSpPr>
            <p:cNvPr id="5" name="TextBox 4">
              <a:extLst>
                <a:ext uri="{FF2B5EF4-FFF2-40B4-BE49-F238E27FC236}">
                  <a16:creationId xmlns:a16="http://schemas.microsoft.com/office/drawing/2014/main" id="{3DA3B7EE-447B-9914-1104-F88C6718A98A}"/>
                </a:ext>
              </a:extLst>
            </p:cNvPr>
            <p:cNvSpPr txBox="1"/>
            <p:nvPr/>
          </p:nvSpPr>
          <p:spPr>
            <a:xfrm>
              <a:off x="629194" y="1234237"/>
              <a:ext cx="2018181"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ea typeface="+mn-lt"/>
                  <a:cs typeface="Segoe UI"/>
                </a:rPr>
                <a:t>Input Data Source:</a:t>
              </a:r>
              <a:br>
                <a:rPr lang="en-US" sz="1100">
                  <a:latin typeface="Segoe UI"/>
                  <a:cs typeface="Segoe UI"/>
                </a:rPr>
              </a:br>
              <a:r>
                <a:rPr lang="en-US" sz="1100">
                  <a:latin typeface="Segoe UI"/>
                  <a:ea typeface="+mn-lt"/>
                  <a:cs typeface="Segoe UI"/>
                </a:rPr>
                <a:t>DBMS textbooks/course content</a:t>
              </a:r>
            </a:p>
          </p:txBody>
        </p:sp>
      </p:grpSp>
      <p:grpSp>
        <p:nvGrpSpPr>
          <p:cNvPr id="40" name="Group 39">
            <a:extLst>
              <a:ext uri="{FF2B5EF4-FFF2-40B4-BE49-F238E27FC236}">
                <a16:creationId xmlns:a16="http://schemas.microsoft.com/office/drawing/2014/main" id="{DB104E87-91B8-32E9-3CAB-82B83C608F96}"/>
              </a:ext>
            </a:extLst>
          </p:cNvPr>
          <p:cNvGrpSpPr/>
          <p:nvPr/>
        </p:nvGrpSpPr>
        <p:grpSpPr>
          <a:xfrm>
            <a:off x="174171" y="2702378"/>
            <a:ext cx="2690610" cy="1888670"/>
            <a:chOff x="419100" y="1804307"/>
            <a:chExt cx="2690610" cy="1888670"/>
          </a:xfrm>
        </p:grpSpPr>
        <p:sp>
          <p:nvSpPr>
            <p:cNvPr id="8" name="Rectangle: Rounded Corners 7">
              <a:extLst>
                <a:ext uri="{FF2B5EF4-FFF2-40B4-BE49-F238E27FC236}">
                  <a16:creationId xmlns:a16="http://schemas.microsoft.com/office/drawing/2014/main" id="{5C43DFDE-7F8B-2E3A-5AB4-5C7FB7145D39}"/>
                </a:ext>
              </a:extLst>
            </p:cNvPr>
            <p:cNvSpPr/>
            <p:nvPr/>
          </p:nvSpPr>
          <p:spPr>
            <a:xfrm>
              <a:off x="419100" y="1804307"/>
              <a:ext cx="2530929" cy="1888670"/>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TextBox 8">
              <a:extLst>
                <a:ext uri="{FF2B5EF4-FFF2-40B4-BE49-F238E27FC236}">
                  <a16:creationId xmlns:a16="http://schemas.microsoft.com/office/drawing/2014/main" id="{1EAF1526-EC11-A253-E38B-C710A01523D2}"/>
                </a:ext>
              </a:extLst>
            </p:cNvPr>
            <p:cNvSpPr txBox="1"/>
            <p:nvPr/>
          </p:nvSpPr>
          <p:spPr>
            <a:xfrm>
              <a:off x="612864" y="1910443"/>
              <a:ext cx="2496846" cy="169277"/>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1100" b="1">
                  <a:latin typeface="Segoe UI"/>
                  <a:cs typeface="Segoe UI"/>
                </a:rPr>
                <a:t>Dataset Size: </a:t>
              </a:r>
              <a:endParaRPr lang="en-US" sz="1100">
                <a:latin typeface="Segoe UI"/>
                <a:cs typeface="Segoe UI"/>
              </a:endParaRPr>
            </a:p>
          </p:txBody>
        </p:sp>
        <p:sp>
          <p:nvSpPr>
            <p:cNvPr id="12" name="TextBox 11">
              <a:extLst>
                <a:ext uri="{FF2B5EF4-FFF2-40B4-BE49-F238E27FC236}">
                  <a16:creationId xmlns:a16="http://schemas.microsoft.com/office/drawing/2014/main" id="{85EDEEF7-84AB-3DA4-FC9D-20A7A30D6F4D}"/>
                </a:ext>
              </a:extLst>
            </p:cNvPr>
            <p:cNvSpPr txBox="1"/>
            <p:nvPr/>
          </p:nvSpPr>
          <p:spPr>
            <a:xfrm>
              <a:off x="612865" y="2146660"/>
              <a:ext cx="2381612"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4084 </a:t>
              </a:r>
              <a:r>
                <a:rPr lang="en-US" sz="1100">
                  <a:latin typeface="Segoe UI"/>
                  <a:cs typeface="Segoe UI"/>
                </a:rPr>
                <a:t>text chunks from DBMS content</a:t>
              </a:r>
              <a:endParaRPr lang="en-US">
                <a:ea typeface="Calibri Light"/>
                <a:cs typeface="Calibri Light"/>
              </a:endParaRPr>
            </a:p>
          </p:txBody>
        </p:sp>
        <p:sp>
          <p:nvSpPr>
            <p:cNvPr id="13" name="TextBox 12">
              <a:extLst>
                <a:ext uri="{FF2B5EF4-FFF2-40B4-BE49-F238E27FC236}">
                  <a16:creationId xmlns:a16="http://schemas.microsoft.com/office/drawing/2014/main" id="{13796CBD-FD16-A7CD-85F5-AED1FCBFD0BA}"/>
                </a:ext>
              </a:extLst>
            </p:cNvPr>
            <p:cNvSpPr txBox="1"/>
            <p:nvPr/>
          </p:nvSpPr>
          <p:spPr>
            <a:xfrm>
              <a:off x="612865" y="2541266"/>
              <a:ext cx="2145848"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610 </a:t>
              </a:r>
              <a:r>
                <a:rPr lang="en-US" sz="1100">
                  <a:latin typeface="Segoe UI"/>
                  <a:cs typeface="Segoe UI"/>
                </a:rPr>
                <a:t>DBMS Concepts extracted and enriched</a:t>
              </a:r>
              <a:endParaRPr lang="en-US">
                <a:ea typeface="Calibri Light"/>
                <a:cs typeface="Calibri Light"/>
              </a:endParaRPr>
            </a:p>
          </p:txBody>
        </p:sp>
        <p:sp>
          <p:nvSpPr>
            <p:cNvPr id="14" name="TextBox 13">
              <a:extLst>
                <a:ext uri="{FF2B5EF4-FFF2-40B4-BE49-F238E27FC236}">
                  <a16:creationId xmlns:a16="http://schemas.microsoft.com/office/drawing/2014/main" id="{4800EA08-1D4F-8A38-D471-69E31ED42484}"/>
                </a:ext>
              </a:extLst>
            </p:cNvPr>
            <p:cNvSpPr txBox="1"/>
            <p:nvPr/>
          </p:nvSpPr>
          <p:spPr>
            <a:xfrm>
              <a:off x="612865" y="2954924"/>
              <a:ext cx="2066860"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632 </a:t>
              </a:r>
              <a:r>
                <a:rPr lang="en-US" sz="1100">
                  <a:latin typeface="Segoe UI"/>
                  <a:cs typeface="Segoe UI"/>
                </a:rPr>
                <a:t>Knowledge Graph Nodes created</a:t>
              </a:r>
              <a:endParaRPr lang="en-US">
                <a:ea typeface="Calibri Light"/>
                <a:cs typeface="Calibri Light"/>
              </a:endParaRPr>
            </a:p>
          </p:txBody>
        </p:sp>
        <p:sp>
          <p:nvSpPr>
            <p:cNvPr id="15" name="TextBox 14">
              <a:extLst>
                <a:ext uri="{FF2B5EF4-FFF2-40B4-BE49-F238E27FC236}">
                  <a16:creationId xmlns:a16="http://schemas.microsoft.com/office/drawing/2014/main" id="{5F000803-45D7-0B3E-80EB-B8FA1774EEB8}"/>
                </a:ext>
              </a:extLst>
            </p:cNvPr>
            <p:cNvSpPr txBox="1"/>
            <p:nvPr/>
          </p:nvSpPr>
          <p:spPr>
            <a:xfrm>
              <a:off x="612865" y="3355248"/>
              <a:ext cx="1995739"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2168 </a:t>
              </a:r>
              <a:r>
                <a:rPr lang="en-US" sz="1100">
                  <a:latin typeface="Segoe UI"/>
                  <a:cs typeface="Segoe UI"/>
                </a:rPr>
                <a:t>graph edges generated</a:t>
              </a:r>
              <a:endParaRPr lang="en-US">
                <a:ea typeface="Calibri Light"/>
                <a:cs typeface="Calibri Light"/>
              </a:endParaRPr>
            </a:p>
          </p:txBody>
        </p:sp>
      </p:grpSp>
      <p:grpSp>
        <p:nvGrpSpPr>
          <p:cNvPr id="41" name="Group 40">
            <a:extLst>
              <a:ext uri="{FF2B5EF4-FFF2-40B4-BE49-F238E27FC236}">
                <a16:creationId xmlns:a16="http://schemas.microsoft.com/office/drawing/2014/main" id="{BB6B6B3C-2790-CD9C-6825-4CA274D08FD3}"/>
              </a:ext>
            </a:extLst>
          </p:cNvPr>
          <p:cNvGrpSpPr/>
          <p:nvPr/>
        </p:nvGrpSpPr>
        <p:grpSpPr>
          <a:xfrm>
            <a:off x="3510643" y="3290206"/>
            <a:ext cx="2663395" cy="1387928"/>
            <a:chOff x="419101" y="3262992"/>
            <a:chExt cx="2663395" cy="1387928"/>
          </a:xfrm>
        </p:grpSpPr>
        <p:sp>
          <p:nvSpPr>
            <p:cNvPr id="16" name="Rectangle: Rounded Corners 15">
              <a:extLst>
                <a:ext uri="{FF2B5EF4-FFF2-40B4-BE49-F238E27FC236}">
                  <a16:creationId xmlns:a16="http://schemas.microsoft.com/office/drawing/2014/main" id="{15041A70-32E9-1858-B25C-7BF5541D21BE}"/>
                </a:ext>
              </a:extLst>
            </p:cNvPr>
            <p:cNvSpPr/>
            <p:nvPr/>
          </p:nvSpPr>
          <p:spPr>
            <a:xfrm>
              <a:off x="419101" y="3262992"/>
              <a:ext cx="2509157" cy="1387928"/>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TextBox 16">
              <a:extLst>
                <a:ext uri="{FF2B5EF4-FFF2-40B4-BE49-F238E27FC236}">
                  <a16:creationId xmlns:a16="http://schemas.microsoft.com/office/drawing/2014/main" id="{9EB86D74-465A-98FE-A9AD-11B59E9C68E2}"/>
                </a:ext>
              </a:extLst>
            </p:cNvPr>
            <p:cNvSpPr txBox="1"/>
            <p:nvPr/>
          </p:nvSpPr>
          <p:spPr>
            <a:xfrm>
              <a:off x="585650" y="3358242"/>
              <a:ext cx="2496846" cy="169277"/>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1100" b="1">
                  <a:latin typeface="Segoe UI"/>
                  <a:cs typeface="Segoe UI"/>
                </a:rPr>
                <a:t>Knowledge Graph Schema:</a:t>
              </a:r>
              <a:endParaRPr lang="en-US"/>
            </a:p>
          </p:txBody>
        </p:sp>
        <p:sp>
          <p:nvSpPr>
            <p:cNvPr id="18" name="TextBox 17">
              <a:extLst>
                <a:ext uri="{FF2B5EF4-FFF2-40B4-BE49-F238E27FC236}">
                  <a16:creationId xmlns:a16="http://schemas.microsoft.com/office/drawing/2014/main" id="{CDD18A5A-38D0-36F8-73FC-2E204FBB3627}"/>
                </a:ext>
              </a:extLst>
            </p:cNvPr>
            <p:cNvSpPr txBox="1"/>
            <p:nvPr/>
          </p:nvSpPr>
          <p:spPr>
            <a:xfrm>
              <a:off x="591094" y="3583848"/>
              <a:ext cx="2199320"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a:latin typeface="Segoe UI"/>
                  <a:cs typeface="Segoe UI"/>
                </a:rPr>
                <a:t>DBMS concepts were enriched with</a:t>
              </a:r>
              <a:endParaRPr lang="en-US"/>
            </a:p>
          </p:txBody>
        </p:sp>
        <p:sp>
          <p:nvSpPr>
            <p:cNvPr id="19" name="TextBox 18">
              <a:extLst>
                <a:ext uri="{FF2B5EF4-FFF2-40B4-BE49-F238E27FC236}">
                  <a16:creationId xmlns:a16="http://schemas.microsoft.com/office/drawing/2014/main" id="{7F12E549-B00D-C9A3-5CB7-6A585D0A0F99}"/>
                </a:ext>
              </a:extLst>
            </p:cNvPr>
            <p:cNvSpPr txBox="1"/>
            <p:nvPr/>
          </p:nvSpPr>
          <p:spPr>
            <a:xfrm>
              <a:off x="699950" y="3845104"/>
              <a:ext cx="2039020"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Parent</a:t>
              </a:r>
              <a:r>
                <a:rPr lang="en-US" sz="1100">
                  <a:latin typeface="Segoe UI"/>
                  <a:cs typeface="Segoe UI"/>
                </a:rPr>
                <a:t>-</a:t>
              </a:r>
              <a:r>
                <a:rPr lang="en-US" sz="1100" b="1">
                  <a:latin typeface="Segoe UI"/>
                  <a:cs typeface="Segoe UI"/>
                </a:rPr>
                <a:t>Concept </a:t>
              </a:r>
              <a:r>
                <a:rPr lang="en-US" sz="1100">
                  <a:latin typeface="Segoe UI"/>
                  <a:cs typeface="Segoe UI"/>
                </a:rPr>
                <a:t>relationships</a:t>
              </a:r>
              <a:endParaRPr lang="en-US">
                <a:ea typeface="Calibri Light"/>
                <a:cs typeface="Calibri Light"/>
              </a:endParaRPr>
            </a:p>
          </p:txBody>
        </p:sp>
        <p:sp>
          <p:nvSpPr>
            <p:cNvPr id="20" name="TextBox 19">
              <a:extLst>
                <a:ext uri="{FF2B5EF4-FFF2-40B4-BE49-F238E27FC236}">
                  <a16:creationId xmlns:a16="http://schemas.microsoft.com/office/drawing/2014/main" id="{0F63076D-0DBE-EAA5-86AD-9B65D8F125CB}"/>
                </a:ext>
              </a:extLst>
            </p:cNvPr>
            <p:cNvSpPr txBox="1"/>
            <p:nvPr/>
          </p:nvSpPr>
          <p:spPr>
            <a:xfrm>
              <a:off x="699950" y="4079147"/>
              <a:ext cx="1800173"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Prerequisite </a:t>
              </a:r>
              <a:r>
                <a:rPr lang="en-US" sz="1100">
                  <a:latin typeface="Segoe UI"/>
                  <a:cs typeface="Segoe UI"/>
                </a:rPr>
                <a:t>relationships</a:t>
              </a:r>
              <a:endParaRPr lang="en-US">
                <a:ea typeface="Calibri Light"/>
                <a:cs typeface="Calibri Light"/>
              </a:endParaRPr>
            </a:p>
          </p:txBody>
        </p:sp>
        <p:sp>
          <p:nvSpPr>
            <p:cNvPr id="21" name="TextBox 20">
              <a:extLst>
                <a:ext uri="{FF2B5EF4-FFF2-40B4-BE49-F238E27FC236}">
                  <a16:creationId xmlns:a16="http://schemas.microsoft.com/office/drawing/2014/main" id="{DCEF2B63-92C1-5DE1-BD0A-2A317F5B8573}"/>
                </a:ext>
              </a:extLst>
            </p:cNvPr>
            <p:cNvSpPr txBox="1"/>
            <p:nvPr/>
          </p:nvSpPr>
          <p:spPr>
            <a:xfrm>
              <a:off x="699950" y="4313190"/>
              <a:ext cx="1878719"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Concept dependency</a:t>
              </a:r>
              <a:r>
                <a:rPr lang="en-US" sz="1100">
                  <a:latin typeface="Segoe UI"/>
                  <a:cs typeface="Segoe UI"/>
                </a:rPr>
                <a:t> links</a:t>
              </a:r>
              <a:endParaRPr lang="en-US">
                <a:ea typeface="Calibri Light"/>
                <a:cs typeface="Calibri Light"/>
              </a:endParaRPr>
            </a:p>
          </p:txBody>
        </p:sp>
      </p:grpSp>
      <p:grpSp>
        <p:nvGrpSpPr>
          <p:cNvPr id="37" name="Group 36">
            <a:extLst>
              <a:ext uri="{FF2B5EF4-FFF2-40B4-BE49-F238E27FC236}">
                <a16:creationId xmlns:a16="http://schemas.microsoft.com/office/drawing/2014/main" id="{C84032D3-FCA7-EBEF-E74D-0B1C28D6FCE7}"/>
              </a:ext>
            </a:extLst>
          </p:cNvPr>
          <p:cNvGrpSpPr/>
          <p:nvPr/>
        </p:nvGrpSpPr>
        <p:grpSpPr>
          <a:xfrm>
            <a:off x="6819899" y="2702379"/>
            <a:ext cx="2226129" cy="1170214"/>
            <a:chOff x="3864427" y="742950"/>
            <a:chExt cx="2226129" cy="1170214"/>
          </a:xfrm>
        </p:grpSpPr>
        <p:sp>
          <p:nvSpPr>
            <p:cNvPr id="22" name="Rectangle: Rounded Corners 21">
              <a:extLst>
                <a:ext uri="{FF2B5EF4-FFF2-40B4-BE49-F238E27FC236}">
                  <a16:creationId xmlns:a16="http://schemas.microsoft.com/office/drawing/2014/main" id="{E25FDC96-A69F-B518-3374-48EF7713B923}"/>
                </a:ext>
              </a:extLst>
            </p:cNvPr>
            <p:cNvSpPr/>
            <p:nvPr/>
          </p:nvSpPr>
          <p:spPr>
            <a:xfrm>
              <a:off x="3864427" y="742950"/>
              <a:ext cx="2226129" cy="1170214"/>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TextBox 22">
              <a:extLst>
                <a:ext uri="{FF2B5EF4-FFF2-40B4-BE49-F238E27FC236}">
                  <a16:creationId xmlns:a16="http://schemas.microsoft.com/office/drawing/2014/main" id="{9CB07808-1DA4-4822-4D7E-82F52B5D8E18}"/>
                </a:ext>
              </a:extLst>
            </p:cNvPr>
            <p:cNvSpPr txBox="1"/>
            <p:nvPr/>
          </p:nvSpPr>
          <p:spPr>
            <a:xfrm>
              <a:off x="4009208" y="807991"/>
              <a:ext cx="2008563"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Retrieval Methods Compared</a:t>
              </a:r>
              <a:r>
                <a:rPr lang="en-US" sz="1100">
                  <a:latin typeface="Segoe UI"/>
                  <a:cs typeface="Segoe UI"/>
                </a:rPr>
                <a:t>: </a:t>
              </a:r>
            </a:p>
          </p:txBody>
        </p:sp>
        <p:sp>
          <p:nvSpPr>
            <p:cNvPr id="24" name="TextBox 23">
              <a:extLst>
                <a:ext uri="{FF2B5EF4-FFF2-40B4-BE49-F238E27FC236}">
                  <a16:creationId xmlns:a16="http://schemas.microsoft.com/office/drawing/2014/main" id="{2F043CAD-612B-AF28-0162-E0A66FFAE0AD}"/>
                </a:ext>
              </a:extLst>
            </p:cNvPr>
            <p:cNvSpPr txBox="1"/>
            <p:nvPr/>
          </p:nvSpPr>
          <p:spPr>
            <a:xfrm>
              <a:off x="4025535" y="1033593"/>
              <a:ext cx="1213047"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Lexical</a:t>
              </a:r>
              <a:r>
                <a:rPr lang="en-US" sz="1100">
                  <a:latin typeface="Segoe UI"/>
                  <a:cs typeface="Segoe UI"/>
                </a:rPr>
                <a:t>+</a:t>
              </a:r>
              <a:r>
                <a:rPr lang="en-US" sz="1100" b="1">
                  <a:latin typeface="Segoe UI"/>
                  <a:cs typeface="Segoe UI"/>
                </a:rPr>
                <a:t>Graph</a:t>
              </a:r>
              <a:r>
                <a:rPr lang="en-US" sz="1100">
                  <a:latin typeface="Segoe UI"/>
                  <a:cs typeface="Segoe UI"/>
                </a:rPr>
                <a:t> based retrieval</a:t>
              </a:r>
              <a:endParaRPr lang="en-US">
                <a:ea typeface="Calibri Light"/>
                <a:cs typeface="Calibri Light"/>
              </a:endParaRPr>
            </a:p>
          </p:txBody>
        </p:sp>
        <p:sp>
          <p:nvSpPr>
            <p:cNvPr id="25" name="TextBox 24">
              <a:extLst>
                <a:ext uri="{FF2B5EF4-FFF2-40B4-BE49-F238E27FC236}">
                  <a16:creationId xmlns:a16="http://schemas.microsoft.com/office/drawing/2014/main" id="{384E1257-977F-C75F-B8FE-1D32F130ADDC}"/>
                </a:ext>
              </a:extLst>
            </p:cNvPr>
            <p:cNvSpPr txBox="1"/>
            <p:nvPr/>
          </p:nvSpPr>
          <p:spPr>
            <a:xfrm>
              <a:off x="4025535" y="1409151"/>
              <a:ext cx="1691973"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Semantic</a:t>
              </a:r>
              <a:r>
                <a:rPr lang="en-US" sz="1100">
                  <a:latin typeface="Segoe UI"/>
                  <a:cs typeface="Segoe UI"/>
                </a:rPr>
                <a:t> </a:t>
              </a:r>
              <a:r>
                <a:rPr lang="en-US" sz="1100" b="1">
                  <a:latin typeface="Segoe UI"/>
                  <a:cs typeface="Segoe UI"/>
                </a:rPr>
                <a:t>Embedding </a:t>
              </a:r>
              <a:r>
                <a:rPr lang="en-US" sz="1100">
                  <a:latin typeface="Segoe UI"/>
                  <a:cs typeface="Segoe UI"/>
                </a:rPr>
                <a:t>based retrieval</a:t>
              </a:r>
              <a:endParaRPr lang="en-US">
                <a:ea typeface="Calibri Light"/>
                <a:cs typeface="Calibri Light"/>
              </a:endParaRPr>
            </a:p>
          </p:txBody>
        </p:sp>
      </p:grpSp>
      <p:grpSp>
        <p:nvGrpSpPr>
          <p:cNvPr id="38" name="Group 37">
            <a:extLst>
              <a:ext uri="{FF2B5EF4-FFF2-40B4-BE49-F238E27FC236}">
                <a16:creationId xmlns:a16="http://schemas.microsoft.com/office/drawing/2014/main" id="{D178FDEF-48F0-A49A-DEEA-A44AE4FCF5C4}"/>
              </a:ext>
            </a:extLst>
          </p:cNvPr>
          <p:cNvGrpSpPr/>
          <p:nvPr/>
        </p:nvGrpSpPr>
        <p:grpSpPr>
          <a:xfrm>
            <a:off x="6819898" y="938893"/>
            <a:ext cx="2149929" cy="1458684"/>
            <a:chOff x="3864426" y="1630135"/>
            <a:chExt cx="2149929" cy="1458684"/>
          </a:xfrm>
        </p:grpSpPr>
        <p:sp>
          <p:nvSpPr>
            <p:cNvPr id="26" name="Rectangle: Rounded Corners 25">
              <a:extLst>
                <a:ext uri="{FF2B5EF4-FFF2-40B4-BE49-F238E27FC236}">
                  <a16:creationId xmlns:a16="http://schemas.microsoft.com/office/drawing/2014/main" id="{E9DEF5C3-8342-6EC5-C98E-031B6D98EA2A}"/>
                </a:ext>
              </a:extLst>
            </p:cNvPr>
            <p:cNvSpPr/>
            <p:nvPr/>
          </p:nvSpPr>
          <p:spPr>
            <a:xfrm>
              <a:off x="3864426" y="1630135"/>
              <a:ext cx="2149929" cy="1458684"/>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TextBox 26">
              <a:extLst>
                <a:ext uri="{FF2B5EF4-FFF2-40B4-BE49-F238E27FC236}">
                  <a16:creationId xmlns:a16="http://schemas.microsoft.com/office/drawing/2014/main" id="{78CB4D31-66BD-F2E4-D884-57119912E7C3}"/>
                </a:ext>
              </a:extLst>
            </p:cNvPr>
            <p:cNvSpPr txBox="1"/>
            <p:nvPr/>
          </p:nvSpPr>
          <p:spPr>
            <a:xfrm>
              <a:off x="4003765" y="1711505"/>
              <a:ext cx="1673535"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Adaptive Learning Setup:</a:t>
              </a:r>
              <a:endParaRPr lang="en-US"/>
            </a:p>
          </p:txBody>
        </p:sp>
        <p:sp>
          <p:nvSpPr>
            <p:cNvPr id="28" name="TextBox 27">
              <a:extLst>
                <a:ext uri="{FF2B5EF4-FFF2-40B4-BE49-F238E27FC236}">
                  <a16:creationId xmlns:a16="http://schemas.microsoft.com/office/drawing/2014/main" id="{F493D685-EF61-BAC2-6A9B-C0E1E7678AD1}"/>
                </a:ext>
              </a:extLst>
            </p:cNvPr>
            <p:cNvSpPr txBox="1"/>
            <p:nvPr/>
          </p:nvSpPr>
          <p:spPr>
            <a:xfrm>
              <a:off x="3998323" y="1920781"/>
              <a:ext cx="1936428"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a:latin typeface="Segoe UI"/>
                  <a:cs typeface="Segoe UI"/>
                </a:rPr>
                <a:t>Learner mastery was initialized </a:t>
              </a:r>
              <a:endParaRPr lang="en-US">
                <a:latin typeface="Calibri Light"/>
                <a:ea typeface="Calibri Light"/>
                <a:cs typeface="Calibri Light"/>
              </a:endParaRPr>
            </a:p>
            <a:p>
              <a:r>
                <a:rPr lang="en-US" sz="1100">
                  <a:latin typeface="Segoe UI"/>
                  <a:cs typeface="Segoe UI"/>
                </a:rPr>
                <a:t>using BKT with:</a:t>
              </a:r>
              <a:endParaRPr lang="en-US">
                <a:ea typeface="Calibri Light"/>
                <a:cs typeface="Calibri Light"/>
              </a:endParaRPr>
            </a:p>
          </p:txBody>
        </p:sp>
        <p:sp>
          <p:nvSpPr>
            <p:cNvPr id="29" name="TextBox 28">
              <a:extLst>
                <a:ext uri="{FF2B5EF4-FFF2-40B4-BE49-F238E27FC236}">
                  <a16:creationId xmlns:a16="http://schemas.microsoft.com/office/drawing/2014/main" id="{D6A7CF13-7564-4C7F-03A7-EF58E3BE92D5}"/>
                </a:ext>
              </a:extLst>
            </p:cNvPr>
            <p:cNvSpPr txBox="1"/>
            <p:nvPr/>
          </p:nvSpPr>
          <p:spPr>
            <a:xfrm>
              <a:off x="4107179" y="2306675"/>
              <a:ext cx="1764907" cy="677108"/>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a:latin typeface="Segoe UI"/>
                  <a:ea typeface="+mn-lt"/>
                  <a:cs typeface="Segoe UI"/>
                </a:rPr>
                <a:t>P(Initial Knowledge) = 0.2</a:t>
              </a:r>
              <a:endParaRPr lang="en-US">
                <a:latin typeface="Segoe UI"/>
                <a:ea typeface="Calibri Light"/>
                <a:cs typeface="Segoe UI"/>
              </a:endParaRPr>
            </a:p>
            <a:p>
              <a:pPr marL="171450" indent="-171450">
                <a:buFont typeface="Arial"/>
                <a:buChar char="•"/>
              </a:pPr>
              <a:r>
                <a:rPr lang="en-US" sz="1100">
                  <a:latin typeface="Segoe UI"/>
                  <a:ea typeface="+mn-lt"/>
                  <a:cs typeface="Segoe UI"/>
                </a:rPr>
                <a:t>P(Guess)  = 0.2</a:t>
              </a:r>
              <a:endParaRPr lang="en-US">
                <a:latin typeface="Segoe UI"/>
                <a:ea typeface="Calibri Light"/>
                <a:cs typeface="Segoe UI"/>
              </a:endParaRPr>
            </a:p>
            <a:p>
              <a:pPr marL="171450" indent="-171450">
                <a:buFont typeface="Arial"/>
                <a:buChar char="•"/>
              </a:pPr>
              <a:r>
                <a:rPr lang="en-US" sz="1100">
                  <a:latin typeface="Segoe UI"/>
                  <a:ea typeface="+mn-lt"/>
                  <a:cs typeface="Segoe UI"/>
                </a:rPr>
                <a:t>P(Slip)  = 0.1</a:t>
              </a:r>
              <a:endParaRPr lang="en-US">
                <a:latin typeface="Segoe UI"/>
                <a:ea typeface="Calibri Light"/>
                <a:cs typeface="Segoe UI"/>
              </a:endParaRPr>
            </a:p>
            <a:p>
              <a:pPr marL="171450" indent="-171450">
                <a:buFont typeface="Arial"/>
                <a:buChar char="•"/>
              </a:pPr>
              <a:r>
                <a:rPr lang="en-US" sz="1100">
                  <a:latin typeface="Segoe UI"/>
                  <a:ea typeface="+mn-lt"/>
                  <a:cs typeface="Segoe UI"/>
                </a:rPr>
                <a:t>P(Learning Rate)  = 0.1</a:t>
              </a:r>
              <a:endParaRPr lang="en-US">
                <a:latin typeface="Segoe UI"/>
                <a:ea typeface="Calibri Light"/>
                <a:cs typeface="Segoe UI"/>
              </a:endParaRPr>
            </a:p>
          </p:txBody>
        </p:sp>
      </p:grpSp>
      <p:grpSp>
        <p:nvGrpSpPr>
          <p:cNvPr id="42" name="Group 41">
            <a:extLst>
              <a:ext uri="{FF2B5EF4-FFF2-40B4-BE49-F238E27FC236}">
                <a16:creationId xmlns:a16="http://schemas.microsoft.com/office/drawing/2014/main" id="{07594609-27A7-E79D-8A66-AB8DF88C7D23}"/>
              </a:ext>
            </a:extLst>
          </p:cNvPr>
          <p:cNvGrpSpPr/>
          <p:nvPr/>
        </p:nvGrpSpPr>
        <p:grpSpPr>
          <a:xfrm>
            <a:off x="3265713" y="1423306"/>
            <a:ext cx="3156857" cy="1475011"/>
            <a:chOff x="3869870" y="3018064"/>
            <a:chExt cx="3156857" cy="1475011"/>
          </a:xfrm>
        </p:grpSpPr>
        <p:sp>
          <p:nvSpPr>
            <p:cNvPr id="30" name="Rectangle: Rounded Corners 29">
              <a:extLst>
                <a:ext uri="{FF2B5EF4-FFF2-40B4-BE49-F238E27FC236}">
                  <a16:creationId xmlns:a16="http://schemas.microsoft.com/office/drawing/2014/main" id="{2A277413-5674-74A2-DE25-FCAC13EB1E3F}"/>
                </a:ext>
              </a:extLst>
            </p:cNvPr>
            <p:cNvSpPr/>
            <p:nvPr/>
          </p:nvSpPr>
          <p:spPr>
            <a:xfrm>
              <a:off x="3869870" y="3018064"/>
              <a:ext cx="3156857" cy="1475011"/>
            </a:xfrm>
            <a:prstGeom prst="round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1" name="TextBox 30">
              <a:extLst>
                <a:ext uri="{FF2B5EF4-FFF2-40B4-BE49-F238E27FC236}">
                  <a16:creationId xmlns:a16="http://schemas.microsoft.com/office/drawing/2014/main" id="{BC96828D-0F11-F9BB-3D9A-BD0FD2C702CC}"/>
                </a:ext>
              </a:extLst>
            </p:cNvPr>
            <p:cNvSpPr txBox="1"/>
            <p:nvPr/>
          </p:nvSpPr>
          <p:spPr>
            <a:xfrm>
              <a:off x="4036422" y="3110319"/>
              <a:ext cx="1713611"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System Output Evaluated:</a:t>
              </a:r>
              <a:endParaRPr lang="en-US"/>
            </a:p>
          </p:txBody>
        </p:sp>
        <p:sp>
          <p:nvSpPr>
            <p:cNvPr id="32" name="TextBox 31">
              <a:extLst>
                <a:ext uri="{FF2B5EF4-FFF2-40B4-BE49-F238E27FC236}">
                  <a16:creationId xmlns:a16="http://schemas.microsoft.com/office/drawing/2014/main" id="{072492FE-C589-6E1E-4714-920F10D0B41C}"/>
                </a:ext>
              </a:extLst>
            </p:cNvPr>
            <p:cNvSpPr txBox="1"/>
            <p:nvPr/>
          </p:nvSpPr>
          <p:spPr>
            <a:xfrm>
              <a:off x="4025537" y="3306261"/>
              <a:ext cx="222496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a:latin typeface="Segoe UI"/>
                  <a:cs typeface="Segoe UI"/>
                </a:rPr>
                <a:t>The system was evaluated based on</a:t>
              </a:r>
              <a:endParaRPr lang="en-US"/>
            </a:p>
          </p:txBody>
        </p:sp>
        <p:sp>
          <p:nvSpPr>
            <p:cNvPr id="33" name="TextBox 32">
              <a:extLst>
                <a:ext uri="{FF2B5EF4-FFF2-40B4-BE49-F238E27FC236}">
                  <a16:creationId xmlns:a16="http://schemas.microsoft.com/office/drawing/2014/main" id="{CF6662B2-B6F9-298F-BAA1-EFD8D50AD91F}"/>
                </a:ext>
              </a:extLst>
            </p:cNvPr>
            <p:cNvSpPr txBox="1"/>
            <p:nvPr/>
          </p:nvSpPr>
          <p:spPr>
            <a:xfrm>
              <a:off x="4079964" y="3529418"/>
              <a:ext cx="2765181"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Knowledge Graph Construction Quality</a:t>
              </a:r>
              <a:endParaRPr lang="en-US" b="1">
                <a:ea typeface="Calibri Light"/>
                <a:cs typeface="Calibri Light"/>
              </a:endParaRPr>
            </a:p>
          </p:txBody>
        </p:sp>
        <p:sp>
          <p:nvSpPr>
            <p:cNvPr id="34" name="TextBox 33">
              <a:extLst>
                <a:ext uri="{FF2B5EF4-FFF2-40B4-BE49-F238E27FC236}">
                  <a16:creationId xmlns:a16="http://schemas.microsoft.com/office/drawing/2014/main" id="{07A46467-453C-EE3E-29F9-142EA29874B6}"/>
                </a:ext>
              </a:extLst>
            </p:cNvPr>
            <p:cNvSpPr txBox="1"/>
            <p:nvPr/>
          </p:nvSpPr>
          <p:spPr>
            <a:xfrm>
              <a:off x="4079964" y="3752575"/>
              <a:ext cx="234198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Retrieval coverage improvement</a:t>
              </a:r>
              <a:endParaRPr lang="en-US" b="1">
                <a:ea typeface="Calibri Light"/>
                <a:cs typeface="Calibri Light"/>
              </a:endParaRPr>
            </a:p>
          </p:txBody>
        </p:sp>
        <p:sp>
          <p:nvSpPr>
            <p:cNvPr id="35" name="TextBox 34">
              <a:extLst>
                <a:ext uri="{FF2B5EF4-FFF2-40B4-BE49-F238E27FC236}">
                  <a16:creationId xmlns:a16="http://schemas.microsoft.com/office/drawing/2014/main" id="{FED626C1-BB72-0003-95C7-C436E9C64089}"/>
                </a:ext>
              </a:extLst>
            </p:cNvPr>
            <p:cNvSpPr txBox="1"/>
            <p:nvPr/>
          </p:nvSpPr>
          <p:spPr>
            <a:xfrm>
              <a:off x="4079964" y="3970289"/>
              <a:ext cx="221374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Grounded question generation</a:t>
              </a:r>
              <a:endParaRPr lang="en-US" b="1">
                <a:ea typeface="Calibri Light"/>
                <a:cs typeface="Calibri Light"/>
              </a:endParaRPr>
            </a:p>
          </p:txBody>
        </p:sp>
        <p:sp>
          <p:nvSpPr>
            <p:cNvPr id="36" name="TextBox 35">
              <a:extLst>
                <a:ext uri="{FF2B5EF4-FFF2-40B4-BE49-F238E27FC236}">
                  <a16:creationId xmlns:a16="http://schemas.microsoft.com/office/drawing/2014/main" id="{50F031AF-59A1-89F7-C986-7DD259B72781}"/>
                </a:ext>
              </a:extLst>
            </p:cNvPr>
            <p:cNvSpPr txBox="1"/>
            <p:nvPr/>
          </p:nvSpPr>
          <p:spPr>
            <a:xfrm>
              <a:off x="4074521" y="4193446"/>
              <a:ext cx="2487861"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ea typeface="Calibri Light"/>
                  <a:cs typeface="Segoe UI"/>
                </a:rPr>
                <a:t>State Transition updates using BKT</a:t>
              </a:r>
            </a:p>
          </p:txBody>
        </p:sp>
      </p:grpSp>
      <p:sp>
        <p:nvSpPr>
          <p:cNvPr id="44" name="Rectangle 43">
            <a:extLst>
              <a:ext uri="{FF2B5EF4-FFF2-40B4-BE49-F238E27FC236}">
                <a16:creationId xmlns:a16="http://schemas.microsoft.com/office/drawing/2014/main" id="{7D087361-04D1-25EC-0C62-AEEA5DDE8002}"/>
              </a:ext>
            </a:extLst>
          </p:cNvPr>
          <p:cNvSpPr/>
          <p:nvPr/>
        </p:nvSpPr>
        <p:spPr>
          <a:xfrm>
            <a:off x="393246" y="2518683"/>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ea typeface="Calibri Light"/>
                <a:cs typeface="Calibri Light"/>
              </a:rPr>
              <a:t>2</a:t>
            </a:r>
          </a:p>
        </p:txBody>
      </p:sp>
      <p:sp>
        <p:nvSpPr>
          <p:cNvPr id="47" name="Rectangle 46">
            <a:extLst>
              <a:ext uri="{FF2B5EF4-FFF2-40B4-BE49-F238E27FC236}">
                <a16:creationId xmlns:a16="http://schemas.microsoft.com/office/drawing/2014/main" id="{3770126D-8188-BFEE-C784-4DA343816216}"/>
              </a:ext>
            </a:extLst>
          </p:cNvPr>
          <p:cNvSpPr/>
          <p:nvPr/>
        </p:nvSpPr>
        <p:spPr>
          <a:xfrm>
            <a:off x="393246" y="760640"/>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1</a:t>
            </a:r>
          </a:p>
        </p:txBody>
      </p:sp>
      <p:sp>
        <p:nvSpPr>
          <p:cNvPr id="48" name="Rectangle 47">
            <a:extLst>
              <a:ext uri="{FF2B5EF4-FFF2-40B4-BE49-F238E27FC236}">
                <a16:creationId xmlns:a16="http://schemas.microsoft.com/office/drawing/2014/main" id="{FA6BB9F8-E004-942F-181E-AF5ED148245F}"/>
              </a:ext>
            </a:extLst>
          </p:cNvPr>
          <p:cNvSpPr/>
          <p:nvPr/>
        </p:nvSpPr>
        <p:spPr>
          <a:xfrm>
            <a:off x="3795031" y="3084740"/>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3</a:t>
            </a:r>
          </a:p>
        </p:txBody>
      </p:sp>
      <p:sp>
        <p:nvSpPr>
          <p:cNvPr id="49" name="Rectangle 48">
            <a:extLst>
              <a:ext uri="{FF2B5EF4-FFF2-40B4-BE49-F238E27FC236}">
                <a16:creationId xmlns:a16="http://schemas.microsoft.com/office/drawing/2014/main" id="{E17ABE47-3454-9830-7048-5E578465E5BC}"/>
              </a:ext>
            </a:extLst>
          </p:cNvPr>
          <p:cNvSpPr/>
          <p:nvPr/>
        </p:nvSpPr>
        <p:spPr>
          <a:xfrm>
            <a:off x="7131502" y="2491468"/>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4</a:t>
            </a:r>
          </a:p>
        </p:txBody>
      </p:sp>
      <p:sp>
        <p:nvSpPr>
          <p:cNvPr id="50" name="Rectangle 49">
            <a:extLst>
              <a:ext uri="{FF2B5EF4-FFF2-40B4-BE49-F238E27FC236}">
                <a16:creationId xmlns:a16="http://schemas.microsoft.com/office/drawing/2014/main" id="{6E56102E-B1CD-221E-3CB5-BA62E2DDD521}"/>
              </a:ext>
            </a:extLst>
          </p:cNvPr>
          <p:cNvSpPr/>
          <p:nvPr/>
        </p:nvSpPr>
        <p:spPr>
          <a:xfrm>
            <a:off x="7131502" y="744310"/>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5</a:t>
            </a:r>
          </a:p>
        </p:txBody>
      </p:sp>
      <p:sp>
        <p:nvSpPr>
          <p:cNvPr id="51" name="Rectangle 50">
            <a:extLst>
              <a:ext uri="{FF2B5EF4-FFF2-40B4-BE49-F238E27FC236}">
                <a16:creationId xmlns:a16="http://schemas.microsoft.com/office/drawing/2014/main" id="{6900DACB-A61B-1736-A246-DBC9C3344F93}"/>
              </a:ext>
            </a:extLst>
          </p:cNvPr>
          <p:cNvSpPr/>
          <p:nvPr/>
        </p:nvSpPr>
        <p:spPr>
          <a:xfrm>
            <a:off x="4616901" y="1185181"/>
            <a:ext cx="283029" cy="239486"/>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6</a:t>
            </a:r>
          </a:p>
        </p:txBody>
      </p:sp>
    </p:spTree>
    <p:extLst>
      <p:ext uri="{BB962C8B-B14F-4D97-AF65-F5344CB8AC3E}">
        <p14:creationId xmlns:p14="http://schemas.microsoft.com/office/powerpoint/2010/main" val="2476125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F14B4-6A20-DF41-7AB2-5D1676D704E7}"/>
            </a:ext>
          </a:extLst>
        </p:cNvPr>
        <p:cNvGrpSpPr/>
        <p:nvPr/>
      </p:nvGrpSpPr>
      <p:grpSpPr>
        <a:xfrm>
          <a:off x="0" y="0"/>
          <a:ext cx="0" cy="0"/>
          <a:chOff x="0" y="0"/>
          <a:chExt cx="0" cy="0"/>
        </a:xfrm>
      </p:grpSpPr>
      <p:sp>
        <p:nvSpPr>
          <p:cNvPr id="41" name="Title 1">
            <a:extLst>
              <a:ext uri="{FF2B5EF4-FFF2-40B4-BE49-F238E27FC236}">
                <a16:creationId xmlns:a16="http://schemas.microsoft.com/office/drawing/2014/main" id="{CFAD8A0C-83C2-6AEB-B88B-7A76062010D8}"/>
              </a:ext>
            </a:extLst>
          </p:cNvPr>
          <p:cNvSpPr>
            <a:spLocks noGrp="1"/>
          </p:cNvSpPr>
          <p:nvPr>
            <p:ph type="title"/>
          </p:nvPr>
        </p:nvSpPr>
        <p:spPr>
          <a:xfrm>
            <a:off x="4097256" y="228600"/>
            <a:ext cx="1058794" cy="276522"/>
          </a:xfrm>
        </p:spPr>
        <p:txBody>
          <a:bodyPr vert="horz" wrap="square" lIns="0" tIns="12065" rIns="0" bIns="0" rtlCol="0" anchor="t">
            <a:noAutofit/>
          </a:bodyPr>
          <a:lstStyle/>
          <a:p>
            <a:r>
              <a:rPr lang="en-US" sz="2000" b="1">
                <a:latin typeface="Poppins"/>
                <a:cs typeface="Poppins"/>
              </a:rPr>
              <a:t>Results</a:t>
            </a:r>
            <a:endParaRPr lang="en-US" sz="2000" b="1">
              <a:latin typeface="Poppins"/>
              <a:ea typeface="Calibri"/>
              <a:cs typeface="Poppins"/>
            </a:endParaRPr>
          </a:p>
        </p:txBody>
      </p:sp>
      <p:graphicFrame>
        <p:nvGraphicFramePr>
          <p:cNvPr id="43" name="Table 42">
            <a:extLst>
              <a:ext uri="{FF2B5EF4-FFF2-40B4-BE49-F238E27FC236}">
                <a16:creationId xmlns:a16="http://schemas.microsoft.com/office/drawing/2014/main" id="{A9A84862-DD7B-E7CF-5EE4-C47FA903E0BA}"/>
              </a:ext>
            </a:extLst>
          </p:cNvPr>
          <p:cNvGraphicFramePr>
            <a:graphicFrameLocks noGrp="1"/>
          </p:cNvGraphicFramePr>
          <p:nvPr>
            <p:extLst>
              <p:ext uri="{D42A27DB-BD31-4B8C-83A1-F6EECF244321}">
                <p14:modId xmlns:p14="http://schemas.microsoft.com/office/powerpoint/2010/main" val="2865612396"/>
              </p:ext>
            </p:extLst>
          </p:nvPr>
        </p:nvGraphicFramePr>
        <p:xfrm>
          <a:off x="5723709" y="755032"/>
          <a:ext cx="3192624" cy="1166114"/>
        </p:xfrm>
        <a:graphic>
          <a:graphicData uri="http://schemas.openxmlformats.org/drawingml/2006/table">
            <a:tbl>
              <a:tblPr firstRow="1" bandRow="1">
                <a:tableStyleId>{5C22544A-7EE6-4342-B048-85BDC9FD1C3A}</a:tableStyleId>
              </a:tblPr>
              <a:tblGrid>
                <a:gridCol w="798156">
                  <a:extLst>
                    <a:ext uri="{9D8B030D-6E8A-4147-A177-3AD203B41FA5}">
                      <a16:colId xmlns:a16="http://schemas.microsoft.com/office/drawing/2014/main" val="3496430929"/>
                    </a:ext>
                  </a:extLst>
                </a:gridCol>
                <a:gridCol w="798156">
                  <a:extLst>
                    <a:ext uri="{9D8B030D-6E8A-4147-A177-3AD203B41FA5}">
                      <a16:colId xmlns:a16="http://schemas.microsoft.com/office/drawing/2014/main" val="4070399095"/>
                    </a:ext>
                  </a:extLst>
                </a:gridCol>
                <a:gridCol w="798156">
                  <a:extLst>
                    <a:ext uri="{9D8B030D-6E8A-4147-A177-3AD203B41FA5}">
                      <a16:colId xmlns:a16="http://schemas.microsoft.com/office/drawing/2014/main" val="527669452"/>
                    </a:ext>
                  </a:extLst>
                </a:gridCol>
                <a:gridCol w="798156">
                  <a:extLst>
                    <a:ext uri="{9D8B030D-6E8A-4147-A177-3AD203B41FA5}">
                      <a16:colId xmlns:a16="http://schemas.microsoft.com/office/drawing/2014/main" val="3697749656"/>
                    </a:ext>
                  </a:extLst>
                </a:gridCol>
              </a:tblGrid>
              <a:tr h="269588">
                <a:tc>
                  <a:txBody>
                    <a:bodyPr/>
                    <a:lstStyle/>
                    <a:p>
                      <a:pPr marL="0" lvl="0" indent="0" algn="l">
                        <a:lnSpc>
                          <a:spcPts val="1425"/>
                        </a:lnSpc>
                        <a:buNone/>
                      </a:pPr>
                      <a:r>
                        <a:rPr lang="en-US" sz="700" b="1" i="0">
                          <a:solidFill>
                            <a:srgbClr val="000000"/>
                          </a:solidFill>
                          <a:effectLst/>
                          <a:latin typeface="Poppins"/>
                          <a:cs typeface="Poppins"/>
                        </a:rPr>
                        <a:t>No. Of Chunks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1000 </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2042</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4084</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7215704"/>
                  </a:ext>
                </a:extLst>
              </a:tr>
              <a:tr h="269588">
                <a:tc>
                  <a:txBody>
                    <a:bodyPr/>
                    <a:lstStyle/>
                    <a:p>
                      <a:pPr marL="0" lvl="0" indent="0" algn="l">
                        <a:lnSpc>
                          <a:spcPts val="1425"/>
                        </a:lnSpc>
                        <a:buNone/>
                      </a:pPr>
                      <a:r>
                        <a:rPr lang="en-US" sz="700" b="1" i="0">
                          <a:solidFill>
                            <a:srgbClr val="000000"/>
                          </a:solidFill>
                          <a:effectLst/>
                          <a:latin typeface="Poppins"/>
                          <a:cs typeface="Poppins"/>
                        </a:rPr>
                        <a:t>Concepts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1039</a:t>
                      </a:r>
                      <a:endParaRPr lang="en-US" sz="800" b="0" i="0">
                        <a:solidFill>
                          <a:srgbClr val="000000"/>
                        </a:solidFill>
                        <a:effectLst/>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1479</a:t>
                      </a:r>
                      <a:endParaRPr lang="en-US" sz="800"/>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2260</a:t>
                      </a:r>
                      <a:endParaRPr lang="en-US" sz="800" b="0" i="0">
                        <a:solidFill>
                          <a:srgbClr val="000000"/>
                        </a:solidFill>
                        <a:effectLst/>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8595649"/>
                  </a:ext>
                </a:extLst>
              </a:tr>
              <a:tr h="457200">
                <a:tc>
                  <a:txBody>
                    <a:bodyPr/>
                    <a:lstStyle/>
                    <a:p>
                      <a:pPr marL="0" lvl="0" indent="0" algn="l">
                        <a:lnSpc>
                          <a:spcPts val="1425"/>
                        </a:lnSpc>
                        <a:buNone/>
                      </a:pPr>
                      <a:r>
                        <a:rPr lang="en-US" sz="700" b="1" i="0">
                          <a:solidFill>
                            <a:srgbClr val="000000"/>
                          </a:solidFill>
                          <a:effectLst/>
                          <a:latin typeface="Poppins"/>
                          <a:cs typeface="Poppins"/>
                        </a:rPr>
                        <a:t>Unique Concepts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610</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765</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1098</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0544402"/>
                  </a:ext>
                </a:extLst>
              </a:tr>
            </a:tbl>
          </a:graphicData>
        </a:graphic>
      </p:graphicFrame>
      <p:sp>
        <p:nvSpPr>
          <p:cNvPr id="45" name="Content Placeholder 2">
            <a:extLst>
              <a:ext uri="{FF2B5EF4-FFF2-40B4-BE49-F238E27FC236}">
                <a16:creationId xmlns:a16="http://schemas.microsoft.com/office/drawing/2014/main" id="{AEA7F9E4-F217-78BA-CB57-CE40C489B21A}"/>
              </a:ext>
            </a:extLst>
          </p:cNvPr>
          <p:cNvSpPr txBox="1">
            <a:spLocks/>
          </p:cNvSpPr>
          <p:nvPr/>
        </p:nvSpPr>
        <p:spPr>
          <a:xfrm>
            <a:off x="5721872" y="521939"/>
            <a:ext cx="1736560"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400" b="1">
                <a:solidFill>
                  <a:schemeClr val="tx1"/>
                </a:solidFill>
                <a:latin typeface="Calibri Light"/>
                <a:ea typeface="Calibri Light"/>
                <a:cs typeface="Calibri Light"/>
              </a:rPr>
              <a:t>Total Chunks</a:t>
            </a:r>
            <a:r>
              <a:rPr lang="en-US" sz="1400">
                <a:solidFill>
                  <a:schemeClr val="tx1"/>
                </a:solidFill>
              </a:rPr>
              <a:t>: </a:t>
            </a:r>
            <a:r>
              <a:rPr lang="en-US" sz="1400" b="1">
                <a:solidFill>
                  <a:schemeClr val="tx1"/>
                </a:solidFill>
              </a:rPr>
              <a:t>4084 </a:t>
            </a:r>
            <a:endParaRPr lang="en-US" b="1">
              <a:solidFill>
                <a:schemeClr val="tx1"/>
              </a:solidFill>
            </a:endParaRPr>
          </a:p>
        </p:txBody>
      </p:sp>
      <p:sp>
        <p:nvSpPr>
          <p:cNvPr id="47" name="Content Placeholder 2">
            <a:extLst>
              <a:ext uri="{FF2B5EF4-FFF2-40B4-BE49-F238E27FC236}">
                <a16:creationId xmlns:a16="http://schemas.microsoft.com/office/drawing/2014/main" id="{58D658A5-0B94-BA4D-444D-BD0E02A89219}"/>
              </a:ext>
            </a:extLst>
          </p:cNvPr>
          <p:cNvSpPr txBox="1">
            <a:spLocks/>
          </p:cNvSpPr>
          <p:nvPr/>
        </p:nvSpPr>
        <p:spPr>
          <a:xfrm>
            <a:off x="7523459" y="2002395"/>
            <a:ext cx="430276" cy="15581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900" b="1">
                <a:solidFill>
                  <a:schemeClr val="tx1"/>
                </a:solidFill>
              </a:rPr>
              <a:t>+25.41%</a:t>
            </a:r>
            <a:endParaRPr lang="en-US" sz="900" b="1">
              <a:solidFill>
                <a:schemeClr val="tx1"/>
              </a:solidFill>
              <a:ea typeface="Calibri"/>
            </a:endParaRPr>
          </a:p>
        </p:txBody>
      </p:sp>
      <p:sp>
        <p:nvSpPr>
          <p:cNvPr id="49" name="Content Placeholder 2">
            <a:extLst>
              <a:ext uri="{FF2B5EF4-FFF2-40B4-BE49-F238E27FC236}">
                <a16:creationId xmlns:a16="http://schemas.microsoft.com/office/drawing/2014/main" id="{1FFAF81B-8F39-5B29-213B-83E6A29E8336}"/>
              </a:ext>
            </a:extLst>
          </p:cNvPr>
          <p:cNvSpPr txBox="1">
            <a:spLocks/>
          </p:cNvSpPr>
          <p:nvPr/>
        </p:nvSpPr>
        <p:spPr>
          <a:xfrm>
            <a:off x="8345329" y="1996951"/>
            <a:ext cx="424833" cy="15581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900" b="1">
                <a:solidFill>
                  <a:schemeClr val="tx1"/>
                </a:solidFill>
              </a:rPr>
              <a:t>+43.53%</a:t>
            </a:r>
            <a:endParaRPr lang="en-US" sz="900" b="1">
              <a:solidFill>
                <a:schemeClr val="tx1"/>
              </a:solidFill>
              <a:ea typeface="Calibri"/>
            </a:endParaRPr>
          </a:p>
        </p:txBody>
      </p:sp>
      <p:sp>
        <p:nvSpPr>
          <p:cNvPr id="51" name="Content Placeholder 2">
            <a:extLst>
              <a:ext uri="{FF2B5EF4-FFF2-40B4-BE49-F238E27FC236}">
                <a16:creationId xmlns:a16="http://schemas.microsoft.com/office/drawing/2014/main" id="{DA8B15D0-8E19-68E7-3A2B-2F31564032FF}"/>
              </a:ext>
            </a:extLst>
          </p:cNvPr>
          <p:cNvSpPr txBox="1">
            <a:spLocks/>
          </p:cNvSpPr>
          <p:nvPr/>
        </p:nvSpPr>
        <p:spPr>
          <a:xfrm>
            <a:off x="5721873" y="2220110"/>
            <a:ext cx="3173476" cy="355867"/>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100">
                <a:solidFill>
                  <a:schemeClr val="tx1"/>
                </a:solidFill>
              </a:rPr>
              <a:t>Overall, from </a:t>
            </a:r>
            <a:r>
              <a:rPr lang="en-US" sz="1100" b="1">
                <a:solidFill>
                  <a:schemeClr val="tx1"/>
                </a:solidFill>
                <a:latin typeface="Poppins"/>
                <a:cs typeface="Poppins"/>
              </a:rPr>
              <a:t>1000</a:t>
            </a:r>
            <a:r>
              <a:rPr lang="en-US" sz="1100" b="1">
                <a:solidFill>
                  <a:schemeClr val="tx1"/>
                </a:solidFill>
              </a:rPr>
              <a:t> </a:t>
            </a:r>
            <a:r>
              <a:rPr lang="en-US" sz="1100">
                <a:solidFill>
                  <a:schemeClr val="tx1"/>
                </a:solidFill>
              </a:rPr>
              <a:t>to </a:t>
            </a:r>
            <a:r>
              <a:rPr lang="en-US" sz="1100" b="1">
                <a:solidFill>
                  <a:schemeClr val="tx1"/>
                </a:solidFill>
                <a:latin typeface="Poppins"/>
                <a:cs typeface="Poppins"/>
              </a:rPr>
              <a:t>4084</a:t>
            </a:r>
            <a:r>
              <a:rPr lang="en-US" sz="1100">
                <a:solidFill>
                  <a:schemeClr val="tx1"/>
                </a:solidFill>
                <a:latin typeface="Poppins"/>
                <a:cs typeface="Poppins"/>
              </a:rPr>
              <a:t> </a:t>
            </a:r>
            <a:r>
              <a:rPr lang="en-US" sz="1100">
                <a:solidFill>
                  <a:schemeClr val="tx1"/>
                </a:solidFill>
              </a:rPr>
              <a:t>chunks, Concepts grew by </a:t>
            </a:r>
            <a:r>
              <a:rPr lang="en-US" sz="1100" b="1">
                <a:solidFill>
                  <a:schemeClr val="tx1"/>
                </a:solidFill>
                <a:latin typeface="Poppins"/>
                <a:cs typeface="Poppins"/>
              </a:rPr>
              <a:t>117.5%</a:t>
            </a:r>
            <a:r>
              <a:rPr lang="en-US" sz="1100">
                <a:solidFill>
                  <a:schemeClr val="tx1"/>
                </a:solidFill>
              </a:rPr>
              <a:t> and Unique Concepts grew by</a:t>
            </a:r>
            <a:r>
              <a:rPr lang="en-US" sz="1100">
                <a:solidFill>
                  <a:schemeClr val="tx1"/>
                </a:solidFill>
                <a:latin typeface="Poppins"/>
                <a:cs typeface="Poppins"/>
              </a:rPr>
              <a:t> </a:t>
            </a:r>
            <a:r>
              <a:rPr lang="en-US" sz="1100" b="1">
                <a:solidFill>
                  <a:schemeClr val="tx1"/>
                </a:solidFill>
                <a:latin typeface="Poppins"/>
                <a:cs typeface="Poppins"/>
              </a:rPr>
              <a:t>80.0%</a:t>
            </a:r>
            <a:endParaRPr lang="en-US" sz="1100" b="1">
              <a:solidFill>
                <a:schemeClr val="tx1"/>
              </a:solidFill>
              <a:latin typeface="Poppins"/>
              <a:ea typeface="Calibri"/>
              <a:cs typeface="Poppins"/>
            </a:endParaRPr>
          </a:p>
        </p:txBody>
      </p:sp>
      <p:sp>
        <p:nvSpPr>
          <p:cNvPr id="53" name="Subtitle 11">
            <a:extLst>
              <a:ext uri="{FF2B5EF4-FFF2-40B4-BE49-F238E27FC236}">
                <a16:creationId xmlns:a16="http://schemas.microsoft.com/office/drawing/2014/main" id="{A7F989E1-E6DE-3884-562D-482A3B8DC170}"/>
              </a:ext>
            </a:extLst>
          </p:cNvPr>
          <p:cNvSpPr txBox="1">
            <a:spLocks/>
          </p:cNvSpPr>
          <p:nvPr/>
        </p:nvSpPr>
        <p:spPr>
          <a:xfrm>
            <a:off x="5906143" y="4158298"/>
            <a:ext cx="2932244" cy="199216"/>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ea typeface="+mn-lt"/>
                <a:cs typeface="+mn-lt"/>
              </a:rPr>
              <a:t>Total </a:t>
            </a:r>
            <a:r>
              <a:rPr lang="en-US" sz="1400" b="1">
                <a:ea typeface="+mn-lt"/>
                <a:cs typeface="+mn-lt"/>
              </a:rPr>
              <a:t>Nodes: 632 </a:t>
            </a:r>
            <a:r>
              <a:rPr lang="en-US" sz="1400">
                <a:ea typeface="+mn-lt"/>
                <a:cs typeface="+mn-lt"/>
              </a:rPr>
              <a:t>|</a:t>
            </a:r>
            <a:r>
              <a:rPr lang="en-US" sz="1400" b="1">
                <a:ea typeface="+mn-lt"/>
                <a:cs typeface="+mn-lt"/>
              </a:rPr>
              <a:t> </a:t>
            </a:r>
            <a:r>
              <a:rPr lang="en-US" sz="1400">
                <a:cs typeface="Poppins Light"/>
              </a:rPr>
              <a:t>Total </a:t>
            </a:r>
            <a:r>
              <a:rPr lang="en-US" sz="1400" b="1">
                <a:cs typeface="Poppins Light"/>
              </a:rPr>
              <a:t>Edges: 2168</a:t>
            </a:r>
            <a:endParaRPr lang="en-US" sz="1400">
              <a:ea typeface="Calibri Light"/>
              <a:cs typeface="Poppins Light"/>
            </a:endParaRPr>
          </a:p>
        </p:txBody>
      </p:sp>
      <p:sp>
        <p:nvSpPr>
          <p:cNvPr id="54" name="Content Placeholder 2">
            <a:extLst>
              <a:ext uri="{FF2B5EF4-FFF2-40B4-BE49-F238E27FC236}">
                <a16:creationId xmlns:a16="http://schemas.microsoft.com/office/drawing/2014/main" id="{B5E79A29-00C7-C278-8397-42FB86CDDE9A}"/>
              </a:ext>
            </a:extLst>
          </p:cNvPr>
          <p:cNvSpPr txBox="1">
            <a:spLocks/>
          </p:cNvSpPr>
          <p:nvPr/>
        </p:nvSpPr>
        <p:spPr>
          <a:xfrm>
            <a:off x="6113758" y="3983594"/>
            <a:ext cx="2656402"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400">
                <a:solidFill>
                  <a:schemeClr val="tx1"/>
                </a:solidFill>
              </a:rPr>
              <a:t>Knowledge Graph (For 1k Chunks) </a:t>
            </a:r>
            <a:endParaRPr lang="en-US" sz="1400">
              <a:solidFill>
                <a:schemeClr val="tx1"/>
              </a:solidFill>
              <a:ea typeface="Calibri"/>
            </a:endParaRPr>
          </a:p>
        </p:txBody>
      </p:sp>
      <p:graphicFrame>
        <p:nvGraphicFramePr>
          <p:cNvPr id="57" name="Table 56">
            <a:extLst>
              <a:ext uri="{FF2B5EF4-FFF2-40B4-BE49-F238E27FC236}">
                <a16:creationId xmlns:a16="http://schemas.microsoft.com/office/drawing/2014/main" id="{7EF47DCA-6350-27CB-AB73-3A3DB7EC886F}"/>
              </a:ext>
            </a:extLst>
          </p:cNvPr>
          <p:cNvGraphicFramePr>
            <a:graphicFrameLocks noGrp="1"/>
          </p:cNvGraphicFramePr>
          <p:nvPr>
            <p:extLst>
              <p:ext uri="{D42A27DB-BD31-4B8C-83A1-F6EECF244321}">
                <p14:modId xmlns:p14="http://schemas.microsoft.com/office/powerpoint/2010/main" val="2206962499"/>
              </p:ext>
            </p:extLst>
          </p:nvPr>
        </p:nvGraphicFramePr>
        <p:xfrm>
          <a:off x="223156" y="794656"/>
          <a:ext cx="5120640" cy="346456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604818386"/>
                    </a:ext>
                  </a:extLst>
                </a:gridCol>
                <a:gridCol w="1706880">
                  <a:extLst>
                    <a:ext uri="{9D8B030D-6E8A-4147-A177-3AD203B41FA5}">
                      <a16:colId xmlns:a16="http://schemas.microsoft.com/office/drawing/2014/main" val="1251081600"/>
                    </a:ext>
                  </a:extLst>
                </a:gridCol>
                <a:gridCol w="1706880">
                  <a:extLst>
                    <a:ext uri="{9D8B030D-6E8A-4147-A177-3AD203B41FA5}">
                      <a16:colId xmlns:a16="http://schemas.microsoft.com/office/drawing/2014/main" val="1899603286"/>
                    </a:ext>
                  </a:extLst>
                </a:gridCol>
              </a:tblGrid>
              <a:tr h="396240">
                <a:tc>
                  <a:txBody>
                    <a:bodyPr/>
                    <a:lstStyle/>
                    <a:p>
                      <a:pPr lvl="0" algn="ctr">
                        <a:buNone/>
                      </a:pPr>
                      <a:r>
                        <a:rPr lang="en-US" sz="1100" b="1" i="0" u="none" strike="noStrike" noProof="0">
                          <a:solidFill>
                            <a:srgbClr val="000000"/>
                          </a:solidFill>
                          <a:latin typeface="Arial"/>
                          <a:cs typeface="Arial"/>
                        </a:rPr>
                        <a:t>Metric</a:t>
                      </a:r>
                      <a:endParaRPr lang="en-US" sz="1100">
                        <a:solidFill>
                          <a:srgbClr val="00B0F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tc>
                  <a:txBody>
                    <a:bodyPr/>
                    <a:lstStyle/>
                    <a:p>
                      <a:pPr lvl="0" algn="ctr">
                        <a:buNone/>
                      </a:pPr>
                      <a:r>
                        <a:rPr lang="en-US" sz="1100" b="1" i="0" u="none" strike="noStrike" noProof="0">
                          <a:solidFill>
                            <a:srgbClr val="000000"/>
                          </a:solidFill>
                          <a:latin typeface="Arial"/>
                          <a:cs typeface="Arial"/>
                        </a:rPr>
                        <a:t>Lexical Mapping</a:t>
                      </a:r>
                      <a:endParaRPr lang="en-US" sz="11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tc>
                  <a:txBody>
                    <a:bodyPr/>
                    <a:lstStyle/>
                    <a:p>
                      <a:pPr lvl="0" algn="ctr">
                        <a:lnSpc>
                          <a:spcPct val="100000"/>
                        </a:lnSpc>
                        <a:spcBef>
                          <a:spcPts val="0"/>
                        </a:spcBef>
                        <a:spcAft>
                          <a:spcPts val="0"/>
                        </a:spcAft>
                        <a:buNone/>
                      </a:pPr>
                      <a:r>
                        <a:rPr lang="en-US" sz="1100" b="1" i="0" u="none" strike="noStrike" noProof="0">
                          <a:solidFill>
                            <a:srgbClr val="000000"/>
                          </a:solidFill>
                          <a:latin typeface="Arial"/>
                          <a:cs typeface="Arial"/>
                        </a:rPr>
                        <a:t>Semantic Embedding</a:t>
                      </a:r>
                      <a:endParaRPr lang="en-US" sz="1100" b="0" i="0" u="none" strike="noStrike" noProof="0">
                        <a:solidFill>
                          <a:srgbClr val="000000"/>
                        </a:solidFill>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extLst>
                  <a:ext uri="{0D108BD9-81ED-4DB2-BD59-A6C34878D82A}">
                    <a16:rowId xmlns:a16="http://schemas.microsoft.com/office/drawing/2014/main" val="3195100036"/>
                  </a:ext>
                </a:extLst>
              </a:tr>
              <a:tr h="370840">
                <a:tc>
                  <a:txBody>
                    <a:bodyPr/>
                    <a:lstStyle/>
                    <a:p>
                      <a:pPr algn="ctr"/>
                      <a:r>
                        <a:rPr lang="en-US" sz="1000" b="0">
                          <a:latin typeface="Poppins"/>
                          <a:cs typeface="Poppins"/>
                        </a:rPr>
                        <a:t>Concepts with Chunks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540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610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73072642"/>
                  </a:ext>
                </a:extLst>
              </a:tr>
              <a:tr h="370840">
                <a:tc>
                  <a:txBody>
                    <a:bodyPr/>
                    <a:lstStyle/>
                    <a:p>
                      <a:pPr lvl="0" algn="ctr">
                        <a:buNone/>
                      </a:pPr>
                      <a:r>
                        <a:rPr lang="en-US" sz="1000" b="0" i="0" u="none" strike="noStrike" noProof="0">
                          <a:latin typeface="Poppins"/>
                          <a:ea typeface="Calibri Light"/>
                          <a:cs typeface="Poppins"/>
                        </a:rPr>
                        <a:t>Zero-Match Concepts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70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04909926"/>
                  </a:ext>
                </a:extLst>
              </a:tr>
              <a:tr h="370840">
                <a:tc>
                  <a:txBody>
                    <a:bodyPr/>
                    <a:lstStyle/>
                    <a:p>
                      <a:pPr lvl="0" algn="ctr">
                        <a:buNone/>
                      </a:pPr>
                      <a:r>
                        <a:rPr lang="en-US" sz="1000" b="0" i="0" u="none" strike="noStrike" noProof="0">
                          <a:latin typeface="Poppins"/>
                          <a:ea typeface="Calibri Light"/>
                          <a:cs typeface="Poppins"/>
                        </a:rPr>
                        <a:t>Unique Chunks Used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i="0" u="none" strike="noStrike" noProof="0">
                          <a:latin typeface="Poppins Light"/>
                          <a:ea typeface="Calibri Light"/>
                          <a:cs typeface="Poppins Light"/>
                        </a:rPr>
                        <a:t>2893</a:t>
                      </a:r>
                      <a:endParaRPr lang="en-US" b="1">
                        <a:latin typeface="Poppins Light"/>
                        <a:cs typeface="Poppins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2241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13746189"/>
                  </a:ext>
                </a:extLst>
              </a:tr>
              <a:tr h="370840">
                <a:tc>
                  <a:txBody>
                    <a:bodyPr/>
                    <a:lstStyle/>
                    <a:p>
                      <a:pPr lvl="0" algn="ctr">
                        <a:buNone/>
                      </a:pPr>
                      <a:r>
                        <a:rPr lang="en-US" sz="1000" b="0" i="0" u="none" strike="noStrike" noProof="0">
                          <a:latin typeface="Poppins"/>
                          <a:ea typeface="Calibri Light"/>
                          <a:cs typeface="Poppins"/>
                        </a:rPr>
                        <a:t>Average Chunks per Concept</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24.69</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0772532"/>
                  </a:ext>
                </a:extLst>
              </a:tr>
              <a:tr h="370840">
                <a:tc>
                  <a:txBody>
                    <a:bodyPr/>
                    <a:lstStyle/>
                    <a:p>
                      <a:pPr lvl="0" algn="ctr">
                        <a:buNone/>
                      </a:pPr>
                      <a:r>
                        <a:rPr lang="en-US" sz="1000" b="0" i="0" u="none" strike="noStrike" noProof="0">
                          <a:latin typeface="Poppins"/>
                          <a:ea typeface="Calibri Light"/>
                          <a:cs typeface="Poppins"/>
                        </a:rPr>
                        <a:t>Median Chunks per Concept</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979815"/>
                  </a:ext>
                </a:extLst>
              </a:tr>
              <a:tr h="370840">
                <a:tc>
                  <a:txBody>
                    <a:bodyPr/>
                    <a:lstStyle/>
                    <a:p>
                      <a:pPr lvl="0" algn="ctr">
                        <a:buNone/>
                      </a:pPr>
                      <a:r>
                        <a:rPr lang="en-US" sz="1000" b="0" i="0" u="none" strike="noStrike" noProof="0">
                          <a:latin typeface="Poppins"/>
                          <a:ea typeface="Calibri Light"/>
                          <a:cs typeface="Poppins"/>
                        </a:rPr>
                        <a:t>Max Chunks for one Concept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945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382858696"/>
                  </a:ext>
                </a:extLst>
              </a:tr>
              <a:tr h="370840">
                <a:tc>
                  <a:txBody>
                    <a:bodyPr/>
                    <a:lstStyle/>
                    <a:p>
                      <a:pPr lvl="0" algn="ctr">
                        <a:buNone/>
                      </a:pPr>
                      <a:r>
                        <a:rPr lang="en-US" sz="1000" b="0" i="0" u="none" strike="noStrike" noProof="0">
                          <a:latin typeface="Poppins"/>
                          <a:ea typeface="Calibri Light"/>
                          <a:cs typeface="Poppins"/>
                        </a:rPr>
                        <a:t>Average Chunk Reuse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a:latin typeface="Poppins Light"/>
                          <a:cs typeface="Poppins Light"/>
                        </a:rPr>
                        <a:t>5.22</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a:latin typeface="Poppins Light"/>
                          <a:cs typeface="Poppins Light"/>
                        </a:rPr>
                        <a:t>6.84</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5473117"/>
                  </a:ext>
                </a:extLst>
              </a:tr>
              <a:tr h="370839">
                <a:tc>
                  <a:txBody>
                    <a:bodyPr/>
                    <a:lstStyle/>
                    <a:p>
                      <a:pPr lvl="0" algn="ctr">
                        <a:buNone/>
                      </a:pPr>
                      <a:r>
                        <a:rPr lang="en-US" sz="1000" b="0" i="0" u="none" strike="noStrike" noProof="0">
                          <a:latin typeface="Poppins"/>
                          <a:cs typeface="Poppins"/>
                        </a:rPr>
                        <a:t>Chunks reused by &gt;20 Concepts</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a:latin typeface="Poppins Light"/>
                          <a:cs typeface="Poppins Light"/>
                        </a:rPr>
                        <a:t>14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a:latin typeface="Poppins Light"/>
                          <a:cs typeface="Poppins Light"/>
                        </a:rPr>
                        <a:t>177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23212487"/>
                  </a:ext>
                </a:extLst>
              </a:tr>
            </a:tbl>
          </a:graphicData>
        </a:graphic>
      </p:graphicFrame>
      <p:sp>
        <p:nvSpPr>
          <p:cNvPr id="59" name="Subtitle 11">
            <a:extLst>
              <a:ext uri="{FF2B5EF4-FFF2-40B4-BE49-F238E27FC236}">
                <a16:creationId xmlns:a16="http://schemas.microsoft.com/office/drawing/2014/main" id="{6FED271D-554E-74D3-EA36-BA89A321DE8F}"/>
              </a:ext>
            </a:extLst>
          </p:cNvPr>
          <p:cNvSpPr txBox="1">
            <a:spLocks/>
          </p:cNvSpPr>
          <p:nvPr/>
        </p:nvSpPr>
        <p:spPr>
          <a:xfrm>
            <a:off x="225614" y="455345"/>
            <a:ext cx="1330232" cy="271781"/>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ea typeface="+mn-lt"/>
                <a:cs typeface="+mn-lt"/>
              </a:rPr>
              <a:t>Comparison</a:t>
            </a:r>
            <a:endParaRPr lang="en-US" sz="1600" b="1">
              <a:ea typeface="Calibri Light"/>
              <a:cs typeface="Calibri Light"/>
            </a:endParaRPr>
          </a:p>
        </p:txBody>
      </p:sp>
      <p:cxnSp>
        <p:nvCxnSpPr>
          <p:cNvPr id="61" name="Straight Arrow Connector 60">
            <a:extLst>
              <a:ext uri="{FF2B5EF4-FFF2-40B4-BE49-F238E27FC236}">
                <a16:creationId xmlns:a16="http://schemas.microsoft.com/office/drawing/2014/main" id="{9C341777-D733-990B-4E1B-A327F38E9F4B}"/>
              </a:ext>
            </a:extLst>
          </p:cNvPr>
          <p:cNvCxnSpPr/>
          <p:nvPr/>
        </p:nvCxnSpPr>
        <p:spPr>
          <a:xfrm>
            <a:off x="6524384" y="2095819"/>
            <a:ext cx="941294" cy="762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F5F82A0-92A8-F02B-1097-154DB14C76E4}"/>
              </a:ext>
            </a:extLst>
          </p:cNvPr>
          <p:cNvCxnSpPr/>
          <p:nvPr/>
        </p:nvCxnSpPr>
        <p:spPr>
          <a:xfrm>
            <a:off x="7961779" y="2105904"/>
            <a:ext cx="327852" cy="217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Subtitle 11">
            <a:extLst>
              <a:ext uri="{FF2B5EF4-FFF2-40B4-BE49-F238E27FC236}">
                <a16:creationId xmlns:a16="http://schemas.microsoft.com/office/drawing/2014/main" id="{27ECEFF7-7F94-A6D5-3D05-411EAC16F31D}"/>
              </a:ext>
            </a:extLst>
          </p:cNvPr>
          <p:cNvSpPr txBox="1">
            <a:spLocks/>
          </p:cNvSpPr>
          <p:nvPr/>
        </p:nvSpPr>
        <p:spPr>
          <a:xfrm>
            <a:off x="1457512" y="4328845"/>
            <a:ext cx="6225175" cy="49312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har char="•"/>
            </a:pPr>
            <a:r>
              <a:rPr lang="en-US" sz="1050">
                <a:latin typeface="Poppins Light"/>
                <a:ea typeface="Calibri"/>
                <a:cs typeface="Poppins Light"/>
              </a:rPr>
              <a:t>Average </a:t>
            </a:r>
            <a:r>
              <a:rPr lang="en-US" sz="1050" b="1">
                <a:latin typeface="Poppins Light"/>
                <a:ea typeface="Calibri"/>
                <a:cs typeface="Poppins Light"/>
              </a:rPr>
              <a:t>Jaccard overlap </a:t>
            </a:r>
            <a:r>
              <a:rPr lang="en-US" sz="1050">
                <a:latin typeface="Poppins Light"/>
                <a:ea typeface="Calibri"/>
                <a:cs typeface="Poppins Light"/>
              </a:rPr>
              <a:t>=</a:t>
            </a:r>
            <a:r>
              <a:rPr lang="en-US" sz="1050" b="1">
                <a:latin typeface="Poppins Light"/>
                <a:ea typeface="Calibri"/>
                <a:cs typeface="Poppins Light"/>
              </a:rPr>
              <a:t> 0.0856</a:t>
            </a:r>
            <a:endParaRPr lang="en-US" sz="1050">
              <a:latin typeface="Poppins Light"/>
              <a:ea typeface="Calibri"/>
              <a:cs typeface="Poppins Light"/>
            </a:endParaRPr>
          </a:p>
          <a:p>
            <a:pPr marL="514350" lvl="1" indent="-285750">
              <a:buFont typeface="Courier New" panose="020B0604020202020204" pitchFamily="34" charset="0"/>
              <a:buChar char="o"/>
            </a:pPr>
            <a:r>
              <a:rPr lang="en-US" sz="1050">
                <a:latin typeface="Poppins Light"/>
                <a:ea typeface="Calibri"/>
                <a:cs typeface="Poppins Light"/>
              </a:rPr>
              <a:t>Semantic mapping retrieved different chunks than lexical mapping</a:t>
            </a:r>
            <a:endParaRPr lang="en-US" sz="1050" b="1">
              <a:latin typeface="Poppins Light"/>
              <a:ea typeface="Calibri"/>
              <a:cs typeface="Poppins Light"/>
            </a:endParaRPr>
          </a:p>
        </p:txBody>
      </p:sp>
      <p:pic>
        <p:nvPicPr>
          <p:cNvPr id="2" name="Picture 1" descr="A diagram of a network&#10;&#10;AI-generated content may be incorrect.">
            <a:extLst>
              <a:ext uri="{FF2B5EF4-FFF2-40B4-BE49-F238E27FC236}">
                <a16:creationId xmlns:a16="http://schemas.microsoft.com/office/drawing/2014/main" id="{38B089E0-2433-ADC4-0BC2-B103F0A55D40}"/>
              </a:ext>
            </a:extLst>
          </p:cNvPr>
          <p:cNvPicPr>
            <a:picLocks noChangeAspect="1"/>
          </p:cNvPicPr>
          <p:nvPr/>
        </p:nvPicPr>
        <p:blipFill>
          <a:blip r:embed="rId3"/>
          <a:stretch>
            <a:fillRect/>
          </a:stretch>
        </p:blipFill>
        <p:spPr>
          <a:xfrm>
            <a:off x="5829301" y="2631207"/>
            <a:ext cx="3064329" cy="1301672"/>
          </a:xfrm>
          <a:prstGeom prst="rect">
            <a:avLst/>
          </a:prstGeom>
        </p:spPr>
      </p:pic>
      <p:sp>
        <p:nvSpPr>
          <p:cNvPr id="4" name="Slide Number Placeholder 1">
            <a:extLst>
              <a:ext uri="{FF2B5EF4-FFF2-40B4-BE49-F238E27FC236}">
                <a16:creationId xmlns:a16="http://schemas.microsoft.com/office/drawing/2014/main" id="{4DE43DF0-A34B-8828-5242-028675B9E059}"/>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8</a:t>
            </a:fld>
            <a:endParaRPr lang="en-US"/>
          </a:p>
        </p:txBody>
      </p:sp>
      <p:sp>
        <p:nvSpPr>
          <p:cNvPr id="6" name="Footer Placeholder 2">
            <a:extLst>
              <a:ext uri="{FF2B5EF4-FFF2-40B4-BE49-F238E27FC236}">
                <a16:creationId xmlns:a16="http://schemas.microsoft.com/office/drawing/2014/main" id="{FF60973D-0490-053B-BEDC-CFA0A1F6A5DA}"/>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spTree>
    <p:extLst>
      <p:ext uri="{BB962C8B-B14F-4D97-AF65-F5344CB8AC3E}">
        <p14:creationId xmlns:p14="http://schemas.microsoft.com/office/powerpoint/2010/main" val="276433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39531-8FB6-EC79-3588-A893C015BCDF}"/>
            </a:ext>
          </a:extLst>
        </p:cNvPr>
        <p:cNvGrpSpPr/>
        <p:nvPr/>
      </p:nvGrpSpPr>
      <p:grpSpPr>
        <a:xfrm>
          <a:off x="0" y="0"/>
          <a:ext cx="0" cy="0"/>
          <a:chOff x="0" y="0"/>
          <a:chExt cx="0" cy="0"/>
        </a:xfrm>
      </p:grpSpPr>
      <p:sp>
        <p:nvSpPr>
          <p:cNvPr id="35" name="Content Placeholder 2">
            <a:extLst>
              <a:ext uri="{FF2B5EF4-FFF2-40B4-BE49-F238E27FC236}">
                <a16:creationId xmlns:a16="http://schemas.microsoft.com/office/drawing/2014/main" id="{AEFFDF21-9B90-0612-21D9-3091D96B35C9}"/>
              </a:ext>
            </a:extLst>
          </p:cNvPr>
          <p:cNvSpPr txBox="1">
            <a:spLocks/>
          </p:cNvSpPr>
          <p:nvPr/>
        </p:nvSpPr>
        <p:spPr>
          <a:xfrm>
            <a:off x="137506" y="1588743"/>
            <a:ext cx="2868671"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After wrong responses, the system moves backward to </a:t>
            </a:r>
            <a:r>
              <a:rPr lang="en-US" sz="1200" b="1">
                <a:solidFill>
                  <a:schemeClr val="tx1"/>
                </a:solidFill>
                <a:ea typeface="Calibri"/>
              </a:rPr>
              <a:t>prerequisite concepts</a:t>
            </a:r>
            <a:endParaRPr lang="en-US" b="1">
              <a:solidFill>
                <a:schemeClr val="tx1"/>
              </a:solidFill>
              <a:ea typeface="Calibri"/>
            </a:endParaRPr>
          </a:p>
        </p:txBody>
      </p:sp>
      <p:sp>
        <p:nvSpPr>
          <p:cNvPr id="5" name="Subtitle 11">
            <a:extLst>
              <a:ext uri="{FF2B5EF4-FFF2-40B4-BE49-F238E27FC236}">
                <a16:creationId xmlns:a16="http://schemas.microsoft.com/office/drawing/2014/main" id="{C731B8A5-7027-461D-FEC7-58E9EB3D473B}"/>
              </a:ext>
            </a:extLst>
          </p:cNvPr>
          <p:cNvSpPr txBox="1">
            <a:spLocks/>
          </p:cNvSpPr>
          <p:nvPr/>
        </p:nvSpPr>
        <p:spPr>
          <a:xfrm>
            <a:off x="100429" y="85231"/>
            <a:ext cx="6582587" cy="288109"/>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latin typeface="Poppins"/>
                <a:ea typeface="+mn-lt"/>
                <a:cs typeface="Poppins"/>
              </a:rPr>
              <a:t>Learner Simulation Results: Weak vs Strong Learner</a:t>
            </a:r>
          </a:p>
        </p:txBody>
      </p:sp>
      <p:sp>
        <p:nvSpPr>
          <p:cNvPr id="8" name="Subtitle 11">
            <a:extLst>
              <a:ext uri="{FF2B5EF4-FFF2-40B4-BE49-F238E27FC236}">
                <a16:creationId xmlns:a16="http://schemas.microsoft.com/office/drawing/2014/main" id="{E3B7E531-49D1-941F-53C1-71A547059549}"/>
              </a:ext>
            </a:extLst>
          </p:cNvPr>
          <p:cNvSpPr txBox="1">
            <a:spLocks/>
          </p:cNvSpPr>
          <p:nvPr/>
        </p:nvSpPr>
        <p:spPr>
          <a:xfrm>
            <a:off x="105872" y="498890"/>
            <a:ext cx="2549430" cy="298994"/>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1: Weak Learner</a:t>
            </a:r>
            <a:endParaRPr lang="en-US" b="1">
              <a:ea typeface="Calibri Light"/>
              <a:cs typeface="Calibri Light"/>
            </a:endParaRPr>
          </a:p>
        </p:txBody>
      </p:sp>
      <p:cxnSp>
        <p:nvCxnSpPr>
          <p:cNvPr id="9" name="Straight Arrow Connector 8">
            <a:extLst>
              <a:ext uri="{FF2B5EF4-FFF2-40B4-BE49-F238E27FC236}">
                <a16:creationId xmlns:a16="http://schemas.microsoft.com/office/drawing/2014/main" id="{B4854651-7214-8C08-94E6-969C58EC237B}"/>
              </a:ext>
            </a:extLst>
          </p:cNvPr>
          <p:cNvCxnSpPr/>
          <p:nvPr/>
        </p:nvCxnSpPr>
        <p:spPr>
          <a:xfrm>
            <a:off x="5443" y="2593521"/>
            <a:ext cx="9138556" cy="5444"/>
          </a:xfrm>
          <a:prstGeom prst="straightConnector1">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11">
            <a:extLst>
              <a:ext uri="{FF2B5EF4-FFF2-40B4-BE49-F238E27FC236}">
                <a16:creationId xmlns:a16="http://schemas.microsoft.com/office/drawing/2014/main" id="{A1B165CD-9575-62DA-91DE-810C26F8AE5F}"/>
              </a:ext>
            </a:extLst>
          </p:cNvPr>
          <p:cNvSpPr txBox="1">
            <a:spLocks/>
          </p:cNvSpPr>
          <p:nvPr/>
        </p:nvSpPr>
        <p:spPr>
          <a:xfrm>
            <a:off x="154857" y="2632488"/>
            <a:ext cx="2614745" cy="309880"/>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2: Strong Learner</a:t>
            </a:r>
            <a:endParaRPr lang="en-US" b="1">
              <a:ea typeface="Calibri Light"/>
              <a:cs typeface="Calibri Light"/>
            </a:endParaRPr>
          </a:p>
        </p:txBody>
      </p:sp>
      <p:sp>
        <p:nvSpPr>
          <p:cNvPr id="14" name="Content Placeholder 2">
            <a:extLst>
              <a:ext uri="{FF2B5EF4-FFF2-40B4-BE49-F238E27FC236}">
                <a16:creationId xmlns:a16="http://schemas.microsoft.com/office/drawing/2014/main" id="{CAF9B69C-0EA4-CEA3-0490-E2AE770200CD}"/>
              </a:ext>
            </a:extLst>
          </p:cNvPr>
          <p:cNvSpPr txBox="1">
            <a:spLocks/>
          </p:cNvSpPr>
          <p:nvPr/>
        </p:nvSpPr>
        <p:spPr>
          <a:xfrm>
            <a:off x="137505" y="897500"/>
            <a:ext cx="2988415"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Simulated with </a:t>
            </a:r>
            <a:r>
              <a:rPr lang="en-US" sz="1200" b="1">
                <a:solidFill>
                  <a:schemeClr val="tx1"/>
                </a:solidFill>
                <a:ea typeface="Calibri"/>
              </a:rPr>
              <a:t>low correct</a:t>
            </a:r>
            <a:r>
              <a:rPr lang="en-US" sz="1200">
                <a:solidFill>
                  <a:schemeClr val="tx1"/>
                </a:solidFill>
                <a:ea typeface="Calibri"/>
              </a:rPr>
              <a:t>-</a:t>
            </a:r>
            <a:r>
              <a:rPr lang="en-US" sz="1200" b="1">
                <a:solidFill>
                  <a:schemeClr val="tx1"/>
                </a:solidFill>
                <a:ea typeface="Calibri"/>
              </a:rPr>
              <a:t>answer </a:t>
            </a:r>
            <a:r>
              <a:rPr lang="en-US" sz="1200">
                <a:solidFill>
                  <a:schemeClr val="tx1"/>
                </a:solidFill>
                <a:ea typeface="Calibri"/>
              </a:rPr>
              <a:t>probability</a:t>
            </a:r>
            <a:endParaRPr lang="en-US">
              <a:solidFill>
                <a:schemeClr val="tx1"/>
              </a:solidFill>
              <a:ea typeface="Calibri"/>
            </a:endParaRPr>
          </a:p>
        </p:txBody>
      </p:sp>
      <p:graphicFrame>
        <p:nvGraphicFramePr>
          <p:cNvPr id="24" name="Table 23">
            <a:extLst>
              <a:ext uri="{FF2B5EF4-FFF2-40B4-BE49-F238E27FC236}">
                <a16:creationId xmlns:a16="http://schemas.microsoft.com/office/drawing/2014/main" id="{97979EAF-6024-3A85-EFFD-D0346409928A}"/>
              </a:ext>
            </a:extLst>
          </p:cNvPr>
          <p:cNvGraphicFramePr>
            <a:graphicFrameLocks noGrp="1"/>
          </p:cNvGraphicFramePr>
          <p:nvPr>
            <p:extLst>
              <p:ext uri="{D42A27DB-BD31-4B8C-83A1-F6EECF244321}">
                <p14:modId xmlns:p14="http://schemas.microsoft.com/office/powerpoint/2010/main" val="3328453900"/>
              </p:ext>
            </p:extLst>
          </p:nvPr>
        </p:nvGraphicFramePr>
        <p:xfrm>
          <a:off x="4217404" y="580295"/>
          <a:ext cx="4820724" cy="1935480"/>
        </p:xfrm>
        <a:graphic>
          <a:graphicData uri="http://schemas.openxmlformats.org/drawingml/2006/table">
            <a:tbl>
              <a:tblPr firstRow="1" bandRow="1">
                <a:tableStyleId>{5C22544A-7EE6-4342-B048-85BDC9FD1C3A}</a:tableStyleId>
              </a:tblPr>
              <a:tblGrid>
                <a:gridCol w="540344">
                  <a:extLst>
                    <a:ext uri="{9D8B030D-6E8A-4147-A177-3AD203B41FA5}">
                      <a16:colId xmlns:a16="http://schemas.microsoft.com/office/drawing/2014/main" val="4003705907"/>
                    </a:ext>
                  </a:extLst>
                </a:gridCol>
                <a:gridCol w="813624">
                  <a:extLst>
                    <a:ext uri="{9D8B030D-6E8A-4147-A177-3AD203B41FA5}">
                      <a16:colId xmlns:a16="http://schemas.microsoft.com/office/drawing/2014/main" val="3086982395"/>
                    </a:ext>
                  </a:extLst>
                </a:gridCol>
                <a:gridCol w="1211813">
                  <a:extLst>
                    <a:ext uri="{9D8B030D-6E8A-4147-A177-3AD203B41FA5}">
                      <a16:colId xmlns:a16="http://schemas.microsoft.com/office/drawing/2014/main" val="2019035273"/>
                    </a:ext>
                  </a:extLst>
                </a:gridCol>
                <a:gridCol w="736409">
                  <a:extLst>
                    <a:ext uri="{9D8B030D-6E8A-4147-A177-3AD203B41FA5}">
                      <a16:colId xmlns:a16="http://schemas.microsoft.com/office/drawing/2014/main" val="2576846301"/>
                    </a:ext>
                  </a:extLst>
                </a:gridCol>
                <a:gridCol w="1518534">
                  <a:extLst>
                    <a:ext uri="{9D8B030D-6E8A-4147-A177-3AD203B41FA5}">
                      <a16:colId xmlns:a16="http://schemas.microsoft.com/office/drawing/2014/main" val="2145055987"/>
                    </a:ext>
                  </a:extLst>
                </a:gridCol>
              </a:tblGrid>
              <a:tr h="396857">
                <a:tc>
                  <a:txBody>
                    <a:bodyPr/>
                    <a:lstStyle/>
                    <a:p>
                      <a:pPr lvl="0" algn="ctr">
                        <a:buNone/>
                      </a:pPr>
                      <a:r>
                        <a:rPr lang="en-US" sz="1100" b="1">
                          <a:solidFill>
                            <a:schemeClr val="tx1"/>
                          </a:solidFill>
                          <a:latin typeface="Calibri"/>
                          <a:ea typeface="Calibri"/>
                          <a:cs typeface="Calibri"/>
                        </a:rPr>
                        <a:t>Step</a:t>
                      </a:r>
                      <a:endParaRPr lang="en-US" sz="11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Learner Response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Updated</a:t>
                      </a:r>
                    </a:p>
                    <a:p>
                      <a:pPr algn="ctr"/>
                      <a:r>
                        <a:rPr lang="en-US" sz="1100" b="1">
                          <a:solidFill>
                            <a:schemeClr val="tx1"/>
                          </a:solidFill>
                          <a:latin typeface="Calibri"/>
                          <a:ea typeface="Calibri"/>
                          <a:cs typeface="Calibri"/>
                        </a:rPr>
                        <a:t> P(Learning Rate)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Difficulty State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100" b="1">
                          <a:solidFill>
                            <a:schemeClr val="tx1"/>
                          </a:solidFill>
                          <a:latin typeface="Calibri"/>
                          <a:ea typeface="Calibri"/>
                          <a:cs typeface="Calibri"/>
                        </a:rPr>
                        <a:t>Current Concept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1050">
                          <a:solidFill>
                            <a:schemeClr val="tx1"/>
                          </a:solidFill>
                        </a:rPr>
                        <a:t>Start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chemeClr val="tx1"/>
                          </a:solidFill>
                          <a:latin typeface="Segoe UI"/>
                          <a:cs typeface="Segoe UI"/>
                        </a:rPr>
                        <a:t>—</a:t>
                      </a:r>
                      <a:endParaRPr lang="en-US" sz="105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0.200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1050">
                          <a:solidFill>
                            <a:schemeClr val="tx1"/>
                          </a:solidFill>
                        </a:rPr>
                        <a:t>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0.127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1050">
                          <a:solidFill>
                            <a:schemeClr val="tx1"/>
                          </a:solidFill>
                        </a:rPr>
                        <a:t>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0.116</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Functional Dependency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1050">
                          <a:solidFill>
                            <a:schemeClr val="tx1"/>
                          </a:solidFill>
                        </a:rPr>
                        <a:t>Q3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0.115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1050">
                          <a:solidFill>
                            <a:schemeClr val="tx1"/>
                          </a:solidFill>
                        </a:rPr>
                        <a:t>Q4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Correct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0.431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Medium</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242524">
                <a:tc>
                  <a:txBody>
                    <a:bodyPr/>
                    <a:lstStyle/>
                    <a:p>
                      <a:pPr algn="ctr"/>
                      <a:r>
                        <a:rPr lang="en-US" sz="1050">
                          <a:solidFill>
                            <a:schemeClr val="tx1"/>
                          </a:solidFill>
                        </a:rPr>
                        <a:t>Q5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0.178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553600230"/>
                  </a:ext>
                </a:extLst>
              </a:tr>
            </a:tbl>
          </a:graphicData>
        </a:graphic>
      </p:graphicFrame>
      <p:cxnSp>
        <p:nvCxnSpPr>
          <p:cNvPr id="27" name="Straight Arrow Connector 26">
            <a:extLst>
              <a:ext uri="{FF2B5EF4-FFF2-40B4-BE49-F238E27FC236}">
                <a16:creationId xmlns:a16="http://schemas.microsoft.com/office/drawing/2014/main" id="{3D63F649-E4C4-85BE-9BE4-28241875EBDC}"/>
              </a:ext>
            </a:extLst>
          </p:cNvPr>
          <p:cNvCxnSpPr/>
          <p:nvPr/>
        </p:nvCxnSpPr>
        <p:spPr>
          <a:xfrm flipV="1">
            <a:off x="3401784" y="1515836"/>
            <a:ext cx="658588" cy="0"/>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Subtitle 11">
            <a:extLst>
              <a:ext uri="{FF2B5EF4-FFF2-40B4-BE49-F238E27FC236}">
                <a16:creationId xmlns:a16="http://schemas.microsoft.com/office/drawing/2014/main" id="{49CB5985-DE60-54AD-7E55-BB23ED9D851A}"/>
              </a:ext>
            </a:extLst>
          </p:cNvPr>
          <p:cNvSpPr txBox="1">
            <a:spLocks/>
          </p:cNvSpPr>
          <p:nvPr/>
        </p:nvSpPr>
        <p:spPr>
          <a:xfrm>
            <a:off x="3257285" y="1271776"/>
            <a:ext cx="960119" cy="250008"/>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ea typeface="+mn-lt"/>
                <a:cs typeface="+mn-lt"/>
              </a:rPr>
              <a:t>Interpretation</a:t>
            </a:r>
            <a:endParaRPr lang="en-US" sz="1050">
              <a:ea typeface="Calibri Light"/>
            </a:endParaRPr>
          </a:p>
        </p:txBody>
      </p:sp>
      <p:sp>
        <p:nvSpPr>
          <p:cNvPr id="30" name="Content Placeholder 2">
            <a:extLst>
              <a:ext uri="{FF2B5EF4-FFF2-40B4-BE49-F238E27FC236}">
                <a16:creationId xmlns:a16="http://schemas.microsoft.com/office/drawing/2014/main" id="{E7452E27-4109-8C14-0D15-59C31FEC7E38}"/>
              </a:ext>
            </a:extLst>
          </p:cNvPr>
          <p:cNvSpPr txBox="1">
            <a:spLocks/>
          </p:cNvSpPr>
          <p:nvPr/>
        </p:nvSpPr>
        <p:spPr>
          <a:xfrm>
            <a:off x="137505" y="1332928"/>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a:t>
            </a:r>
            <a:r>
              <a:rPr lang="en-US" sz="1200" b="1">
                <a:solidFill>
                  <a:schemeClr val="tx1"/>
                </a:solidFill>
                <a:ea typeface="Calibri"/>
              </a:rPr>
              <a:t>starts with 3NF</a:t>
            </a:r>
            <a:endParaRPr lang="en-US" b="1">
              <a:solidFill>
                <a:schemeClr val="tx1"/>
              </a:solidFill>
              <a:ea typeface="Calibri"/>
            </a:endParaRPr>
          </a:p>
        </p:txBody>
      </p:sp>
      <p:sp>
        <p:nvSpPr>
          <p:cNvPr id="37" name="Content Placeholder 2">
            <a:extLst>
              <a:ext uri="{FF2B5EF4-FFF2-40B4-BE49-F238E27FC236}">
                <a16:creationId xmlns:a16="http://schemas.microsoft.com/office/drawing/2014/main" id="{8D7CA4BD-A90E-0308-4E92-F6DDD62D079A}"/>
              </a:ext>
            </a:extLst>
          </p:cNvPr>
          <p:cNvSpPr txBox="1">
            <a:spLocks/>
          </p:cNvSpPr>
          <p:nvPr/>
        </p:nvSpPr>
        <p:spPr>
          <a:xfrm>
            <a:off x="137505" y="2051384"/>
            <a:ext cx="2732601"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Difficulty mostly remains Easy because mastery stays low</a:t>
            </a:r>
            <a:endParaRPr lang="en-US">
              <a:solidFill>
                <a:schemeClr val="tx1"/>
              </a:solidFill>
              <a:ea typeface="Calibri"/>
            </a:endParaRPr>
          </a:p>
        </p:txBody>
      </p:sp>
      <p:graphicFrame>
        <p:nvGraphicFramePr>
          <p:cNvPr id="2" name="Table 1">
            <a:extLst>
              <a:ext uri="{FF2B5EF4-FFF2-40B4-BE49-F238E27FC236}">
                <a16:creationId xmlns:a16="http://schemas.microsoft.com/office/drawing/2014/main" id="{88F727C4-D1A6-9202-E874-722FE1EF7CBE}"/>
              </a:ext>
            </a:extLst>
          </p:cNvPr>
          <p:cNvGraphicFramePr>
            <a:graphicFrameLocks noGrp="1"/>
          </p:cNvGraphicFramePr>
          <p:nvPr>
            <p:extLst>
              <p:ext uri="{D42A27DB-BD31-4B8C-83A1-F6EECF244321}">
                <p14:modId xmlns:p14="http://schemas.microsoft.com/office/powerpoint/2010/main" val="299644157"/>
              </p:ext>
            </p:extLst>
          </p:nvPr>
        </p:nvGraphicFramePr>
        <p:xfrm>
          <a:off x="4229099" y="2683328"/>
          <a:ext cx="4788282" cy="1973580"/>
        </p:xfrm>
        <a:graphic>
          <a:graphicData uri="http://schemas.openxmlformats.org/drawingml/2006/table">
            <a:tbl>
              <a:tblPr firstRow="1" bandRow="1">
                <a:tableStyleId>{5C22544A-7EE6-4342-B048-85BDC9FD1C3A}</a:tableStyleId>
              </a:tblPr>
              <a:tblGrid>
                <a:gridCol w="527727">
                  <a:extLst>
                    <a:ext uri="{9D8B030D-6E8A-4147-A177-3AD203B41FA5}">
                      <a16:colId xmlns:a16="http://schemas.microsoft.com/office/drawing/2014/main" val="4003705907"/>
                    </a:ext>
                  </a:extLst>
                </a:gridCol>
                <a:gridCol w="817123">
                  <a:extLst>
                    <a:ext uri="{9D8B030D-6E8A-4147-A177-3AD203B41FA5}">
                      <a16:colId xmlns:a16="http://schemas.microsoft.com/office/drawing/2014/main" val="3086982395"/>
                    </a:ext>
                  </a:extLst>
                </a:gridCol>
                <a:gridCol w="1225685">
                  <a:extLst>
                    <a:ext uri="{9D8B030D-6E8A-4147-A177-3AD203B41FA5}">
                      <a16:colId xmlns:a16="http://schemas.microsoft.com/office/drawing/2014/main" val="2019035273"/>
                    </a:ext>
                  </a:extLst>
                </a:gridCol>
                <a:gridCol w="739302">
                  <a:extLst>
                    <a:ext uri="{9D8B030D-6E8A-4147-A177-3AD203B41FA5}">
                      <a16:colId xmlns:a16="http://schemas.microsoft.com/office/drawing/2014/main" val="2576846301"/>
                    </a:ext>
                  </a:extLst>
                </a:gridCol>
                <a:gridCol w="1478445">
                  <a:extLst>
                    <a:ext uri="{9D8B030D-6E8A-4147-A177-3AD203B41FA5}">
                      <a16:colId xmlns:a16="http://schemas.microsoft.com/office/drawing/2014/main" val="2145055987"/>
                    </a:ext>
                  </a:extLst>
                </a:gridCol>
              </a:tblGrid>
              <a:tr h="396857">
                <a:tc>
                  <a:txBody>
                    <a:bodyPr/>
                    <a:lstStyle/>
                    <a:p>
                      <a:pPr lvl="0" algn="ctr">
                        <a:buNone/>
                      </a:pPr>
                      <a:r>
                        <a:rPr lang="en-US" sz="1100" b="1">
                          <a:solidFill>
                            <a:schemeClr val="tx1"/>
                          </a:solidFill>
                          <a:latin typeface="Calibri"/>
                          <a:ea typeface="Calibri"/>
                          <a:cs typeface="Calibri"/>
                        </a:rPr>
                        <a:t>Step</a:t>
                      </a:r>
                      <a:endParaRPr lang="en-US" sz="11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Learner Response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Updated</a:t>
                      </a:r>
                    </a:p>
                    <a:p>
                      <a:pPr algn="ctr"/>
                      <a:r>
                        <a:rPr lang="en-US" sz="1100" b="1">
                          <a:solidFill>
                            <a:schemeClr val="tx1"/>
                          </a:solidFill>
                          <a:latin typeface="Calibri"/>
                          <a:ea typeface="Calibri"/>
                          <a:cs typeface="Calibri"/>
                        </a:rPr>
                        <a:t> P(Learning Rate)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Difficulty State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100" b="1">
                          <a:solidFill>
                            <a:schemeClr val="tx1"/>
                          </a:solidFill>
                          <a:latin typeface="Calibri"/>
                          <a:ea typeface="Calibri"/>
                          <a:cs typeface="Calibri"/>
                        </a:rPr>
                        <a:t>Current Concept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1050">
                          <a:solidFill>
                            <a:schemeClr val="tx1"/>
                          </a:solidFill>
                        </a:rPr>
                        <a:t>Start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chemeClr val="tx1"/>
                          </a:solidFill>
                          <a:latin typeface="Segoe UI"/>
                          <a:cs typeface="Segoe UI"/>
                        </a:rPr>
                        <a:t>—</a:t>
                      </a:r>
                      <a:endParaRPr lang="en-US" sz="105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0.200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1050">
                          <a:solidFill>
                            <a:schemeClr val="tx1"/>
                          </a:solidFill>
                        </a:rPr>
                        <a:t>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0.576</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Medium</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1050">
                          <a:solidFill>
                            <a:schemeClr val="tx1"/>
                          </a:solidFill>
                        </a:rPr>
                        <a:t>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0.874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BCNF</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1050">
                          <a:solidFill>
                            <a:schemeClr val="tx1"/>
                          </a:solidFill>
                        </a:rPr>
                        <a:t>Q3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0.972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BCNF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1050">
                          <a:solidFill>
                            <a:schemeClr val="tx1"/>
                          </a:solidFill>
                        </a:rPr>
                        <a:t>Q4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0.994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4NF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242524">
                <a:tc>
                  <a:txBody>
                    <a:bodyPr/>
                    <a:lstStyle/>
                    <a:p>
                      <a:pPr algn="ctr"/>
                      <a:r>
                        <a:rPr lang="en-US" sz="1050">
                          <a:solidFill>
                            <a:schemeClr val="tx1"/>
                          </a:solidFill>
                        </a:rPr>
                        <a:t>Q5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0.998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4NF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553600230"/>
                  </a:ext>
                </a:extLst>
              </a:tr>
            </a:tbl>
          </a:graphicData>
        </a:graphic>
      </p:graphicFrame>
      <p:sp>
        <p:nvSpPr>
          <p:cNvPr id="3" name="Content Placeholder 2">
            <a:extLst>
              <a:ext uri="{FF2B5EF4-FFF2-40B4-BE49-F238E27FC236}">
                <a16:creationId xmlns:a16="http://schemas.microsoft.com/office/drawing/2014/main" id="{BC2CBDB8-3AA9-711D-14C9-AB04900E55CF}"/>
              </a:ext>
            </a:extLst>
          </p:cNvPr>
          <p:cNvSpPr txBox="1">
            <a:spLocks/>
          </p:cNvSpPr>
          <p:nvPr/>
        </p:nvSpPr>
        <p:spPr>
          <a:xfrm>
            <a:off x="126619" y="3014771"/>
            <a:ext cx="3004744"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Simulated with </a:t>
            </a:r>
            <a:r>
              <a:rPr lang="en-US" sz="1200" b="1">
                <a:solidFill>
                  <a:schemeClr val="tx1"/>
                </a:solidFill>
                <a:ea typeface="Calibri"/>
              </a:rPr>
              <a:t>high correct</a:t>
            </a:r>
            <a:r>
              <a:rPr lang="en-US" sz="1200">
                <a:solidFill>
                  <a:schemeClr val="tx1"/>
                </a:solidFill>
                <a:ea typeface="Calibri"/>
              </a:rPr>
              <a:t>-</a:t>
            </a:r>
            <a:r>
              <a:rPr lang="en-US" sz="1200" b="1">
                <a:solidFill>
                  <a:schemeClr val="tx1"/>
                </a:solidFill>
                <a:ea typeface="Calibri"/>
              </a:rPr>
              <a:t>answer </a:t>
            </a:r>
            <a:r>
              <a:rPr lang="en-US" sz="1200">
                <a:solidFill>
                  <a:schemeClr val="tx1"/>
                </a:solidFill>
                <a:ea typeface="Calibri"/>
              </a:rPr>
              <a:t>probability</a:t>
            </a:r>
            <a:endParaRPr lang="en-US">
              <a:solidFill>
                <a:schemeClr val="tx1"/>
              </a:solidFill>
              <a:ea typeface="Calibri"/>
            </a:endParaRPr>
          </a:p>
        </p:txBody>
      </p:sp>
      <p:sp>
        <p:nvSpPr>
          <p:cNvPr id="11" name="Content Placeholder 2">
            <a:extLst>
              <a:ext uri="{FF2B5EF4-FFF2-40B4-BE49-F238E27FC236}">
                <a16:creationId xmlns:a16="http://schemas.microsoft.com/office/drawing/2014/main" id="{5868B126-E771-9028-3477-1F39FA35DA35}"/>
              </a:ext>
            </a:extLst>
          </p:cNvPr>
          <p:cNvSpPr txBox="1">
            <a:spLocks/>
          </p:cNvSpPr>
          <p:nvPr/>
        </p:nvSpPr>
        <p:spPr>
          <a:xfrm>
            <a:off x="126618" y="3439313"/>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a:t>
            </a:r>
            <a:r>
              <a:rPr lang="en-US" sz="1200" b="1">
                <a:solidFill>
                  <a:schemeClr val="tx1"/>
                </a:solidFill>
                <a:ea typeface="Calibri"/>
              </a:rPr>
              <a:t>starts with 3NF</a:t>
            </a:r>
            <a:endParaRPr lang="en-US" b="1">
              <a:solidFill>
                <a:schemeClr val="tx1"/>
              </a:solidFill>
              <a:ea typeface="Calibri"/>
            </a:endParaRPr>
          </a:p>
        </p:txBody>
      </p:sp>
      <p:sp>
        <p:nvSpPr>
          <p:cNvPr id="12" name="Content Placeholder 2">
            <a:extLst>
              <a:ext uri="{FF2B5EF4-FFF2-40B4-BE49-F238E27FC236}">
                <a16:creationId xmlns:a16="http://schemas.microsoft.com/office/drawing/2014/main" id="{6C9C58F8-DE53-6983-8FC3-CFB0D9C32762}"/>
              </a:ext>
            </a:extLst>
          </p:cNvPr>
          <p:cNvSpPr txBox="1">
            <a:spLocks/>
          </p:cNvSpPr>
          <p:nvPr/>
        </p:nvSpPr>
        <p:spPr>
          <a:xfrm>
            <a:off x="121176" y="3640698"/>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Correct answers </a:t>
            </a:r>
            <a:r>
              <a:rPr lang="en-US" sz="1200" b="1">
                <a:solidFill>
                  <a:schemeClr val="tx1"/>
                </a:solidFill>
                <a:ea typeface="Calibri"/>
              </a:rPr>
              <a:t>quickly increase P(L)</a:t>
            </a:r>
            <a:endParaRPr lang="en-US" b="1">
              <a:solidFill>
                <a:schemeClr val="tx1"/>
              </a:solidFill>
              <a:ea typeface="Calibri"/>
            </a:endParaRPr>
          </a:p>
        </p:txBody>
      </p:sp>
      <p:sp>
        <p:nvSpPr>
          <p:cNvPr id="13" name="Content Placeholder 2">
            <a:extLst>
              <a:ext uri="{FF2B5EF4-FFF2-40B4-BE49-F238E27FC236}">
                <a16:creationId xmlns:a16="http://schemas.microsoft.com/office/drawing/2014/main" id="{ECB4BC62-A21E-5CDB-5DBC-8BDFA2A5C35E}"/>
              </a:ext>
            </a:extLst>
          </p:cNvPr>
          <p:cNvSpPr txBox="1">
            <a:spLocks/>
          </p:cNvSpPr>
          <p:nvPr/>
        </p:nvSpPr>
        <p:spPr>
          <a:xfrm>
            <a:off x="126617" y="4233970"/>
            <a:ext cx="2161103" cy="39208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progresses from </a:t>
            </a:r>
            <a:r>
              <a:rPr lang="en-US" sz="1200" b="1">
                <a:solidFill>
                  <a:schemeClr val="tx1"/>
                </a:solidFill>
                <a:ea typeface="Calibri"/>
              </a:rPr>
              <a:t>3NF → BCNF → 4NF</a:t>
            </a:r>
            <a:endParaRPr lang="en-US" b="1">
              <a:solidFill>
                <a:schemeClr val="tx1"/>
              </a:solidFill>
              <a:ea typeface="Calibri"/>
            </a:endParaRPr>
          </a:p>
        </p:txBody>
      </p:sp>
      <p:sp>
        <p:nvSpPr>
          <p:cNvPr id="15" name="Content Placeholder 2">
            <a:extLst>
              <a:ext uri="{FF2B5EF4-FFF2-40B4-BE49-F238E27FC236}">
                <a16:creationId xmlns:a16="http://schemas.microsoft.com/office/drawing/2014/main" id="{9D8AE681-5B16-CCBC-05C9-280DEB35100E}"/>
              </a:ext>
            </a:extLst>
          </p:cNvPr>
          <p:cNvSpPr txBox="1">
            <a:spLocks/>
          </p:cNvSpPr>
          <p:nvPr/>
        </p:nvSpPr>
        <p:spPr>
          <a:xfrm>
            <a:off x="121176" y="3842084"/>
            <a:ext cx="2754373" cy="39208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Once mastery crosses </a:t>
            </a:r>
            <a:r>
              <a:rPr lang="en-US" sz="1200" b="1">
                <a:solidFill>
                  <a:schemeClr val="tx1"/>
                </a:solidFill>
                <a:ea typeface="Calibri"/>
              </a:rPr>
              <a:t>0.8</a:t>
            </a:r>
            <a:r>
              <a:rPr lang="en-US" sz="1200">
                <a:solidFill>
                  <a:schemeClr val="tx1"/>
                </a:solidFill>
                <a:ea typeface="Calibri"/>
              </a:rPr>
              <a:t>, system moves to successor concepts</a:t>
            </a:r>
            <a:endParaRPr lang="en-US">
              <a:solidFill>
                <a:schemeClr val="tx1"/>
              </a:solidFill>
              <a:ea typeface="Calibri"/>
            </a:endParaRPr>
          </a:p>
        </p:txBody>
      </p:sp>
      <p:sp>
        <p:nvSpPr>
          <p:cNvPr id="16" name="Left Brace 15">
            <a:extLst>
              <a:ext uri="{FF2B5EF4-FFF2-40B4-BE49-F238E27FC236}">
                <a16:creationId xmlns:a16="http://schemas.microsoft.com/office/drawing/2014/main" id="{0B80EC06-EC7D-B8C0-D7FF-6A55841ED359}"/>
              </a:ext>
            </a:extLst>
          </p:cNvPr>
          <p:cNvSpPr/>
          <p:nvPr/>
        </p:nvSpPr>
        <p:spPr>
          <a:xfrm>
            <a:off x="3220646" y="568779"/>
            <a:ext cx="122791" cy="1872340"/>
          </a:xfrm>
          <a:prstGeom prst="leftBrac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17CC5C5A-D0BB-A7E5-F2E7-40AAAFD43172}"/>
              </a:ext>
            </a:extLst>
          </p:cNvPr>
          <p:cNvSpPr/>
          <p:nvPr/>
        </p:nvSpPr>
        <p:spPr>
          <a:xfrm>
            <a:off x="3187988" y="2691494"/>
            <a:ext cx="150005" cy="1943096"/>
          </a:xfrm>
          <a:prstGeom prst="leftBrac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D72F53D7-158C-D1F2-FFC6-0A6357CE5C33}"/>
              </a:ext>
            </a:extLst>
          </p:cNvPr>
          <p:cNvCxnSpPr>
            <a:cxnSpLocks/>
          </p:cNvCxnSpPr>
          <p:nvPr/>
        </p:nvCxnSpPr>
        <p:spPr>
          <a:xfrm flipV="1">
            <a:off x="3390898" y="3654878"/>
            <a:ext cx="658588" cy="0"/>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Subtitle 11">
            <a:extLst>
              <a:ext uri="{FF2B5EF4-FFF2-40B4-BE49-F238E27FC236}">
                <a16:creationId xmlns:a16="http://schemas.microsoft.com/office/drawing/2014/main" id="{76CAC9F3-7AF5-A2BF-B20A-BB85D7EA8756}"/>
              </a:ext>
            </a:extLst>
          </p:cNvPr>
          <p:cNvSpPr txBox="1">
            <a:spLocks/>
          </p:cNvSpPr>
          <p:nvPr/>
        </p:nvSpPr>
        <p:spPr>
          <a:xfrm>
            <a:off x="3246399" y="3410818"/>
            <a:ext cx="960119" cy="250008"/>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ea typeface="+mn-lt"/>
                <a:cs typeface="+mn-lt"/>
              </a:rPr>
              <a:t>Interpretation</a:t>
            </a:r>
            <a:endParaRPr lang="en-US" sz="1050">
              <a:ea typeface="Calibri Light"/>
            </a:endParaRPr>
          </a:p>
        </p:txBody>
      </p:sp>
      <p:sp>
        <p:nvSpPr>
          <p:cNvPr id="6" name="Slide Number Placeholder 1">
            <a:extLst>
              <a:ext uri="{FF2B5EF4-FFF2-40B4-BE49-F238E27FC236}">
                <a16:creationId xmlns:a16="http://schemas.microsoft.com/office/drawing/2014/main" id="{AACB8B23-9EE1-4C06-F32C-C74BAE52D670}"/>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9</a:t>
            </a:fld>
            <a:endParaRPr lang="en-US"/>
          </a:p>
        </p:txBody>
      </p:sp>
      <p:sp>
        <p:nvSpPr>
          <p:cNvPr id="20" name="Footer Placeholder 2">
            <a:extLst>
              <a:ext uri="{FF2B5EF4-FFF2-40B4-BE49-F238E27FC236}">
                <a16:creationId xmlns:a16="http://schemas.microsoft.com/office/drawing/2014/main" id="{41384440-7638-2E4C-185C-96C6882B1335}"/>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spTree>
    <p:extLst>
      <p:ext uri="{BB962C8B-B14F-4D97-AF65-F5344CB8AC3E}">
        <p14:creationId xmlns:p14="http://schemas.microsoft.com/office/powerpoint/2010/main" val="4168492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F188-42C0-C589-C333-2F396E2B0EE4}"/>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93F409D-2E26-8D03-61A9-04CEAFE07265}"/>
              </a:ext>
            </a:extLst>
          </p:cNvPr>
          <p:cNvSpPr txBox="1">
            <a:spLocks/>
          </p:cNvSpPr>
          <p:nvPr/>
        </p:nvSpPr>
        <p:spPr>
          <a:xfrm>
            <a:off x="266161" y="875130"/>
            <a:ext cx="1780104"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Future Scope</a:t>
            </a:r>
          </a:p>
        </p:txBody>
      </p:sp>
      <p:sp>
        <p:nvSpPr>
          <p:cNvPr id="14" name="Content Placeholder 2">
            <a:extLst>
              <a:ext uri="{FF2B5EF4-FFF2-40B4-BE49-F238E27FC236}">
                <a16:creationId xmlns:a16="http://schemas.microsoft.com/office/drawing/2014/main" id="{D0AE9CF1-7D14-6DCA-2202-56138C8D06AF}"/>
              </a:ext>
            </a:extLst>
          </p:cNvPr>
          <p:cNvSpPr txBox="1">
            <a:spLocks/>
          </p:cNvSpPr>
          <p:nvPr/>
        </p:nvSpPr>
        <p:spPr>
          <a:xfrm>
            <a:off x="476234" y="1366744"/>
            <a:ext cx="7468948" cy="26353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Create a gold-standard benchmark and compare system outputs against it</a:t>
            </a:r>
            <a:endParaRPr lang="en-US" sz="2400">
              <a:solidFill>
                <a:schemeClr val="tx1"/>
              </a:solidFill>
              <a:ea typeface="Calibri"/>
            </a:endParaRPr>
          </a:p>
        </p:txBody>
      </p:sp>
      <p:sp>
        <p:nvSpPr>
          <p:cNvPr id="18" name="Content Placeholder 2">
            <a:extLst>
              <a:ext uri="{FF2B5EF4-FFF2-40B4-BE49-F238E27FC236}">
                <a16:creationId xmlns:a16="http://schemas.microsoft.com/office/drawing/2014/main" id="{098C2BAD-A560-4FF2-80C7-5E6F1F29BDAA}"/>
              </a:ext>
            </a:extLst>
          </p:cNvPr>
          <p:cNvSpPr txBox="1">
            <a:spLocks/>
          </p:cNvSpPr>
          <p:nvPr/>
        </p:nvSpPr>
        <p:spPr>
          <a:xfrm>
            <a:off x="476232" y="1768869"/>
            <a:ext cx="7468950"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Improve Knowledge Graph quality through cycle detection, edge validation, and cleanup of noisy prerequisite relationships</a:t>
            </a:r>
            <a:endParaRPr lang="en-US" sz="2400">
              <a:solidFill>
                <a:schemeClr val="tx1"/>
              </a:solidFill>
              <a:ea typeface="Calibri"/>
            </a:endParaRPr>
          </a:p>
        </p:txBody>
      </p:sp>
      <p:sp>
        <p:nvSpPr>
          <p:cNvPr id="21" name="Content Placeholder 2">
            <a:extLst>
              <a:ext uri="{FF2B5EF4-FFF2-40B4-BE49-F238E27FC236}">
                <a16:creationId xmlns:a16="http://schemas.microsoft.com/office/drawing/2014/main" id="{43FF57FB-BB07-9A48-5FC4-F30AC257AA94}"/>
              </a:ext>
            </a:extLst>
          </p:cNvPr>
          <p:cNvSpPr txBox="1">
            <a:spLocks/>
          </p:cNvSpPr>
          <p:nvPr/>
        </p:nvSpPr>
        <p:spPr>
          <a:xfrm>
            <a:off x="476233" y="3119989"/>
            <a:ext cx="7468949"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Extend the same architecture to other subjects beyond DBMS and to generate varied types of </a:t>
            </a:r>
            <a:r>
              <a:rPr lang="en-US" sz="1600" dirty="0">
                <a:solidFill>
                  <a:schemeClr val="tx1"/>
                </a:solidFill>
                <a:ea typeface="Calibri"/>
              </a:rPr>
              <a:t>questions</a:t>
            </a:r>
            <a:endParaRPr lang="en-US" sz="2400" dirty="0">
              <a:solidFill>
                <a:schemeClr val="tx1"/>
              </a:solidFill>
              <a:ea typeface="Calibri"/>
            </a:endParaRPr>
          </a:p>
        </p:txBody>
      </p:sp>
      <p:sp>
        <p:nvSpPr>
          <p:cNvPr id="23" name="Content Placeholder 2">
            <a:extLst>
              <a:ext uri="{FF2B5EF4-FFF2-40B4-BE49-F238E27FC236}">
                <a16:creationId xmlns:a16="http://schemas.microsoft.com/office/drawing/2014/main" id="{F62EE88D-805C-69A9-5CF5-C7C155ED3DA7}"/>
              </a:ext>
            </a:extLst>
          </p:cNvPr>
          <p:cNvSpPr txBox="1">
            <a:spLocks/>
          </p:cNvSpPr>
          <p:nvPr/>
        </p:nvSpPr>
        <p:spPr>
          <a:xfrm>
            <a:off x="476232" y="2444429"/>
            <a:ext cx="7772400"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Conduct real learner testing using pre-test/post-test evaluation to measure actual learning gain</a:t>
            </a:r>
            <a:endParaRPr lang="en-US" sz="2400">
              <a:solidFill>
                <a:schemeClr val="tx1"/>
              </a:solidFill>
              <a:ea typeface="Calibri"/>
            </a:endParaRPr>
          </a:p>
        </p:txBody>
      </p:sp>
      <p:sp>
        <p:nvSpPr>
          <p:cNvPr id="17" name="Slide Number Placeholder 1">
            <a:extLst>
              <a:ext uri="{FF2B5EF4-FFF2-40B4-BE49-F238E27FC236}">
                <a16:creationId xmlns:a16="http://schemas.microsoft.com/office/drawing/2014/main" id="{C15E3706-B397-DB05-D9B6-7BEF6952BB8A}"/>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10</a:t>
            </a:fld>
            <a:endParaRPr lang="en-US" sz="800" b="1">
              <a:solidFill>
                <a:schemeClr val="bg2">
                  <a:lumMod val="49000"/>
                </a:schemeClr>
              </a:solidFill>
              <a:ea typeface="Calibri Light"/>
              <a:cs typeface="Calibri Light"/>
            </a:endParaRPr>
          </a:p>
        </p:txBody>
      </p:sp>
      <p:sp>
        <p:nvSpPr>
          <p:cNvPr id="20" name="Footer Placeholder 2">
            <a:extLst>
              <a:ext uri="{FF2B5EF4-FFF2-40B4-BE49-F238E27FC236}">
                <a16:creationId xmlns:a16="http://schemas.microsoft.com/office/drawing/2014/main" id="{9E4FC6F0-59F0-94C8-817D-B06F4F6B5853}"/>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659AFEFC-C372-86CF-6854-0BBDA17ED5CB}"/>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6735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EB5D4-965A-51DD-5DA4-66D5A5298DDA}"/>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DA826CD3-6158-83F5-A77A-681C8642785C}"/>
              </a:ext>
            </a:extLst>
          </p:cNvPr>
          <p:cNvSpPr>
            <a:spLocks noGrp="1"/>
          </p:cNvSpPr>
          <p:nvPr>
            <p:ph type="title"/>
          </p:nvPr>
        </p:nvSpPr>
        <p:spPr>
          <a:xfrm>
            <a:off x="2056184" y="549729"/>
            <a:ext cx="1951423" cy="265636"/>
          </a:xfrm>
        </p:spPr>
        <p:txBody>
          <a:bodyPr vert="horz" wrap="square" lIns="0" tIns="12065" rIns="0" bIns="0" rtlCol="0" anchor="t">
            <a:noAutofit/>
          </a:bodyPr>
          <a:lstStyle/>
          <a:p>
            <a:r>
              <a:rPr lang="en-US" sz="2000" b="1">
                <a:latin typeface="Poppins"/>
                <a:cs typeface="Poppins"/>
              </a:rPr>
              <a:t>Key Learnings</a:t>
            </a:r>
            <a:endParaRPr lang="en-US" b="1">
              <a:latin typeface="Poppins"/>
              <a:cs typeface="Poppins"/>
            </a:endParaRPr>
          </a:p>
        </p:txBody>
      </p:sp>
      <p:sp>
        <p:nvSpPr>
          <p:cNvPr id="27" name="Content Placeholder 2">
            <a:extLst>
              <a:ext uri="{FF2B5EF4-FFF2-40B4-BE49-F238E27FC236}">
                <a16:creationId xmlns:a16="http://schemas.microsoft.com/office/drawing/2014/main" id="{E96DACA2-2891-3132-9B1E-1ADEF39DEAE8}"/>
              </a:ext>
            </a:extLst>
          </p:cNvPr>
          <p:cNvSpPr txBox="1">
            <a:spLocks/>
          </p:cNvSpPr>
          <p:nvPr/>
        </p:nvSpPr>
        <p:spPr>
          <a:xfrm>
            <a:off x="328003" y="1028129"/>
            <a:ext cx="4234831" cy="663643"/>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Learned how to build an end-to-end </a:t>
            </a:r>
            <a:r>
              <a:rPr lang="en-US" sz="1400" b="1">
                <a:solidFill>
                  <a:schemeClr val="tx1"/>
                </a:solidFill>
                <a:ea typeface="Calibri"/>
              </a:rPr>
              <a:t>AI-powered adaptive assessment system</a:t>
            </a:r>
            <a:r>
              <a:rPr lang="en-US" sz="1400">
                <a:solidFill>
                  <a:schemeClr val="tx1"/>
                </a:solidFill>
                <a:ea typeface="Calibri"/>
              </a:rPr>
              <a:t> from </a:t>
            </a:r>
            <a:r>
              <a:rPr lang="en-US" sz="1400" b="1">
                <a:solidFill>
                  <a:schemeClr val="tx1"/>
                </a:solidFill>
                <a:ea typeface="Calibri"/>
              </a:rPr>
              <a:t>educational content</a:t>
            </a:r>
            <a:r>
              <a:rPr lang="en-US" sz="1400">
                <a:solidFill>
                  <a:schemeClr val="tx1"/>
                </a:solidFill>
                <a:ea typeface="Calibri"/>
              </a:rPr>
              <a:t>.</a:t>
            </a:r>
            <a:endParaRPr lang="en-US" sz="2200">
              <a:solidFill>
                <a:schemeClr val="tx1"/>
              </a:solidFill>
              <a:ea typeface="Calibri"/>
            </a:endParaRPr>
          </a:p>
        </p:txBody>
      </p:sp>
      <p:sp>
        <p:nvSpPr>
          <p:cNvPr id="29" name="Content Placeholder 2">
            <a:extLst>
              <a:ext uri="{FF2B5EF4-FFF2-40B4-BE49-F238E27FC236}">
                <a16:creationId xmlns:a16="http://schemas.microsoft.com/office/drawing/2014/main" id="{90C873E5-3ED4-3368-5E69-A15E3BF6A1D0}"/>
              </a:ext>
            </a:extLst>
          </p:cNvPr>
          <p:cNvSpPr txBox="1">
            <a:spLocks/>
          </p:cNvSpPr>
          <p:nvPr/>
        </p:nvSpPr>
        <p:spPr>
          <a:xfrm>
            <a:off x="322560" y="1844557"/>
            <a:ext cx="42348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how </a:t>
            </a:r>
            <a:r>
              <a:rPr lang="en-US" sz="1400" b="1">
                <a:solidFill>
                  <a:schemeClr val="tx1"/>
                </a:solidFill>
                <a:ea typeface="Calibri"/>
              </a:rPr>
              <a:t>Knowledge Graphs</a:t>
            </a:r>
            <a:r>
              <a:rPr lang="en-US" sz="1400">
                <a:solidFill>
                  <a:schemeClr val="tx1"/>
                </a:solidFill>
                <a:ea typeface="Calibri"/>
              </a:rPr>
              <a:t> can represent concepts, prerequisites, and learning paths</a:t>
            </a:r>
            <a:endParaRPr lang="en-US" sz="2200">
              <a:solidFill>
                <a:schemeClr val="tx1"/>
              </a:solidFill>
              <a:ea typeface="Calibri"/>
            </a:endParaRPr>
          </a:p>
        </p:txBody>
      </p:sp>
      <p:sp>
        <p:nvSpPr>
          <p:cNvPr id="31" name="Content Placeholder 2">
            <a:extLst>
              <a:ext uri="{FF2B5EF4-FFF2-40B4-BE49-F238E27FC236}">
                <a16:creationId xmlns:a16="http://schemas.microsoft.com/office/drawing/2014/main" id="{77DDC5B4-F53E-7AD3-9A36-D9B6AB730663}"/>
              </a:ext>
            </a:extLst>
          </p:cNvPr>
          <p:cNvSpPr txBox="1">
            <a:spLocks/>
          </p:cNvSpPr>
          <p:nvPr/>
        </p:nvSpPr>
        <p:spPr>
          <a:xfrm>
            <a:off x="322560" y="2503142"/>
            <a:ext cx="42348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the role of </a:t>
            </a:r>
            <a:r>
              <a:rPr lang="en-US" sz="1400" b="1">
                <a:solidFill>
                  <a:schemeClr val="tx1"/>
                </a:solidFill>
                <a:ea typeface="Calibri"/>
              </a:rPr>
              <a:t>Bayesian Knowledge Tracing</a:t>
            </a:r>
            <a:r>
              <a:rPr lang="en-US" sz="1400">
                <a:solidFill>
                  <a:schemeClr val="tx1"/>
                </a:solidFill>
                <a:ea typeface="Calibri"/>
              </a:rPr>
              <a:t> (BKT) in tracking learner mastery</a:t>
            </a:r>
            <a:endParaRPr lang="en-US" sz="2200">
              <a:solidFill>
                <a:schemeClr val="tx1"/>
              </a:solidFill>
              <a:ea typeface="Calibri"/>
            </a:endParaRPr>
          </a:p>
        </p:txBody>
      </p:sp>
      <p:sp>
        <p:nvSpPr>
          <p:cNvPr id="33" name="Content Placeholder 2">
            <a:extLst>
              <a:ext uri="{FF2B5EF4-FFF2-40B4-BE49-F238E27FC236}">
                <a16:creationId xmlns:a16="http://schemas.microsoft.com/office/drawing/2014/main" id="{4F0A6E78-7D6B-E961-4D01-4FCE8798B813}"/>
              </a:ext>
            </a:extLst>
          </p:cNvPr>
          <p:cNvSpPr txBox="1">
            <a:spLocks/>
          </p:cNvSpPr>
          <p:nvPr/>
        </p:nvSpPr>
        <p:spPr>
          <a:xfrm>
            <a:off x="328003" y="3118185"/>
            <a:ext cx="42293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and applied different retrieval techniques:</a:t>
            </a:r>
            <a:endParaRPr lang="en-US" sz="1000">
              <a:solidFill>
                <a:schemeClr val="tx1"/>
              </a:solidFill>
              <a:ea typeface="Calibri"/>
            </a:endParaRPr>
          </a:p>
        </p:txBody>
      </p:sp>
      <p:sp>
        <p:nvSpPr>
          <p:cNvPr id="35" name="Content Placeholder 2">
            <a:extLst>
              <a:ext uri="{FF2B5EF4-FFF2-40B4-BE49-F238E27FC236}">
                <a16:creationId xmlns:a16="http://schemas.microsoft.com/office/drawing/2014/main" id="{6542C309-4DA8-51C4-3729-D5A18134FAB8}"/>
              </a:ext>
            </a:extLst>
          </p:cNvPr>
          <p:cNvSpPr txBox="1">
            <a:spLocks/>
          </p:cNvSpPr>
          <p:nvPr/>
        </p:nvSpPr>
        <p:spPr>
          <a:xfrm>
            <a:off x="1574417" y="3363112"/>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Font typeface="Arial"/>
              <a:buChar char="•"/>
              <a:defRPr sz="2200"/>
            </a:pPr>
            <a:r>
              <a:rPr lang="en-US" sz="1200" b="1">
                <a:solidFill>
                  <a:schemeClr val="tx1"/>
                </a:solidFill>
                <a:ea typeface="Calibri"/>
              </a:rPr>
              <a:t>Lexical </a:t>
            </a:r>
            <a:r>
              <a:rPr lang="en-US" sz="1200">
                <a:solidFill>
                  <a:schemeClr val="tx1"/>
                </a:solidFill>
                <a:ea typeface="Calibri"/>
              </a:rPr>
              <a:t>retrieval</a:t>
            </a:r>
            <a:endParaRPr lang="en-US"/>
          </a:p>
        </p:txBody>
      </p:sp>
      <p:sp>
        <p:nvSpPr>
          <p:cNvPr id="37" name="Content Placeholder 2">
            <a:extLst>
              <a:ext uri="{FF2B5EF4-FFF2-40B4-BE49-F238E27FC236}">
                <a16:creationId xmlns:a16="http://schemas.microsoft.com/office/drawing/2014/main" id="{FF4ED8A3-93A3-D807-BEF0-B7D23B8CC60A}"/>
              </a:ext>
            </a:extLst>
          </p:cNvPr>
          <p:cNvSpPr txBox="1">
            <a:spLocks/>
          </p:cNvSpPr>
          <p:nvPr/>
        </p:nvSpPr>
        <p:spPr>
          <a:xfrm>
            <a:off x="1574417" y="3548169"/>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b="1">
                <a:solidFill>
                  <a:schemeClr val="tx1"/>
                </a:solidFill>
                <a:ea typeface="Calibri"/>
              </a:rPr>
              <a:t>Semantic </a:t>
            </a:r>
            <a:r>
              <a:rPr lang="en-US" sz="1200">
                <a:solidFill>
                  <a:schemeClr val="tx1"/>
                </a:solidFill>
                <a:ea typeface="Calibri"/>
              </a:rPr>
              <a:t>retrieval</a:t>
            </a:r>
            <a:endParaRPr lang="en-US">
              <a:ea typeface="Calibri"/>
            </a:endParaRPr>
          </a:p>
        </p:txBody>
      </p:sp>
      <p:sp>
        <p:nvSpPr>
          <p:cNvPr id="39" name="Content Placeholder 2">
            <a:extLst>
              <a:ext uri="{FF2B5EF4-FFF2-40B4-BE49-F238E27FC236}">
                <a16:creationId xmlns:a16="http://schemas.microsoft.com/office/drawing/2014/main" id="{FBFFE0CA-5D9F-D41D-ED7B-C83B3B29F070}"/>
              </a:ext>
            </a:extLst>
          </p:cNvPr>
          <p:cNvSpPr txBox="1">
            <a:spLocks/>
          </p:cNvSpPr>
          <p:nvPr/>
        </p:nvSpPr>
        <p:spPr>
          <a:xfrm>
            <a:off x="2967789" y="3363113"/>
            <a:ext cx="1556946"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b="1">
                <a:solidFill>
                  <a:schemeClr val="tx1"/>
                </a:solidFill>
                <a:ea typeface="Calibri"/>
              </a:rPr>
              <a:t>Graph</a:t>
            </a:r>
            <a:r>
              <a:rPr lang="en-US" sz="1200">
                <a:solidFill>
                  <a:schemeClr val="tx1"/>
                </a:solidFill>
                <a:ea typeface="Calibri"/>
              </a:rPr>
              <a:t>-</a:t>
            </a:r>
            <a:r>
              <a:rPr lang="en-US" sz="1200" b="1">
                <a:solidFill>
                  <a:schemeClr val="tx1"/>
                </a:solidFill>
                <a:ea typeface="Calibri"/>
              </a:rPr>
              <a:t>Aware</a:t>
            </a:r>
            <a:r>
              <a:rPr lang="en-US" sz="1200">
                <a:solidFill>
                  <a:schemeClr val="tx1"/>
                </a:solidFill>
                <a:ea typeface="Calibri"/>
              </a:rPr>
              <a:t> retrieval</a:t>
            </a:r>
            <a:endParaRPr lang="en-US">
              <a:ea typeface="Calibri"/>
            </a:endParaRPr>
          </a:p>
        </p:txBody>
      </p:sp>
      <p:sp>
        <p:nvSpPr>
          <p:cNvPr id="41" name="Content Placeholder 2">
            <a:extLst>
              <a:ext uri="{FF2B5EF4-FFF2-40B4-BE49-F238E27FC236}">
                <a16:creationId xmlns:a16="http://schemas.microsoft.com/office/drawing/2014/main" id="{B246D44E-ACE1-D7A6-3148-982B03C72817}"/>
              </a:ext>
            </a:extLst>
          </p:cNvPr>
          <p:cNvSpPr txBox="1">
            <a:spLocks/>
          </p:cNvSpPr>
          <p:nvPr/>
        </p:nvSpPr>
        <p:spPr>
          <a:xfrm>
            <a:off x="2967789" y="3749555"/>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Font typeface="Arial"/>
              <a:buChar char="•"/>
              <a:defRPr sz="2200"/>
            </a:pPr>
            <a:r>
              <a:rPr lang="en-US" sz="1200" b="1">
                <a:solidFill>
                  <a:schemeClr val="tx1"/>
                </a:solidFill>
                <a:ea typeface="Calibri"/>
              </a:rPr>
              <a:t>Hybrid </a:t>
            </a:r>
            <a:r>
              <a:rPr lang="en-US" sz="1200">
                <a:solidFill>
                  <a:schemeClr val="tx1"/>
                </a:solidFill>
                <a:ea typeface="Calibri"/>
              </a:rPr>
              <a:t>retrieval</a:t>
            </a:r>
            <a:endParaRPr lang="en-US"/>
          </a:p>
        </p:txBody>
      </p:sp>
      <p:sp>
        <p:nvSpPr>
          <p:cNvPr id="43" name="Title 1">
            <a:extLst>
              <a:ext uri="{FF2B5EF4-FFF2-40B4-BE49-F238E27FC236}">
                <a16:creationId xmlns:a16="http://schemas.microsoft.com/office/drawing/2014/main" id="{39B110B2-C01E-97FB-B4B7-F13317935043}"/>
              </a:ext>
            </a:extLst>
          </p:cNvPr>
          <p:cNvSpPr txBox="1">
            <a:spLocks/>
          </p:cNvSpPr>
          <p:nvPr/>
        </p:nvSpPr>
        <p:spPr>
          <a:xfrm>
            <a:off x="5953270" y="604158"/>
            <a:ext cx="1788138" cy="265636"/>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2000" b="1">
                <a:latin typeface="Poppins"/>
                <a:cs typeface="Poppins"/>
              </a:rPr>
              <a:t>Skills Gained</a:t>
            </a:r>
          </a:p>
        </p:txBody>
      </p:sp>
      <p:sp>
        <p:nvSpPr>
          <p:cNvPr id="45" name="Content Placeholder 2">
            <a:extLst>
              <a:ext uri="{FF2B5EF4-FFF2-40B4-BE49-F238E27FC236}">
                <a16:creationId xmlns:a16="http://schemas.microsoft.com/office/drawing/2014/main" id="{FE3EB23F-851D-E7D6-934A-D5A4D88019ED}"/>
              </a:ext>
            </a:extLst>
          </p:cNvPr>
          <p:cNvSpPr txBox="1">
            <a:spLocks/>
          </p:cNvSpPr>
          <p:nvPr/>
        </p:nvSpPr>
        <p:spPr>
          <a:xfrm>
            <a:off x="5106831" y="1136987"/>
            <a:ext cx="3483717"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Knowledge Graph construction using </a:t>
            </a:r>
            <a:r>
              <a:rPr lang="en-US" sz="1400" b="1" err="1">
                <a:solidFill>
                  <a:schemeClr val="tx1"/>
                </a:solidFill>
                <a:ea typeface="Calibri"/>
              </a:rPr>
              <a:t>NetworkX</a:t>
            </a:r>
            <a:endParaRPr lang="en-US" sz="2200" b="1">
              <a:solidFill>
                <a:schemeClr val="tx1"/>
              </a:solidFill>
              <a:ea typeface="Calibri"/>
            </a:endParaRPr>
          </a:p>
        </p:txBody>
      </p:sp>
      <p:sp>
        <p:nvSpPr>
          <p:cNvPr id="47" name="Content Placeholder 2">
            <a:extLst>
              <a:ext uri="{FF2B5EF4-FFF2-40B4-BE49-F238E27FC236}">
                <a16:creationId xmlns:a16="http://schemas.microsoft.com/office/drawing/2014/main" id="{769CA790-6A71-5AFE-FC52-F8A09781FEE7}"/>
              </a:ext>
            </a:extLst>
          </p:cNvPr>
          <p:cNvSpPr txBox="1">
            <a:spLocks/>
          </p:cNvSpPr>
          <p:nvPr/>
        </p:nvSpPr>
        <p:spPr>
          <a:xfrm>
            <a:off x="5106831" y="1844558"/>
            <a:ext cx="36959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b="1">
                <a:solidFill>
                  <a:schemeClr val="tx1"/>
                </a:solidFill>
                <a:ea typeface="Calibri"/>
              </a:rPr>
              <a:t>RAG system</a:t>
            </a:r>
            <a:r>
              <a:rPr lang="en-US" sz="1400">
                <a:solidFill>
                  <a:schemeClr val="tx1"/>
                </a:solidFill>
                <a:ea typeface="Calibri"/>
              </a:rPr>
              <a:t> design combining graph context and semantic retrieval</a:t>
            </a:r>
            <a:endParaRPr lang="en-US" sz="2200">
              <a:solidFill>
                <a:schemeClr val="tx1"/>
              </a:solidFill>
              <a:ea typeface="Calibri"/>
            </a:endParaRPr>
          </a:p>
        </p:txBody>
      </p:sp>
      <p:sp>
        <p:nvSpPr>
          <p:cNvPr id="49" name="Content Placeholder 2">
            <a:extLst>
              <a:ext uri="{FF2B5EF4-FFF2-40B4-BE49-F238E27FC236}">
                <a16:creationId xmlns:a16="http://schemas.microsoft.com/office/drawing/2014/main" id="{4D6DC1CF-FBE7-8E5B-6533-4090AD61FB64}"/>
              </a:ext>
            </a:extLst>
          </p:cNvPr>
          <p:cNvSpPr txBox="1">
            <a:spLocks/>
          </p:cNvSpPr>
          <p:nvPr/>
        </p:nvSpPr>
        <p:spPr>
          <a:xfrm>
            <a:off x="5085060" y="2503143"/>
            <a:ext cx="37395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Adaptive learning implementation using </a:t>
            </a:r>
            <a:r>
              <a:rPr lang="en-US" sz="1400" b="1">
                <a:solidFill>
                  <a:schemeClr val="tx1"/>
                </a:solidFill>
                <a:ea typeface="Calibri"/>
              </a:rPr>
              <a:t>BKT</a:t>
            </a:r>
            <a:r>
              <a:rPr lang="en-US" sz="1400">
                <a:solidFill>
                  <a:schemeClr val="tx1"/>
                </a:solidFill>
                <a:ea typeface="Calibri"/>
              </a:rPr>
              <a:t> formulas and learner state tracking</a:t>
            </a:r>
            <a:endParaRPr lang="en-US" sz="2200">
              <a:solidFill>
                <a:schemeClr val="tx1"/>
              </a:solidFill>
              <a:ea typeface="Calibri"/>
            </a:endParaRPr>
          </a:p>
        </p:txBody>
      </p:sp>
      <p:sp>
        <p:nvSpPr>
          <p:cNvPr id="51" name="Content Placeholder 2">
            <a:extLst>
              <a:ext uri="{FF2B5EF4-FFF2-40B4-BE49-F238E27FC236}">
                <a16:creationId xmlns:a16="http://schemas.microsoft.com/office/drawing/2014/main" id="{02016CB3-FFF6-A67E-7A71-530C4494689A}"/>
              </a:ext>
            </a:extLst>
          </p:cNvPr>
          <p:cNvSpPr txBox="1">
            <a:spLocks/>
          </p:cNvSpPr>
          <p:nvPr/>
        </p:nvSpPr>
        <p:spPr>
          <a:xfrm>
            <a:off x="5085060" y="3118186"/>
            <a:ext cx="4234831"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Importance of good </a:t>
            </a:r>
            <a:r>
              <a:rPr lang="en-US" sz="1400" b="1">
                <a:solidFill>
                  <a:schemeClr val="tx1"/>
                </a:solidFill>
                <a:ea typeface="Calibri"/>
              </a:rPr>
              <a:t>prompting </a:t>
            </a:r>
            <a:r>
              <a:rPr lang="en-US" sz="1400">
                <a:solidFill>
                  <a:schemeClr val="tx1"/>
                </a:solidFill>
                <a:ea typeface="Calibri"/>
              </a:rPr>
              <a:t>techniques</a:t>
            </a:r>
          </a:p>
        </p:txBody>
      </p:sp>
      <p:cxnSp>
        <p:nvCxnSpPr>
          <p:cNvPr id="53" name="Straight Arrow Connector 52">
            <a:extLst>
              <a:ext uri="{FF2B5EF4-FFF2-40B4-BE49-F238E27FC236}">
                <a16:creationId xmlns:a16="http://schemas.microsoft.com/office/drawing/2014/main" id="{E07DB7EA-0617-2421-C3C8-D3164ABAD5CE}"/>
              </a:ext>
            </a:extLst>
          </p:cNvPr>
          <p:cNvCxnSpPr>
            <a:cxnSpLocks/>
          </p:cNvCxnSpPr>
          <p:nvPr/>
        </p:nvCxnSpPr>
        <p:spPr>
          <a:xfrm>
            <a:off x="4544150" y="497490"/>
            <a:ext cx="18684" cy="352025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DC0F73D7-A22C-FBF3-2EDB-BA9CC5EBF1B9}"/>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11</a:t>
            </a:fld>
            <a:endParaRPr lang="en-US" sz="800" b="1">
              <a:solidFill>
                <a:schemeClr val="bg2">
                  <a:lumMod val="49000"/>
                </a:schemeClr>
              </a:solidFill>
              <a:ea typeface="Calibri Light"/>
              <a:cs typeface="Calibri Light"/>
            </a:endParaRPr>
          </a:p>
        </p:txBody>
      </p:sp>
      <p:sp>
        <p:nvSpPr>
          <p:cNvPr id="5" name="Footer Placeholder 2">
            <a:extLst>
              <a:ext uri="{FF2B5EF4-FFF2-40B4-BE49-F238E27FC236}">
                <a16:creationId xmlns:a16="http://schemas.microsoft.com/office/drawing/2014/main" id="{F6FC2B15-A624-1E66-4D6F-1B0B814AEAA6}"/>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7" name="Straight Arrow Connector 6">
            <a:extLst>
              <a:ext uri="{FF2B5EF4-FFF2-40B4-BE49-F238E27FC236}">
                <a16:creationId xmlns:a16="http://schemas.microsoft.com/office/drawing/2014/main" id="{FAF5B00F-C947-6D6C-BFD7-2098EA7D9B07}"/>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7443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D7A2-C618-E493-AF3C-463BEE1F3E92}"/>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8E6651C-7CB3-E36C-50BF-B2A56AFB1F14}"/>
              </a:ext>
            </a:extLst>
          </p:cNvPr>
          <p:cNvSpPr txBox="1">
            <a:spLocks/>
          </p:cNvSpPr>
          <p:nvPr/>
        </p:nvSpPr>
        <p:spPr>
          <a:xfrm>
            <a:off x="266161" y="875130"/>
            <a:ext cx="6466404"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References/Literature Review</a:t>
            </a:r>
            <a:endParaRPr lang="en-US"/>
          </a:p>
        </p:txBody>
      </p:sp>
      <p:sp>
        <p:nvSpPr>
          <p:cNvPr id="17" name="Slide Number Placeholder 1">
            <a:extLst>
              <a:ext uri="{FF2B5EF4-FFF2-40B4-BE49-F238E27FC236}">
                <a16:creationId xmlns:a16="http://schemas.microsoft.com/office/drawing/2014/main" id="{918914DC-C1FC-D20E-0376-AA79A0456AB7}"/>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12</a:t>
            </a:fld>
            <a:endParaRPr lang="en-US" sz="800" b="1">
              <a:solidFill>
                <a:schemeClr val="bg2">
                  <a:lumMod val="49000"/>
                </a:schemeClr>
              </a:solidFill>
              <a:ea typeface="Calibri Light"/>
              <a:cs typeface="Calibri Light"/>
            </a:endParaRPr>
          </a:p>
        </p:txBody>
      </p:sp>
      <p:sp>
        <p:nvSpPr>
          <p:cNvPr id="20" name="Footer Placeholder 2">
            <a:extLst>
              <a:ext uri="{FF2B5EF4-FFF2-40B4-BE49-F238E27FC236}">
                <a16:creationId xmlns:a16="http://schemas.microsoft.com/office/drawing/2014/main" id="{1EE30423-CA52-4351-788E-BB2DA94A8D67}"/>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D05D7F12-45D6-8585-6CAC-5CF9A95E6237}"/>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ubtitle 11">
            <a:extLst>
              <a:ext uri="{FF2B5EF4-FFF2-40B4-BE49-F238E27FC236}">
                <a16:creationId xmlns:a16="http://schemas.microsoft.com/office/drawing/2014/main" id="{3587857A-7C2D-AD12-2840-7EB66C2ED39A}"/>
              </a:ext>
            </a:extLst>
          </p:cNvPr>
          <p:cNvSpPr txBox="1">
            <a:spLocks/>
          </p:cNvSpPr>
          <p:nvPr/>
        </p:nvSpPr>
        <p:spPr>
          <a:xfrm>
            <a:off x="267346" y="1288101"/>
            <a:ext cx="5738948" cy="641894"/>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228600">
              <a:buAutoNum type="arabicPeriod"/>
            </a:pPr>
            <a:r>
              <a:rPr lang="en-US" sz="1200" dirty="0">
                <a:cs typeface="Poppins Light"/>
                <a:hlinkClick r:id="rId3"/>
              </a:rPr>
              <a:t>Beyond Static Question Banks: Dynamic Knowledge Expansion via LLM-Automated Graph Construction and Adaptive Generation</a:t>
            </a:r>
            <a:r>
              <a:rPr lang="en-US" sz="1600" dirty="0">
                <a:cs typeface="Poppins Light"/>
              </a:rPr>
              <a:t> </a:t>
            </a:r>
            <a:r>
              <a:rPr lang="en-US" sz="1100" b="1">
                <a:cs typeface="Poppins Light"/>
              </a:rPr>
              <a:t>(On </a:t>
            </a:r>
            <a:r>
              <a:rPr lang="en-US" sz="1100" b="1">
                <a:ea typeface="+mn-lt"/>
                <a:cs typeface="+mn-lt"/>
              </a:rPr>
              <a:t>arxiv.org</a:t>
            </a:r>
            <a:r>
              <a:rPr lang="en-US" sz="1100" b="1">
                <a:cs typeface="Poppins Light"/>
              </a:rPr>
              <a:t>) - Feb 2026</a:t>
            </a:r>
            <a:endParaRPr lang="en-US" sz="1100">
              <a:ea typeface="Calibri Light"/>
            </a:endParaRPr>
          </a:p>
        </p:txBody>
      </p:sp>
      <p:sp>
        <p:nvSpPr>
          <p:cNvPr id="7" name="Subtitle 11">
            <a:extLst>
              <a:ext uri="{FF2B5EF4-FFF2-40B4-BE49-F238E27FC236}">
                <a16:creationId xmlns:a16="http://schemas.microsoft.com/office/drawing/2014/main" id="{9FEF3966-B064-153F-0358-D3C46217834F}"/>
              </a:ext>
            </a:extLst>
          </p:cNvPr>
          <p:cNvSpPr txBox="1">
            <a:spLocks/>
          </p:cNvSpPr>
          <p:nvPr/>
        </p:nvSpPr>
        <p:spPr>
          <a:xfrm>
            <a:off x="528602" y="1748931"/>
            <a:ext cx="6355806" cy="364309"/>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 </a:t>
            </a:r>
            <a:r>
              <a:rPr lang="en-US" sz="1100" b="1" dirty="0">
                <a:ea typeface="+mn-lt"/>
                <a:cs typeface="+mn-lt"/>
              </a:rPr>
              <a:t>Yingquan Wang</a:t>
            </a:r>
            <a:r>
              <a:rPr lang="en-US" sz="1100" dirty="0">
                <a:ea typeface="+mn-lt"/>
                <a:cs typeface="+mn-lt"/>
              </a:rPr>
              <a:t>, </a:t>
            </a:r>
            <a:r>
              <a:rPr lang="en-US" sz="1100" b="1" dirty="0">
                <a:ea typeface="+mn-lt"/>
                <a:cs typeface="+mn-lt"/>
              </a:rPr>
              <a:t>Li Zeng, Tianyu Wei</a:t>
            </a:r>
            <a:r>
              <a:rPr lang="en-US" sz="1100" dirty="0">
                <a:ea typeface="+mn-lt"/>
                <a:cs typeface="+mn-lt"/>
              </a:rPr>
              <a:t>, </a:t>
            </a:r>
            <a:r>
              <a:rPr lang="en-US" sz="1100" b="1" dirty="0">
                <a:ea typeface="+mn-lt"/>
                <a:cs typeface="+mn-lt"/>
              </a:rPr>
              <a:t>Qinsi Li</a:t>
            </a:r>
            <a:r>
              <a:rPr lang="en-US" sz="1100" dirty="0">
                <a:ea typeface="+mn-lt"/>
                <a:cs typeface="+mn-lt"/>
              </a:rPr>
              <a:t> </a:t>
            </a:r>
            <a:endParaRPr lang="en-US" sz="1100" b="1" dirty="0"/>
          </a:p>
        </p:txBody>
      </p:sp>
      <p:sp>
        <p:nvSpPr>
          <p:cNvPr id="8" name="Subtitle 11">
            <a:extLst>
              <a:ext uri="{FF2B5EF4-FFF2-40B4-BE49-F238E27FC236}">
                <a16:creationId xmlns:a16="http://schemas.microsoft.com/office/drawing/2014/main" id="{69302530-1E09-A9DD-CE3E-970BC4B1F3EE}"/>
              </a:ext>
            </a:extLst>
          </p:cNvPr>
          <p:cNvSpPr txBox="1">
            <a:spLocks/>
          </p:cNvSpPr>
          <p:nvPr/>
        </p:nvSpPr>
        <p:spPr>
          <a:xfrm>
            <a:off x="517716" y="2071872"/>
            <a:ext cx="5298077" cy="641894"/>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u="sng" dirty="0">
                <a:highlight>
                  <a:srgbClr val="FFFFFF"/>
                </a:highlight>
                <a:latin typeface="Calibri Light"/>
                <a:ea typeface="Calibri Light"/>
                <a:cs typeface="Calibri Light"/>
                <a:hlinkClick r:id="rId4"/>
              </a:rPr>
              <a:t>A Systematic Review on Assessment in Adaptive Learning: Theories, Algorithms and Techniques</a:t>
            </a:r>
            <a:r>
              <a:rPr lang="en-US" sz="1600" dirty="0">
                <a:latin typeface="Calibri Light"/>
                <a:ea typeface="Calibri Light"/>
                <a:cs typeface="Calibri Light"/>
              </a:rPr>
              <a:t> </a:t>
            </a:r>
            <a:r>
              <a:rPr lang="en-US" sz="1100" b="1" dirty="0">
                <a:cs typeface="Poppins Light"/>
              </a:rPr>
              <a:t>(On </a:t>
            </a:r>
            <a:r>
              <a:rPr lang="en-US" sz="1100" b="1" dirty="0">
                <a:ea typeface="+mn-lt"/>
                <a:cs typeface="+mn-lt"/>
              </a:rPr>
              <a:t>thesai.org</a:t>
            </a:r>
            <a:r>
              <a:rPr lang="en-US" sz="1100" b="1">
                <a:cs typeface="Poppins Light"/>
              </a:rPr>
              <a:t>) - Nov 2024</a:t>
            </a:r>
            <a:endParaRPr lang="en-US" sz="1100">
              <a:ea typeface="Calibri Light"/>
            </a:endParaRPr>
          </a:p>
        </p:txBody>
      </p:sp>
      <p:sp>
        <p:nvSpPr>
          <p:cNvPr id="9" name="Subtitle 11">
            <a:extLst>
              <a:ext uri="{FF2B5EF4-FFF2-40B4-BE49-F238E27FC236}">
                <a16:creationId xmlns:a16="http://schemas.microsoft.com/office/drawing/2014/main" id="{6AD53308-DAC7-AB1C-7A21-5608C1B163B5}"/>
              </a:ext>
            </a:extLst>
          </p:cNvPr>
          <p:cNvSpPr txBox="1">
            <a:spLocks/>
          </p:cNvSpPr>
          <p:nvPr/>
        </p:nvSpPr>
        <p:spPr>
          <a:xfrm>
            <a:off x="539487" y="2549030"/>
            <a:ext cx="6355806" cy="364309"/>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 </a:t>
            </a:r>
            <a:r>
              <a:rPr lang="en-US" sz="1100" b="1" dirty="0">
                <a:ea typeface="+mn-lt"/>
                <a:cs typeface="+mn-lt"/>
              </a:rPr>
              <a:t>Adel Ihichr</a:t>
            </a:r>
            <a:r>
              <a:rPr lang="en-US" sz="1100" dirty="0">
                <a:ea typeface="+mn-lt"/>
                <a:cs typeface="+mn-lt"/>
              </a:rPr>
              <a:t>, </a:t>
            </a:r>
            <a:r>
              <a:rPr lang="en-US" sz="1100" b="1" dirty="0">
                <a:ea typeface="+mn-lt"/>
                <a:cs typeface="+mn-lt"/>
              </a:rPr>
              <a:t>Omar Oustous</a:t>
            </a:r>
            <a:r>
              <a:rPr lang="en-US" sz="1100" dirty="0">
                <a:ea typeface="+mn-lt"/>
                <a:cs typeface="+mn-lt"/>
              </a:rPr>
              <a:t>,</a:t>
            </a:r>
            <a:r>
              <a:rPr lang="en-US" sz="1100" b="1" dirty="0">
                <a:ea typeface="+mn-lt"/>
                <a:cs typeface="+mn-lt"/>
              </a:rPr>
              <a:t> Younes El Bouzekri El Idrissi</a:t>
            </a:r>
            <a:r>
              <a:rPr lang="en-US" sz="1100" dirty="0">
                <a:ea typeface="+mn-lt"/>
                <a:cs typeface="+mn-lt"/>
              </a:rPr>
              <a:t>, </a:t>
            </a:r>
            <a:r>
              <a:rPr lang="en-US" sz="1100" b="1" dirty="0">
                <a:ea typeface="+mn-lt"/>
                <a:cs typeface="+mn-lt"/>
              </a:rPr>
              <a:t>Ayoub </a:t>
            </a:r>
            <a:r>
              <a:rPr lang="en-US" sz="1100" b="1" dirty="0" err="1">
                <a:ea typeface="+mn-lt"/>
                <a:cs typeface="+mn-lt"/>
              </a:rPr>
              <a:t>Ait</a:t>
            </a:r>
            <a:r>
              <a:rPr lang="en-US" sz="1100" b="1" dirty="0">
                <a:ea typeface="+mn-lt"/>
                <a:cs typeface="+mn-lt"/>
              </a:rPr>
              <a:t> Lahcen</a:t>
            </a:r>
            <a:endParaRPr lang="en-US" sz="1100" b="1" dirty="0"/>
          </a:p>
        </p:txBody>
      </p:sp>
      <p:sp>
        <p:nvSpPr>
          <p:cNvPr id="10" name="Subtitle 11">
            <a:extLst>
              <a:ext uri="{FF2B5EF4-FFF2-40B4-BE49-F238E27FC236}">
                <a16:creationId xmlns:a16="http://schemas.microsoft.com/office/drawing/2014/main" id="{B6FA898B-44E1-A21E-34A3-F72D4B65E816}"/>
              </a:ext>
            </a:extLst>
          </p:cNvPr>
          <p:cNvSpPr txBox="1">
            <a:spLocks/>
          </p:cNvSpPr>
          <p:nvPr/>
        </p:nvSpPr>
        <p:spPr>
          <a:xfrm>
            <a:off x="517716" y="2997158"/>
            <a:ext cx="5287191" cy="282665"/>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u="sng" dirty="0">
                <a:highlight>
                  <a:srgbClr val="FFFFFF"/>
                </a:highlight>
                <a:latin typeface="Calibri Light"/>
                <a:ea typeface="Calibri Light"/>
                <a:cs typeface="Calibri Light"/>
                <a:hlinkClick r:id="rId5"/>
              </a:rPr>
              <a:t>Deep Computerized Adaptive Testing</a:t>
            </a:r>
            <a:r>
              <a:rPr lang="en-US" sz="1100" dirty="0">
                <a:latin typeface="Calibri Light"/>
                <a:ea typeface="Calibri Light"/>
                <a:cs typeface="Poppins Light"/>
              </a:rPr>
              <a:t> </a:t>
            </a:r>
            <a:r>
              <a:rPr lang="en-US" sz="1100" b="1" dirty="0">
                <a:cs typeface="Poppins Light"/>
              </a:rPr>
              <a:t>(On </a:t>
            </a:r>
            <a:r>
              <a:rPr lang="en-US" sz="1100" b="1" dirty="0">
                <a:ea typeface="+mn-lt"/>
                <a:cs typeface="+mn-lt"/>
              </a:rPr>
              <a:t>thesai.org</a:t>
            </a:r>
            <a:r>
              <a:rPr lang="en-US" sz="1100" b="1">
                <a:cs typeface="Poppins Light"/>
              </a:rPr>
              <a:t>) - Mar 2026</a:t>
            </a:r>
            <a:endParaRPr lang="en-US" sz="1100">
              <a:ea typeface="Calibri Light"/>
            </a:endParaRPr>
          </a:p>
        </p:txBody>
      </p:sp>
      <p:sp>
        <p:nvSpPr>
          <p:cNvPr id="12" name="Subtitle 11">
            <a:extLst>
              <a:ext uri="{FF2B5EF4-FFF2-40B4-BE49-F238E27FC236}">
                <a16:creationId xmlns:a16="http://schemas.microsoft.com/office/drawing/2014/main" id="{1E92EF12-03A3-61B9-FDF0-8CC4D8F1698F}"/>
              </a:ext>
            </a:extLst>
          </p:cNvPr>
          <p:cNvSpPr txBox="1">
            <a:spLocks/>
          </p:cNvSpPr>
          <p:nvPr/>
        </p:nvSpPr>
        <p:spPr>
          <a:xfrm>
            <a:off x="539488" y="3207616"/>
            <a:ext cx="6355806" cy="277224"/>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a:t>
            </a:r>
            <a:r>
              <a:rPr lang="en-US" sz="1100" dirty="0">
                <a:ea typeface="+mn-lt"/>
                <a:cs typeface="Poppins Light"/>
              </a:rPr>
              <a:t> </a:t>
            </a:r>
            <a:r>
              <a:rPr lang="en-US" sz="1100" b="1" dirty="0">
                <a:ea typeface="+mn-lt"/>
                <a:cs typeface="+mn-lt"/>
              </a:rPr>
              <a:t>Jiguang Li</a:t>
            </a:r>
            <a:r>
              <a:rPr lang="en-US" sz="1100" dirty="0">
                <a:ea typeface="+mn-lt"/>
                <a:cs typeface="+mn-lt"/>
              </a:rPr>
              <a:t>, </a:t>
            </a:r>
            <a:r>
              <a:rPr lang="en-US" sz="1100" b="1" dirty="0">
                <a:ea typeface="+mn-lt"/>
                <a:cs typeface="+mn-lt"/>
              </a:rPr>
              <a:t>Robert Gibbons</a:t>
            </a:r>
            <a:r>
              <a:rPr lang="en-US" sz="1100" dirty="0">
                <a:ea typeface="+mn-lt"/>
                <a:cs typeface="+mn-lt"/>
              </a:rPr>
              <a:t>, </a:t>
            </a:r>
            <a:r>
              <a:rPr lang="en-US" sz="1100" b="1" dirty="0">
                <a:ea typeface="+mn-lt"/>
                <a:cs typeface="+mn-lt"/>
              </a:rPr>
              <a:t>Veronika </a:t>
            </a:r>
            <a:r>
              <a:rPr lang="en-US" sz="1100" b="1" dirty="0" err="1">
                <a:ea typeface="+mn-lt"/>
                <a:cs typeface="+mn-lt"/>
              </a:rPr>
              <a:t>Rockova</a:t>
            </a:r>
            <a:endParaRPr lang="en-US" sz="1100" b="1" dirty="0">
              <a:ea typeface="Calibri Light"/>
              <a:cs typeface="Calibri Light"/>
            </a:endParaRPr>
          </a:p>
        </p:txBody>
      </p:sp>
      <p:sp>
        <p:nvSpPr>
          <p:cNvPr id="15" name="Subtitle 11">
            <a:extLst>
              <a:ext uri="{FF2B5EF4-FFF2-40B4-BE49-F238E27FC236}">
                <a16:creationId xmlns:a16="http://schemas.microsoft.com/office/drawing/2014/main" id="{C1475D4B-2E09-3228-3C6D-E542FCC4B7F5}"/>
              </a:ext>
            </a:extLst>
          </p:cNvPr>
          <p:cNvSpPr txBox="1">
            <a:spLocks/>
          </p:cNvSpPr>
          <p:nvPr/>
        </p:nvSpPr>
        <p:spPr>
          <a:xfrm>
            <a:off x="278232" y="2180729"/>
            <a:ext cx="372291" cy="315323"/>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a:cs typeface="Poppins Light"/>
              </a:rPr>
              <a:t>2.</a:t>
            </a:r>
            <a:endParaRPr lang="en-US" sz="1100" b="1">
              <a:ea typeface="Calibri Light"/>
            </a:endParaRPr>
          </a:p>
        </p:txBody>
      </p:sp>
      <p:sp>
        <p:nvSpPr>
          <p:cNvPr id="16" name="Subtitle 11">
            <a:extLst>
              <a:ext uri="{FF2B5EF4-FFF2-40B4-BE49-F238E27FC236}">
                <a16:creationId xmlns:a16="http://schemas.microsoft.com/office/drawing/2014/main" id="{F9C084D2-B05E-8230-B1FA-E106B2514D00}"/>
              </a:ext>
            </a:extLst>
          </p:cNvPr>
          <p:cNvSpPr txBox="1">
            <a:spLocks/>
          </p:cNvSpPr>
          <p:nvPr/>
        </p:nvSpPr>
        <p:spPr>
          <a:xfrm>
            <a:off x="294560" y="2969943"/>
            <a:ext cx="372291" cy="315323"/>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a:cs typeface="Poppins Light"/>
              </a:rPr>
              <a:t>3.</a:t>
            </a:r>
            <a:endParaRPr lang="en-US" sz="1100" b="1">
              <a:ea typeface="Calibri Light"/>
            </a:endParaRPr>
          </a:p>
        </p:txBody>
      </p:sp>
      <p:sp>
        <p:nvSpPr>
          <p:cNvPr id="2" name="Subtitle 11">
            <a:extLst>
              <a:ext uri="{FF2B5EF4-FFF2-40B4-BE49-F238E27FC236}">
                <a16:creationId xmlns:a16="http://schemas.microsoft.com/office/drawing/2014/main" id="{600CE962-AAD5-DB30-E218-0F14F75A2950}"/>
              </a:ext>
            </a:extLst>
          </p:cNvPr>
          <p:cNvSpPr txBox="1">
            <a:spLocks/>
          </p:cNvSpPr>
          <p:nvPr/>
        </p:nvSpPr>
        <p:spPr>
          <a:xfrm>
            <a:off x="5933358" y="1580202"/>
            <a:ext cx="3209836" cy="342538"/>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1. Fundamentals of Database Systems PDF - Shamkant B. Navathe </a:t>
            </a:r>
            <a:endParaRPr lang="en-US">
              <a:ea typeface="Calibri Light"/>
            </a:endParaRPr>
          </a:p>
        </p:txBody>
      </p:sp>
      <p:sp>
        <p:nvSpPr>
          <p:cNvPr id="3" name="Subtitle 11">
            <a:extLst>
              <a:ext uri="{FF2B5EF4-FFF2-40B4-BE49-F238E27FC236}">
                <a16:creationId xmlns:a16="http://schemas.microsoft.com/office/drawing/2014/main" id="{B456769A-F113-196C-3525-055F69DD9659}"/>
              </a:ext>
            </a:extLst>
          </p:cNvPr>
          <p:cNvSpPr txBox="1">
            <a:spLocks/>
          </p:cNvSpPr>
          <p:nvPr/>
        </p:nvSpPr>
        <p:spPr>
          <a:xfrm>
            <a:off x="5933358" y="2380302"/>
            <a:ext cx="3209836" cy="217352"/>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2. Database Systems - </a:t>
            </a:r>
            <a:br>
              <a:rPr lang="en-US" sz="1100" dirty="0">
                <a:ea typeface="+mn-lt"/>
                <a:cs typeface="+mn-lt"/>
              </a:rPr>
            </a:br>
            <a:r>
              <a:rPr lang="en-US" sz="1100">
                <a:ea typeface="+mn-lt"/>
                <a:cs typeface="+mn-lt"/>
              </a:rPr>
              <a:t>Hector Garcia-Molina, Jeffrey D. Ullman, Jennifer Widom</a:t>
            </a:r>
            <a:endParaRPr lang="en-US"/>
          </a:p>
        </p:txBody>
      </p:sp>
      <p:sp>
        <p:nvSpPr>
          <p:cNvPr id="4" name="Subtitle 11">
            <a:extLst>
              <a:ext uri="{FF2B5EF4-FFF2-40B4-BE49-F238E27FC236}">
                <a16:creationId xmlns:a16="http://schemas.microsoft.com/office/drawing/2014/main" id="{69EF62E0-2EAD-68C4-46A7-A7E295E60910}"/>
              </a:ext>
            </a:extLst>
          </p:cNvPr>
          <p:cNvSpPr txBox="1">
            <a:spLocks/>
          </p:cNvSpPr>
          <p:nvPr/>
        </p:nvSpPr>
        <p:spPr>
          <a:xfrm>
            <a:off x="5938801" y="2505488"/>
            <a:ext cx="3209836" cy="571137"/>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3. Database Design - </a:t>
            </a:r>
            <a:br>
              <a:rPr lang="en-US" sz="1100" dirty="0">
                <a:ea typeface="+mn-lt"/>
                <a:cs typeface="+mn-lt"/>
              </a:rPr>
            </a:br>
            <a:r>
              <a:rPr lang="en-US" sz="1100">
                <a:ea typeface="+mn-lt"/>
                <a:cs typeface="+mn-lt"/>
              </a:rPr>
              <a:t>Adrienne Watt, Nelson Eng </a:t>
            </a:r>
            <a:endParaRPr lang="en-US"/>
          </a:p>
        </p:txBody>
      </p:sp>
      <p:sp>
        <p:nvSpPr>
          <p:cNvPr id="5" name="Subtitle 11">
            <a:extLst>
              <a:ext uri="{FF2B5EF4-FFF2-40B4-BE49-F238E27FC236}">
                <a16:creationId xmlns:a16="http://schemas.microsoft.com/office/drawing/2014/main" id="{D89DEA4E-70D4-CA09-4B4F-5B6C865EC56C}"/>
              </a:ext>
            </a:extLst>
          </p:cNvPr>
          <p:cNvSpPr txBox="1">
            <a:spLocks/>
          </p:cNvSpPr>
          <p:nvPr/>
        </p:nvSpPr>
        <p:spPr>
          <a:xfrm>
            <a:off x="7179772" y="1683617"/>
            <a:ext cx="1685836" cy="239123"/>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(Georgia State University) </a:t>
            </a:r>
            <a:endParaRPr lang="en-US">
              <a:ea typeface="+mn-lt"/>
              <a:cs typeface="+mn-lt"/>
            </a:endParaRPr>
          </a:p>
        </p:txBody>
      </p:sp>
      <p:sp>
        <p:nvSpPr>
          <p:cNvPr id="13" name="Subtitle 11">
            <a:extLst>
              <a:ext uri="{FF2B5EF4-FFF2-40B4-BE49-F238E27FC236}">
                <a16:creationId xmlns:a16="http://schemas.microsoft.com/office/drawing/2014/main" id="{9799B433-E1F9-91E0-E700-A0E61844BE2E}"/>
              </a:ext>
            </a:extLst>
          </p:cNvPr>
          <p:cNvSpPr txBox="1">
            <a:spLocks/>
          </p:cNvSpPr>
          <p:nvPr/>
        </p:nvSpPr>
        <p:spPr>
          <a:xfrm>
            <a:off x="6379673" y="2271447"/>
            <a:ext cx="1691279" cy="326207"/>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(Stanford University) </a:t>
            </a:r>
            <a:endParaRPr lang="en-US">
              <a:ea typeface="+mn-lt"/>
              <a:cs typeface="+mn-lt"/>
            </a:endParaRPr>
          </a:p>
        </p:txBody>
      </p:sp>
      <p:sp>
        <p:nvSpPr>
          <p:cNvPr id="14" name="Subtitle 11">
            <a:extLst>
              <a:ext uri="{FF2B5EF4-FFF2-40B4-BE49-F238E27FC236}">
                <a16:creationId xmlns:a16="http://schemas.microsoft.com/office/drawing/2014/main" id="{4FC88C82-CF6A-5D06-A8E3-81EC858A50EB}"/>
              </a:ext>
            </a:extLst>
          </p:cNvPr>
          <p:cNvSpPr txBox="1">
            <a:spLocks/>
          </p:cNvSpPr>
          <p:nvPr/>
        </p:nvSpPr>
        <p:spPr>
          <a:xfrm>
            <a:off x="7490015" y="2821176"/>
            <a:ext cx="1239522" cy="266335"/>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(Douglas College) </a:t>
            </a:r>
            <a:endParaRPr lang="en-US">
              <a:ea typeface="+mn-lt"/>
              <a:cs typeface="+mn-lt"/>
            </a:endParaRPr>
          </a:p>
        </p:txBody>
      </p:sp>
      <p:sp>
        <p:nvSpPr>
          <p:cNvPr id="19" name="Content Placeholder 2">
            <a:extLst>
              <a:ext uri="{FF2B5EF4-FFF2-40B4-BE49-F238E27FC236}">
                <a16:creationId xmlns:a16="http://schemas.microsoft.com/office/drawing/2014/main" id="{55001B6C-6688-2392-A751-11D010B32054}"/>
              </a:ext>
            </a:extLst>
          </p:cNvPr>
          <p:cNvSpPr txBox="1">
            <a:spLocks/>
          </p:cNvSpPr>
          <p:nvPr/>
        </p:nvSpPr>
        <p:spPr>
          <a:xfrm>
            <a:off x="6008375" y="1185372"/>
            <a:ext cx="1780104"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200" b="1">
                <a:solidFill>
                  <a:schemeClr val="tx1"/>
                </a:solidFill>
                <a:latin typeface="Poppins"/>
                <a:cs typeface="Poppins"/>
              </a:rPr>
              <a:t>Books used:</a:t>
            </a:r>
            <a:endParaRPr lang="en-US" sz="1200">
              <a:solidFill>
                <a:schemeClr val="tx1"/>
              </a:solidFill>
              <a:ea typeface="Calibri"/>
            </a:endParaRPr>
          </a:p>
        </p:txBody>
      </p:sp>
    </p:spTree>
    <p:extLst>
      <p:ext uri="{BB962C8B-B14F-4D97-AF65-F5344CB8AC3E}">
        <p14:creationId xmlns:p14="http://schemas.microsoft.com/office/powerpoint/2010/main" val="376837716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D3C7-AD14-70C4-0F37-B64251ADE658}"/>
              </a:ext>
            </a:extLst>
          </p:cNvPr>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1824600247"/>
      </p:ext>
    </p:extLst>
  </p:cSld>
  <p:clrMapOvr>
    <a:masterClrMapping/>
  </p:clrMapOvr>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9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D96C1006-7CC9-49CD-B790-A73E4DB067D6}"/>
    </a:ext>
  </a:extLst>
</a:theme>
</file>

<file path=ppt/theme/theme2.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9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24E31B8B-E904-4755-8363-F13A11812D54}"/>
    </a:ext>
  </a:extLst>
</a:theme>
</file>

<file path=ppt/theme/theme3.xml><?xml version="1.0" encoding="utf-8"?>
<a:theme xmlns:a="http://schemas.openxmlformats.org/drawingml/2006/main"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0A68DC9D-FC78-47F8-B5EF-E4AE038BA57E}"/>
    </a:ext>
  </a:extLst>
</a:theme>
</file>

<file path=ppt/theme/theme4.xml><?xml version="1.0" encoding="utf-8"?>
<a:theme xmlns:a="http://schemas.openxmlformats.org/drawingml/2006/main"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3D277DD4-E10A-41A7-AB84-A555E1FC3130}"/>
    </a:ext>
  </a:extLst>
</a:theme>
</file>

<file path=ppt/theme/theme5.xml><?xml version="1.0" encoding="utf-8"?>
<a:theme xmlns:a="http://schemas.openxmlformats.org/drawingml/2006/main" name="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B25A0875-896C-4BC3-ACB9-E50F4301D253}"/>
    </a:ext>
  </a:extLst>
</a:theme>
</file>

<file path=ppt/theme/theme6.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4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52C97E72-6469-426F-84C4-2B2772D68DA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429409C18204B8E50994481C8BE12" ma:contentTypeVersion="6" ma:contentTypeDescription="Create a new document." ma:contentTypeScope="" ma:versionID="e621c65745e5ed516f140f6c14fc97ac">
  <xsd:schema xmlns:xsd="http://www.w3.org/2001/XMLSchema" xmlns:xs="http://www.w3.org/2001/XMLSchema" xmlns:p="http://schemas.microsoft.com/office/2006/metadata/properties" xmlns:ns2="ed5f3adb-d74a-4f34-826c-cfa79a1b5e9d" xmlns:ns3="1771064e-c6ae-44b4-88a5-a935e9ecfce2" targetNamespace="http://schemas.microsoft.com/office/2006/metadata/properties" ma:root="true" ma:fieldsID="c2e0bcf01154a3c8d49cab81914f6a9c" ns2:_="" ns3:_="">
    <xsd:import namespace="ed5f3adb-d74a-4f34-826c-cfa79a1b5e9d"/>
    <xsd:import namespace="1771064e-c6ae-44b4-88a5-a935e9ecf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3adb-d74a-4f34-826c-cfa79a1b5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71064e-c6ae-44b4-88a5-a935e9ecfc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BCEBEC-15B5-49BC-864B-4924BAAB3478}">
  <ds:schemaRefs>
    <ds:schemaRef ds:uri="http://schemas.microsoft.com/sharepoint/v3/contenttype/forms"/>
  </ds:schemaRefs>
</ds:datastoreItem>
</file>

<file path=customXml/itemProps2.xml><?xml version="1.0" encoding="utf-8"?>
<ds:datastoreItem xmlns:ds="http://schemas.openxmlformats.org/officeDocument/2006/customXml" ds:itemID="{3FF81699-3D8B-4E66-BC1A-57B5B30D6CE8}">
  <ds:schemaRefs>
    <ds:schemaRef ds:uri="1771064e-c6ae-44b4-88a5-a935e9ecfce2"/>
    <ds:schemaRef ds:uri="ed5f3adb-d74a-4f34-826c-cfa79a1b5e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EEA660A-B007-4C79-8022-F381E11CD8A6}">
  <ds:schemaRefs>
    <ds:schemaRef ds:uri="1771064e-c6ae-44b4-88a5-a935e9ecfce2"/>
    <ds:schemaRef ds:uri="ed5f3adb-d74a-4f34-826c-cfa79a1b5e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1. TCS PowerPoint Template</Template>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6</vt:i4>
      </vt:variant>
      <vt:variant>
        <vt:lpstr>Slide Titles</vt:lpstr>
      </vt:variant>
      <vt:variant>
        <vt:i4>13</vt:i4>
      </vt:variant>
    </vt:vector>
  </HeadingPairs>
  <TitlesOfParts>
    <vt:vector size="19" baseType="lpstr">
      <vt:lpstr>Content Slide_White</vt:lpstr>
      <vt:lpstr>1_Content Slide_White</vt:lpstr>
      <vt:lpstr>Title Slide</vt:lpstr>
      <vt:lpstr>1_Title Slide</vt:lpstr>
      <vt:lpstr>Image Holder Slide</vt:lpstr>
      <vt:lpstr>1_Image Holder Slide</vt:lpstr>
      <vt:lpstr>Dynamic Knowledge Expansion via LLM-Automated Graph Construction and Adaptive Question Generation</vt:lpstr>
      <vt:lpstr>Problem Statement:</vt:lpstr>
      <vt:lpstr>Implementation Steps</vt:lpstr>
      <vt:lpstr>Challenges</vt:lpstr>
      <vt:lpstr>Tools/Technologies Used:</vt:lpstr>
      <vt:lpstr>PowerPoint Presentation</vt:lpstr>
      <vt:lpstr>PowerPoint Presentation</vt:lpstr>
      <vt:lpstr>Results</vt:lpstr>
      <vt:lpstr>PowerPoint Presentation</vt:lpstr>
      <vt:lpstr>PowerPoint Presentation</vt:lpstr>
      <vt:lpstr>Key Learnings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Nidhi Lamba</dc:creator>
  <cp:revision>367</cp:revision>
  <dcterms:created xsi:type="dcterms:W3CDTF">2026-06-30T08:19:45Z</dcterms:created>
  <dcterms:modified xsi:type="dcterms:W3CDTF">2026-07-17T06:41:56Z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ies>
</file>