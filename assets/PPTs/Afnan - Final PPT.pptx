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4.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5.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4"/>
    <p:sldMasterId id="2147483703" r:id="rId5"/>
    <p:sldMasterId id="2147483674" r:id="rId6"/>
    <p:sldMasterId id="2147483684" r:id="rId7"/>
    <p:sldMasterId id="2147483687" r:id="rId8"/>
    <p:sldMasterId id="2147483690" r:id="rId9"/>
  </p:sldMasterIdLst>
  <p:notesMasterIdLst>
    <p:notesMasterId r:id="rId29"/>
  </p:notesMasterIdLst>
  <p:sldIdLst>
    <p:sldId id="2147483082" r:id="rId10"/>
    <p:sldId id="2147483098" r:id="rId11"/>
    <p:sldId id="2147483105" r:id="rId12"/>
    <p:sldId id="2147483119" r:id="rId13"/>
    <p:sldId id="2147483113" r:id="rId14"/>
    <p:sldId id="2147483110" r:id="rId15"/>
    <p:sldId id="2147483111" r:id="rId16"/>
    <p:sldId id="2147483106" r:id="rId17"/>
    <p:sldId id="2147483125" r:id="rId18"/>
    <p:sldId id="2147483124" r:id="rId19"/>
    <p:sldId id="2147483126" r:id="rId20"/>
    <p:sldId id="2147483121" r:id="rId21"/>
    <p:sldId id="2147483128" r:id="rId22"/>
    <p:sldId id="2147483122" r:id="rId23"/>
    <p:sldId id="2147483129" r:id="rId24"/>
    <p:sldId id="2147483118" r:id="rId25"/>
    <p:sldId id="2147483117" r:id="rId26"/>
    <p:sldId id="2147483120" r:id="rId27"/>
    <p:sldId id="2147483091" r:id="rId28"/>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7650618-2C89-23BD-10C8-2BF1562231BF}" name="Mridula Narang" initials="MN" userId="S::1062888@tcs.com::060afb1b-3ad6-414e-b1f8-8000f2fe14bc" providerId="AD"/>
  <p188:author id="{83C4EA34-5549-B226-425C-2481FE9F0B7F}" name="Mridula Narang" initials="MN" userId="S::1062888@TCS.com::060afb1b-3ad6-414e-b1f8-8000f2fe14bc" providerId="AD"/>
  <p188:author id="{FBFD174F-137B-1D1D-508A-907C02ED15B6}" name="Kapil Krishnan" initials="KK" userId="S::571206@TCS.com::f34fbc68-f4bd-41fd-a210-a6e9abee1cae" providerId="AD"/>
  <p188:author id="{553BB4AA-C33A-9AD6-C3B4-B772B8E8C49C}" name="Manasi Phadnis" initials="MP" userId="S::3209455@tcs.com::a7a52a20-4a4a-47e3-b375-de672274cef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FAF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E38026-8F7B-1EF2-AAE5-B23B2148ADA6}" v="1373" dt="2026-07-29T11:01:50.549"/>
    <p1510:client id="{4AA96B7E-422B-AC88-7D2D-8345E4EFA2F9}" v="1734" dt="2026-07-30T10:49:55.5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 Type="http://schemas.openxmlformats.org/officeDocument/2006/relationships/customXml" Target="../customXml/item3.xml"/><Relationship Id="rId21" Type="http://schemas.openxmlformats.org/officeDocument/2006/relationships/slide" Target="slides/slide12.xml"/><Relationship Id="rId34" Type="http://schemas.microsoft.com/office/2015/10/relationships/revisionInfo" Target="revisionInfo.xml"/><Relationship Id="rId7" Type="http://schemas.openxmlformats.org/officeDocument/2006/relationships/slideMaster" Target="slideMasters/slideMaster4.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7.xml"/><Relationship Id="rId20" Type="http://schemas.openxmlformats.org/officeDocument/2006/relationships/slide" Target="slides/slide11.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presProps" Target="presProps.xml"/><Relationship Id="rId35" Type="http://schemas.microsoft.com/office/2018/10/relationships/authors" Target="authors.xml"/><Relationship Id="rId8" Type="http://schemas.openxmlformats.org/officeDocument/2006/relationships/slideMaster" Target="slideMasters/slideMaster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18BA4C-FDA6-499E-B919-6B2B61450268}" type="datetimeFigureOut">
              <a:rPr lang="en-US" smtClean="0"/>
              <a:t>7/30/2026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63243D-C519-40A3-BFB6-2910491BE92A}" type="slidenum">
              <a:rPr lang="en-US" smtClean="0"/>
              <a:t>‹#›</a:t>
            </a:fld>
            <a:endParaRPr lang="en-US"/>
          </a:p>
        </p:txBody>
      </p:sp>
    </p:spTree>
    <p:extLst>
      <p:ext uri="{BB962C8B-B14F-4D97-AF65-F5344CB8AC3E}">
        <p14:creationId xmlns:p14="http://schemas.microsoft.com/office/powerpoint/2010/main" val="15215780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all. I am Afnan Sayyad </a:t>
            </a:r>
            <a:r>
              <a:rPr lang="en-US" dirty="0" err="1"/>
              <a:t>B.Tech</a:t>
            </a:r>
            <a:r>
              <a:rPr lang="en-US" dirty="0"/>
              <a:t> Final Year student from </a:t>
            </a:r>
            <a:r>
              <a:rPr lang="en-US" dirty="0" err="1"/>
              <a:t>Walchand</a:t>
            </a:r>
            <a:r>
              <a:rPr lang="en-US" dirty="0"/>
              <a:t> College of Engineering, </a:t>
            </a:r>
            <a:r>
              <a:rPr lang="en-US" dirty="0" err="1"/>
              <a:t>Sangli</a:t>
            </a:r>
            <a:r>
              <a:rPr lang="en-US" dirty="0"/>
              <a:t> and through this internship, under the mentorship of Dr. Vaishali Sadaphal, I'm working on the project ‘Dynamic Knowledge Expansion via LLM-Automated Graph Construction and Adaptive Question Generation.’ This project focuses on using Large Language Models and ML methodologies to automatically build and expand knowledge graphs and generate adaptive questions for personalized learning and assessment.</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7C63243D-C519-40A3-BFB6-2910491BE92A}" type="slidenum">
              <a:rPr lang="en-US" smtClean="0"/>
              <a:t>1</a:t>
            </a:fld>
            <a:endParaRPr lang="en-US"/>
          </a:p>
        </p:txBody>
      </p:sp>
    </p:spTree>
    <p:extLst>
      <p:ext uri="{BB962C8B-B14F-4D97-AF65-F5344CB8AC3E}">
        <p14:creationId xmlns:p14="http://schemas.microsoft.com/office/powerpoint/2010/main" val="20780289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first define the problem: we know that traditional assessments are static, difficult to personalize, and do not adapt to learner responses. It is not like every learner starts from the same starting point and learns at the same pace. So to address this, my objective is to reproduce and extend the research work done on dynamic knowledge expansion and adaptive question generation. This particular paper is very recent published in Feb 2026. In this project I adapt the approach for DBMS course content, use Bayesian Knowledge Tracing to track learner mastery, and dynamically adjust the next concept, question difficulty, and assessment flow based on learner performance.</a:t>
            </a:r>
          </a:p>
        </p:txBody>
      </p:sp>
      <p:sp>
        <p:nvSpPr>
          <p:cNvPr id="4" name="Slide Number Placeholder 3"/>
          <p:cNvSpPr>
            <a:spLocks noGrp="1"/>
          </p:cNvSpPr>
          <p:nvPr>
            <p:ph type="sldNum" sz="quarter" idx="5"/>
          </p:nvPr>
        </p:nvSpPr>
        <p:spPr/>
        <p:txBody>
          <a:bodyPr/>
          <a:lstStyle/>
          <a:p>
            <a:fld id="{7C63243D-C519-40A3-BFB6-2910491BE92A}" type="slidenum">
              <a:rPr lang="en-US" smtClean="0"/>
              <a:t>2</a:t>
            </a:fld>
            <a:endParaRPr lang="en-US"/>
          </a:p>
        </p:txBody>
      </p:sp>
    </p:spTree>
    <p:extLst>
      <p:ext uri="{BB962C8B-B14F-4D97-AF65-F5344CB8AC3E}">
        <p14:creationId xmlns:p14="http://schemas.microsoft.com/office/powerpoint/2010/main" val="21343782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this slide shows how our implementation is derived from the authors’ framework. The original approach combines automated knowledge graph construction from the existing question bank, modeling the learner's state using Bayesian Knowledge Tracing, and adaptive recommendation through Cognitive </a:t>
            </a:r>
            <a:r>
              <a:rPr lang="en-US" dirty="0" err="1"/>
              <a:t>GraphRAG</a:t>
            </a:r>
            <a:r>
              <a:rPr lang="en-US" dirty="0"/>
              <a:t>.</a:t>
            </a:r>
            <a:br>
              <a:rPr lang="en-US" dirty="0">
                <a:cs typeface="+mn-lt"/>
              </a:rPr>
            </a:br>
            <a:endParaRPr lang="en-US"/>
          </a:p>
          <a:p>
            <a:r>
              <a:rPr lang="en-US"/>
              <a:t>In our implementation, we first collect and process DBMS course content by extracting and chunking the learning material. Next, we construct a knowledge graph that captures concepts and prerequisite relationships. We then build a semantic retrieval layer to retrieve relevant learning context using both the knowledge graph and vector similarity search. Based on the retrieved context, the LLM generates adaptive questions. Finally, learner performance is tracked using Bayesian Knowledge Tracing, which helps dynamically select the next concept and adjust the difficulty level of subsequent questions.</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7C63243D-C519-40A3-BFB6-2910491BE92A}" type="slidenum">
              <a:rPr lang="en-US" smtClean="0"/>
              <a:t>3</a:t>
            </a:fld>
            <a:endParaRPr lang="en-US"/>
          </a:p>
        </p:txBody>
      </p:sp>
    </p:spTree>
    <p:extLst>
      <p:ext uri="{BB962C8B-B14F-4D97-AF65-F5344CB8AC3E}">
        <p14:creationId xmlns:p14="http://schemas.microsoft.com/office/powerpoint/2010/main" val="38265638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42E48-075B-7F64-56A9-B8C775C68A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DC5E44-0032-4956-8E3A-270B3D52DE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9DD5B7-B4B1-42A6-A775-710956A29AF1}"/>
              </a:ext>
            </a:extLst>
          </p:cNvPr>
          <p:cNvSpPr>
            <a:spLocks noGrp="1"/>
          </p:cNvSpPr>
          <p:nvPr>
            <p:ph type="body" idx="1"/>
          </p:nvPr>
        </p:nvSpPr>
        <p:spPr/>
        <p:txBody>
          <a:bodyPr/>
          <a:lstStyle/>
          <a:p>
            <a:r>
              <a:rPr lang="en-US" dirty="0"/>
              <a:t>Now I highlight the key challenges and how we addressed them. </a:t>
            </a:r>
            <a:br>
              <a:rPr lang="en-US" dirty="0">
                <a:cs typeface="+mn-lt"/>
              </a:rPr>
            </a:br>
            <a:br>
              <a:rPr lang="en-US" dirty="0">
                <a:cs typeface="+mn-lt"/>
              </a:rPr>
            </a:br>
            <a:r>
              <a:rPr lang="en-US"/>
              <a:t>The original paper assumes the availability of a question bank for knowledge graph construction, whereas we build the knowledge graph directly from DBMS textbook content.</a:t>
            </a:r>
          </a:p>
          <a:p>
            <a:r>
              <a:rPr lang="en-US"/>
              <a:t>And to achieve scalability, we use LLMs for concept extraction, data cleanup, and prerequisite relationship enrichment.</a:t>
            </a:r>
          </a:p>
          <a:p>
            <a:r>
              <a:rPr lang="en-US" dirty="0"/>
              <a:t>Since there is no gold-standard benchmark available for evaluation, we rely on </a:t>
            </a:r>
            <a:r>
              <a:rPr lang="en-US"/>
              <a:t>standard metrics</a:t>
            </a:r>
            <a:r>
              <a:rPr lang="en-US" dirty="0"/>
              <a:t> to measure graph quality, retrieval effectiveness, and learner progress.</a:t>
            </a:r>
          </a:p>
          <a:p>
            <a:r>
              <a:rPr lang="en-US"/>
              <a:t>Finally, to overcome the limitations of keyword-based retrieval, we incorporate semantic embeddings, enabling more accurate concept mapping and context retrieval.</a:t>
            </a:r>
          </a:p>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25FB4DC4-CE0B-C54D-23A9-53DD2F13DB8D}"/>
              </a:ext>
            </a:extLst>
          </p:cNvPr>
          <p:cNvSpPr>
            <a:spLocks noGrp="1"/>
          </p:cNvSpPr>
          <p:nvPr>
            <p:ph type="sldNum" sz="quarter" idx="5"/>
          </p:nvPr>
        </p:nvSpPr>
        <p:spPr/>
        <p:txBody>
          <a:bodyPr/>
          <a:lstStyle/>
          <a:p>
            <a:fld id="{7C63243D-C519-40A3-BFB6-2910491BE92A}" type="slidenum">
              <a:rPr lang="en-US" smtClean="0"/>
              <a:t>4</a:t>
            </a:fld>
            <a:endParaRPr lang="en-US"/>
          </a:p>
        </p:txBody>
      </p:sp>
    </p:spTree>
    <p:extLst>
      <p:ext uri="{BB962C8B-B14F-4D97-AF65-F5344CB8AC3E}">
        <p14:creationId xmlns:p14="http://schemas.microsoft.com/office/powerpoint/2010/main" val="28735103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mn-lt"/>
              </a:rPr>
              <a:t>Moving to the Implementation Framework:</a:t>
            </a:r>
            <a:br>
              <a:rPr lang="en-US" dirty="0">
                <a:cs typeface="+mn-lt"/>
              </a:rPr>
            </a:br>
            <a:br>
              <a:rPr lang="en-US" dirty="0">
                <a:cs typeface="+mn-lt"/>
              </a:rPr>
            </a:br>
            <a:r>
              <a:rPr lang="en-US" dirty="0"/>
              <a:t>The solution is developed in Python, using OpenAI GPT-4o for concept extraction, knowledge enrichment, and adaptive question generation. </a:t>
            </a:r>
            <a:br>
              <a:rPr lang="en-US" dirty="0">
                <a:cs typeface="+mn-lt"/>
              </a:rPr>
            </a:br>
            <a:r>
              <a:rPr lang="en-US" dirty="0"/>
              <a:t>For semantic understanding, I use OpenAI's text-embedding-3-small embedding model, while </a:t>
            </a:r>
            <a:r>
              <a:rPr lang="en-US" dirty="0" err="1"/>
              <a:t>NetworkX</a:t>
            </a:r>
            <a:r>
              <a:rPr lang="en-US" dirty="0"/>
              <a:t> and </a:t>
            </a:r>
            <a:r>
              <a:rPr lang="en-US" dirty="0" err="1"/>
              <a:t>PyVis</a:t>
            </a:r>
            <a:r>
              <a:rPr lang="en-US" dirty="0"/>
              <a:t> are used to construct and visualize the knowledge graph.</a:t>
            </a:r>
            <a:br>
              <a:rPr lang="en-US" dirty="0">
                <a:cs typeface="+mn-lt"/>
              </a:rPr>
            </a:br>
            <a:endParaRPr lang="en-US"/>
          </a:p>
          <a:p>
            <a:r>
              <a:rPr lang="en-US" dirty="0"/>
              <a:t>From a methodology perspective, the system combines Hybrid Graph-Aware RAG with semantic retrieval to fetch relevant learning context. Questions are generated using source-grounded content, and learner mastery is continuously tracked using Bayesian Knowledge Tracing, enabling personalized and adaptive assessments through a </a:t>
            </a:r>
            <a:r>
              <a:rPr lang="en-US" dirty="0" err="1"/>
              <a:t>Streamlit</a:t>
            </a:r>
            <a:r>
              <a:rPr lang="en-US" dirty="0"/>
              <a:t>-based user interface.</a:t>
            </a:r>
          </a:p>
        </p:txBody>
      </p:sp>
      <p:sp>
        <p:nvSpPr>
          <p:cNvPr id="4" name="Slide Number Placeholder 3"/>
          <p:cNvSpPr>
            <a:spLocks noGrp="1"/>
          </p:cNvSpPr>
          <p:nvPr>
            <p:ph type="sldNum" sz="quarter" idx="5"/>
          </p:nvPr>
        </p:nvSpPr>
        <p:spPr/>
        <p:txBody>
          <a:bodyPr/>
          <a:lstStyle/>
          <a:p>
            <a:fld id="{7C63243D-C519-40A3-BFB6-2910491BE92A}" type="slidenum">
              <a:rPr lang="en-US" smtClean="0"/>
              <a:t>5</a:t>
            </a:fld>
            <a:endParaRPr lang="en-US"/>
          </a:p>
        </p:txBody>
      </p:sp>
    </p:spTree>
    <p:extLst>
      <p:ext uri="{BB962C8B-B14F-4D97-AF65-F5344CB8AC3E}">
        <p14:creationId xmlns:p14="http://schemas.microsoft.com/office/powerpoint/2010/main" val="1099434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Let's go through the overall architecture of the proposed solution. The system is divided into four major groups.</a:t>
            </a:r>
            <a:br>
              <a:rPr lang="en-US"/>
            </a:br>
            <a:endParaRPr lang="en-US"/>
          </a:p>
          <a:p>
            <a:r>
              <a:rPr lang="en-US"/>
              <a:t>In Group 1, course content is processed to extract concepts and relationships. These are used to construct a Knowledge Graph, while the content chunks are converted into embeddings and stored in a Vector Store.</a:t>
            </a:r>
            <a:br>
              <a:rPr lang="en-US"/>
            </a:br>
            <a:endParaRPr lang="en-US"/>
          </a:p>
          <a:p>
            <a:r>
              <a:rPr lang="en-US"/>
              <a:t>In Group 2, the Cognitive RAG module combines information from both the Knowledge Graph and the Vector Store through a hybrid retrieval mechanism. The adaptive engine uses this context, along with learner information, to select the most appropriate concept and difficulty level.</a:t>
            </a:r>
            <a:br>
              <a:rPr lang="en-US"/>
            </a:br>
            <a:endParaRPr lang="en-US"/>
          </a:p>
          <a:p>
            <a:r>
              <a:rPr lang="en-US"/>
              <a:t>In Group 3, learner mastery is maintained through a student model based on Bayesian Knowledge Tracing, which continuously updates the learner’s knowledge state.</a:t>
            </a:r>
            <a:br>
              <a:rPr lang="en-US"/>
            </a:br>
            <a:endParaRPr lang="en-US"/>
          </a:p>
          <a:p>
            <a:r>
              <a:rPr lang="en-US"/>
              <a:t>Finally, in Group 4, the LLM generates grounded MCQs, the learner responds through the user interface, and the BKT module updates the mastery level to personalize subsequent questions.</a:t>
            </a:r>
          </a:p>
        </p:txBody>
      </p:sp>
      <p:sp>
        <p:nvSpPr>
          <p:cNvPr id="4" name="Slide Number Placeholder 3"/>
          <p:cNvSpPr>
            <a:spLocks noGrp="1"/>
          </p:cNvSpPr>
          <p:nvPr>
            <p:ph type="sldNum" sz="quarter" idx="5"/>
          </p:nvPr>
        </p:nvSpPr>
        <p:spPr/>
        <p:txBody>
          <a:bodyPr/>
          <a:lstStyle/>
          <a:p>
            <a:fld id="{7C63243D-C519-40A3-BFB6-2910491BE92A}" type="slidenum">
              <a:rPr lang="en-US" smtClean="0"/>
              <a:t>6</a:t>
            </a:fld>
            <a:endParaRPr lang="en-US"/>
          </a:p>
        </p:txBody>
      </p:sp>
    </p:spTree>
    <p:extLst>
      <p:ext uri="{BB962C8B-B14F-4D97-AF65-F5344CB8AC3E}">
        <p14:creationId xmlns:p14="http://schemas.microsoft.com/office/powerpoint/2010/main" val="28857635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mn-lt"/>
              </a:rPr>
              <a:t>Moving on to the experiment setup:</a:t>
            </a:r>
            <a:endParaRPr lang="en-US"/>
          </a:p>
          <a:p>
            <a:br>
              <a:rPr lang="en-US" dirty="0">
                <a:cs typeface="+mn-lt"/>
              </a:rPr>
            </a:br>
            <a:r>
              <a:rPr lang="en-US"/>
              <a:t>The selected domain for this implementation</a:t>
            </a:r>
            <a:r>
              <a:rPr lang="en-US" dirty="0"/>
              <a:t> is Database Management Systems, and the input data consists of DBMS textbooks and course materials.</a:t>
            </a:r>
          </a:p>
          <a:p>
            <a:r>
              <a:rPr lang="en-US"/>
              <a:t>Our dataset contains 4,084 text chunks, from which 610 concepts were extracted and enriched, resulting in 632 knowledge graph nodes and 2,168 relationships. The knowledge graph captures parent-child, prerequisite, and concept dependency relationships.</a:t>
            </a:r>
          </a:p>
          <a:p>
            <a:r>
              <a:rPr lang="en-US" dirty="0"/>
              <a:t>To evaluate retrieval performance, I compare traditional lexical graph-based retrieval with semantic embedding-based retrieval. Learner adaptation is handled using Bayesian Knowledge Tracing with it's </a:t>
            </a:r>
            <a:r>
              <a:rPr lang="en-US" dirty="0" err="1"/>
              <a:t>paramters</a:t>
            </a:r>
            <a:r>
              <a:rPr lang="en-US" dirty="0"/>
              <a:t> initialized as , which updates mastery after every response. Finally, the system is evaluated based on knowledge graph quality, retrieval coverage, grounded question generation, and the effectiveness of BKT state transitions.</a:t>
            </a:r>
          </a:p>
        </p:txBody>
      </p:sp>
      <p:sp>
        <p:nvSpPr>
          <p:cNvPr id="4" name="Slide Number Placeholder 3"/>
          <p:cNvSpPr>
            <a:spLocks noGrp="1"/>
          </p:cNvSpPr>
          <p:nvPr>
            <p:ph type="sldNum" sz="quarter" idx="5"/>
          </p:nvPr>
        </p:nvSpPr>
        <p:spPr/>
        <p:txBody>
          <a:bodyPr/>
          <a:lstStyle/>
          <a:p>
            <a:fld id="{7C63243D-C519-40A3-BFB6-2910491BE92A}" type="slidenum">
              <a:rPr lang="en-US" smtClean="0"/>
              <a:t>7</a:t>
            </a:fld>
            <a:endParaRPr lang="en-US"/>
          </a:p>
        </p:txBody>
      </p:sp>
    </p:spTree>
    <p:extLst>
      <p:ext uri="{BB962C8B-B14F-4D97-AF65-F5344CB8AC3E}">
        <p14:creationId xmlns:p14="http://schemas.microsoft.com/office/powerpoint/2010/main" val="30557506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Finally the results achieved till now by this project:</a:t>
            </a:r>
            <a:br>
              <a:rPr lang="en-US" dirty="0">
                <a:latin typeface="Calibri"/>
                <a:ea typeface="Calibri"/>
                <a:cs typeface="Calibri"/>
              </a:rPr>
            </a:br>
            <a:br>
              <a:rPr lang="en-US" dirty="0">
                <a:latin typeface="Calibri"/>
                <a:ea typeface="Calibri"/>
                <a:cs typeface="Calibri"/>
              </a:rPr>
            </a:br>
            <a:r>
              <a:rPr lang="en-US"/>
              <a:t>The key takeaway from comparing retrieval approaches is that </a:t>
            </a:r>
            <a:r>
              <a:rPr lang="en-US" b="1"/>
              <a:t>semantic embedding-based retrieval significantly outperforms traditional lexical retrieval</a:t>
            </a:r>
            <a:r>
              <a:rPr lang="en-US"/>
              <a:t> in terms of concept coverage and knowledge discovery</a:t>
            </a:r>
            <a:endParaRPr lang="en-US">
              <a:latin typeface="Calibri"/>
              <a:ea typeface="Calibri"/>
              <a:cs typeface="Calibri"/>
            </a:endParaRPr>
          </a:p>
          <a:p>
            <a:r>
              <a:rPr lang="en-US"/>
              <a:t>as it successfully covers all 610 concepts, while lexical mapping left 70 concepts unmatched.</a:t>
            </a:r>
            <a:endParaRPr lang="en-US">
              <a:latin typeface="Calibri"/>
              <a:ea typeface="Calibri"/>
              <a:cs typeface="Calibri"/>
            </a:endParaRPr>
          </a:p>
          <a:p>
            <a:br>
              <a:rPr lang="en-US" dirty="0">
                <a:cs typeface="+mn-lt"/>
              </a:rPr>
            </a:br>
            <a:r>
              <a:rPr lang="en-US"/>
              <a:t>We also observe that as more educational content is added, the system continues to discover new concepts and relationships, leading to substantial growth in the knowledge graph. Overall, these results validate that the proposed approach can effectively expand domain knowledge, improve retrieval quality, and provide a strong foundation for adaptive question generation and personalized learning.</a:t>
            </a:r>
          </a:p>
        </p:txBody>
      </p:sp>
      <p:sp>
        <p:nvSpPr>
          <p:cNvPr id="4" name="Slide Number Placeholder 3"/>
          <p:cNvSpPr>
            <a:spLocks noGrp="1"/>
          </p:cNvSpPr>
          <p:nvPr>
            <p:ph type="sldNum" sz="quarter" idx="5"/>
          </p:nvPr>
        </p:nvSpPr>
        <p:spPr/>
        <p:txBody>
          <a:bodyPr/>
          <a:lstStyle/>
          <a:p>
            <a:fld id="{7C63243D-C519-40A3-BFB6-2910491BE92A}" type="slidenum">
              <a:rPr lang="en-US" smtClean="0"/>
              <a:t>8</a:t>
            </a:fld>
            <a:endParaRPr lang="en-US"/>
          </a:p>
        </p:txBody>
      </p:sp>
    </p:spTree>
    <p:extLst>
      <p:ext uri="{BB962C8B-B14F-4D97-AF65-F5344CB8AC3E}">
        <p14:creationId xmlns:p14="http://schemas.microsoft.com/office/powerpoint/2010/main" val="40511335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D8DAA-6338-630C-A792-2F18F51900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A5615C-B13F-4A51-B8B2-51180A1438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EABB23-3924-CE43-787C-70D736570C6F}"/>
              </a:ext>
            </a:extLst>
          </p:cNvPr>
          <p:cNvSpPr>
            <a:spLocks noGrp="1"/>
          </p:cNvSpPr>
          <p:nvPr>
            <p:ph type="body" idx="1"/>
          </p:nvPr>
        </p:nvSpPr>
        <p:spPr/>
        <p:txBody>
          <a:bodyPr/>
          <a:lstStyle/>
          <a:p>
            <a:r>
              <a:rPr lang="en-US" dirty="0"/>
              <a:t>Good morning all. I am Afnan Sayyad </a:t>
            </a:r>
            <a:r>
              <a:rPr lang="en-US" dirty="0" err="1"/>
              <a:t>B.Tech</a:t>
            </a:r>
            <a:r>
              <a:rPr lang="en-US" dirty="0"/>
              <a:t> Final Year student from </a:t>
            </a:r>
            <a:r>
              <a:rPr lang="en-US" dirty="0" err="1"/>
              <a:t>Walchand</a:t>
            </a:r>
            <a:r>
              <a:rPr lang="en-US" dirty="0"/>
              <a:t> College of Engineering, </a:t>
            </a:r>
            <a:r>
              <a:rPr lang="en-US" dirty="0" err="1"/>
              <a:t>Sangli</a:t>
            </a:r>
            <a:r>
              <a:rPr lang="en-US" dirty="0"/>
              <a:t> and through this internship, under the mentorship of Dr. Vaishali Sadaphal, I'm working on the project ‘Dynamic Knowledge Expansion via LLM-Automated Graph Construction and Adaptive Question Generation.’ This project focuses on using Large Language Models and ML methodologies to automatically build and expand knowledge graphs and generate adaptive questions for personalized learning and assessment.</a:t>
            </a:r>
          </a:p>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77D114F1-76D8-1B7D-29A7-1B2E46BB7733}"/>
              </a:ext>
            </a:extLst>
          </p:cNvPr>
          <p:cNvSpPr>
            <a:spLocks noGrp="1"/>
          </p:cNvSpPr>
          <p:nvPr>
            <p:ph type="sldNum" sz="quarter" idx="5"/>
          </p:nvPr>
        </p:nvSpPr>
        <p:spPr/>
        <p:txBody>
          <a:bodyPr/>
          <a:lstStyle/>
          <a:p>
            <a:fld id="{7C63243D-C519-40A3-BFB6-2910491BE92A}" type="slidenum">
              <a:rPr lang="en-US" smtClean="0"/>
              <a:t>9</a:t>
            </a:fld>
            <a:endParaRPr lang="en-US"/>
          </a:p>
        </p:txBody>
      </p:sp>
    </p:spTree>
    <p:extLst>
      <p:ext uri="{BB962C8B-B14F-4D97-AF65-F5344CB8AC3E}">
        <p14:creationId xmlns:p14="http://schemas.microsoft.com/office/powerpoint/2010/main" val="38706430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44ECE-618C-8156-7B92-6D13F715FA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44C678-3675-132F-A019-6634B11735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7C5D4-1E69-B247-9E00-3BF56384ABA7}"/>
              </a:ext>
            </a:extLst>
          </p:cNvPr>
          <p:cNvSpPr>
            <a:spLocks noGrp="1"/>
          </p:cNvSpPr>
          <p:nvPr>
            <p:ph type="body" idx="1"/>
          </p:nvPr>
        </p:nvSpPr>
        <p:spPr/>
        <p:txBody>
          <a:bodyPr/>
          <a:lstStyle/>
          <a:p>
            <a:r>
              <a:rPr lang="en-US"/>
              <a:t>This slide demonstrates how the adaptive learning system behaves for different learner profiles. </a:t>
            </a:r>
            <a:br>
              <a:rPr lang="en-US">
                <a:cs typeface="+mn-lt"/>
              </a:rPr>
            </a:br>
            <a:br>
              <a:rPr lang="en-US">
                <a:cs typeface="+mn-lt"/>
              </a:rPr>
            </a:br>
            <a:r>
              <a:rPr lang="en-US"/>
              <a:t>In both cases, the learner starts with the concept 3NF and an initial mastery probability of 0.2.</a:t>
            </a:r>
            <a:br>
              <a:rPr lang="en-US"/>
            </a:br>
            <a:endParaRPr lang="en-US"/>
          </a:p>
          <a:p>
            <a:r>
              <a:rPr lang="en-US"/>
              <a:t>For the weak learner, repeated incorrect answers decrease the mastery estimate, so the system keeps the difficulty at the easy level and moves back to prerequisite concepts such as Functional Dependency and Attribute to strengthen foundational knowledge.</a:t>
            </a:r>
            <a:br>
              <a:rPr lang="en-US"/>
            </a:br>
            <a:endParaRPr lang="en-US"/>
          </a:p>
          <a:p>
            <a:r>
              <a:rPr lang="en-US"/>
              <a:t>For the strong learner, correct answers rapidly increase the mastery probability. Once the mastery crosses the threshold of 0.8, the system advances to successor concepts and increases the difficulty level. As a result, the learner progresses from 3NF to BCNF and then to 4NF, demonstrating personalized concept sequencing and difficulty adaptation using Bayesian Knowledge Tracing.</a:t>
            </a:r>
          </a:p>
        </p:txBody>
      </p:sp>
      <p:sp>
        <p:nvSpPr>
          <p:cNvPr id="4" name="Slide Number Placeholder 3">
            <a:extLst>
              <a:ext uri="{FF2B5EF4-FFF2-40B4-BE49-F238E27FC236}">
                <a16:creationId xmlns:a16="http://schemas.microsoft.com/office/drawing/2014/main" id="{6C8A6C97-D8FD-160F-D272-C2E23D580B61}"/>
              </a:ext>
            </a:extLst>
          </p:cNvPr>
          <p:cNvSpPr>
            <a:spLocks noGrp="1"/>
          </p:cNvSpPr>
          <p:nvPr>
            <p:ph type="sldNum" sz="quarter" idx="5"/>
          </p:nvPr>
        </p:nvSpPr>
        <p:spPr/>
        <p:txBody>
          <a:bodyPr/>
          <a:lstStyle/>
          <a:p>
            <a:fld id="{7C63243D-C519-40A3-BFB6-2910491BE92A}" type="slidenum">
              <a:rPr lang="en-US" smtClean="0"/>
              <a:t>10</a:t>
            </a:fld>
            <a:endParaRPr lang="en-US"/>
          </a:p>
        </p:txBody>
      </p:sp>
    </p:spTree>
    <p:extLst>
      <p:ext uri="{BB962C8B-B14F-4D97-AF65-F5344CB8AC3E}">
        <p14:creationId xmlns:p14="http://schemas.microsoft.com/office/powerpoint/2010/main" val="41081280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ADE48-1BC6-E353-E729-D3590D103C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AEDC28-0840-6A2D-5616-D31DA2E269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EC1CD1-4553-EDE9-E61B-B3364591215D}"/>
              </a:ext>
            </a:extLst>
          </p:cNvPr>
          <p:cNvSpPr>
            <a:spLocks noGrp="1"/>
          </p:cNvSpPr>
          <p:nvPr>
            <p:ph type="body" idx="1"/>
          </p:nvPr>
        </p:nvSpPr>
        <p:spPr/>
        <p:txBody>
          <a:bodyPr/>
          <a:lstStyle/>
          <a:p>
            <a:r>
              <a:rPr lang="en-US" dirty="0"/>
              <a:t>So Let's first define the problem: we know that traditional assessments are static, difficult to personalize, and do not adapt to learner responses. It is not like every learner starts from the same starting point and learns at the same pace. So to address this, my objective is to reproduce and extend the research work done on dynamic knowledge expansion and adaptive question generation. This particular paper is very recent published in Feb 2026. In this project I adapt the approach for DBMS course content, use Bayesian Knowledge Tracing to track learner mastery, and dynamically adjust the next concept, question difficulty, and assessment flow based on learner performance.</a:t>
            </a:r>
          </a:p>
        </p:txBody>
      </p:sp>
      <p:sp>
        <p:nvSpPr>
          <p:cNvPr id="4" name="Slide Number Placeholder 3">
            <a:extLst>
              <a:ext uri="{FF2B5EF4-FFF2-40B4-BE49-F238E27FC236}">
                <a16:creationId xmlns:a16="http://schemas.microsoft.com/office/drawing/2014/main" id="{A5619002-0474-A732-1262-E8DBD6F73F03}"/>
              </a:ext>
            </a:extLst>
          </p:cNvPr>
          <p:cNvSpPr>
            <a:spLocks noGrp="1"/>
          </p:cNvSpPr>
          <p:nvPr>
            <p:ph type="sldNum" sz="quarter" idx="5"/>
          </p:nvPr>
        </p:nvSpPr>
        <p:spPr/>
        <p:txBody>
          <a:bodyPr/>
          <a:lstStyle/>
          <a:p>
            <a:fld id="{7C63243D-C519-40A3-BFB6-2910491BE92A}" type="slidenum">
              <a:rPr lang="en-US" smtClean="0"/>
              <a:t>11</a:t>
            </a:fld>
            <a:endParaRPr lang="en-US"/>
          </a:p>
        </p:txBody>
      </p:sp>
    </p:spTree>
    <p:extLst>
      <p:ext uri="{BB962C8B-B14F-4D97-AF65-F5344CB8AC3E}">
        <p14:creationId xmlns:p14="http://schemas.microsoft.com/office/powerpoint/2010/main" val="33462889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2D630-5F0F-DA2D-0103-97594CED5B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84C3D8-0979-7EEB-00B0-5DB8BB2205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6DD16E-D476-CDDD-8990-65CABC2F95B7}"/>
              </a:ext>
            </a:extLst>
          </p:cNvPr>
          <p:cNvSpPr>
            <a:spLocks noGrp="1"/>
          </p:cNvSpPr>
          <p:nvPr>
            <p:ph type="body" idx="1"/>
          </p:nvPr>
        </p:nvSpPr>
        <p:spPr/>
        <p:txBody>
          <a:bodyPr/>
          <a:lstStyle/>
          <a:p>
            <a:r>
              <a:rPr lang="en-US"/>
              <a:t>This slide demonstrates how the adaptive learning system behaves for different learner profiles. </a:t>
            </a:r>
            <a:br>
              <a:rPr lang="en-US">
                <a:cs typeface="+mn-lt"/>
              </a:rPr>
            </a:br>
            <a:br>
              <a:rPr lang="en-US">
                <a:cs typeface="+mn-lt"/>
              </a:rPr>
            </a:br>
            <a:r>
              <a:rPr lang="en-US"/>
              <a:t>In both cases, the learner starts with the concept 3NF and an initial mastery probability of 0.2.</a:t>
            </a:r>
            <a:br>
              <a:rPr lang="en-US"/>
            </a:br>
            <a:endParaRPr lang="en-US"/>
          </a:p>
          <a:p>
            <a:r>
              <a:rPr lang="en-US"/>
              <a:t>For the weak learner, repeated incorrect answers decrease the mastery estimate, so the system keeps the difficulty at the easy level and moves back to prerequisite concepts such as Functional Dependency and Attribute to strengthen foundational knowledge.</a:t>
            </a:r>
            <a:br>
              <a:rPr lang="en-US"/>
            </a:br>
            <a:endParaRPr lang="en-US"/>
          </a:p>
          <a:p>
            <a:r>
              <a:rPr lang="en-US"/>
              <a:t>For the strong learner, correct answers rapidly increase the mastery probability. Once the mastery crosses the threshold of 0.8, the system advances to successor concepts and increases the difficulty level. As a result, the learner progresses from 3NF to BCNF and then to 4NF, demonstrating personalized concept sequencing and difficulty adaptation using Bayesian Knowledge Tracing.</a:t>
            </a:r>
          </a:p>
        </p:txBody>
      </p:sp>
      <p:sp>
        <p:nvSpPr>
          <p:cNvPr id="4" name="Slide Number Placeholder 3">
            <a:extLst>
              <a:ext uri="{FF2B5EF4-FFF2-40B4-BE49-F238E27FC236}">
                <a16:creationId xmlns:a16="http://schemas.microsoft.com/office/drawing/2014/main" id="{E7FE9062-A897-32F1-340C-D608F47B9BF4}"/>
              </a:ext>
            </a:extLst>
          </p:cNvPr>
          <p:cNvSpPr>
            <a:spLocks noGrp="1"/>
          </p:cNvSpPr>
          <p:nvPr>
            <p:ph type="sldNum" sz="quarter" idx="5"/>
          </p:nvPr>
        </p:nvSpPr>
        <p:spPr/>
        <p:txBody>
          <a:bodyPr/>
          <a:lstStyle/>
          <a:p>
            <a:fld id="{7C63243D-C519-40A3-BFB6-2910491BE92A}" type="slidenum">
              <a:rPr lang="en-US" smtClean="0"/>
              <a:t>12</a:t>
            </a:fld>
            <a:endParaRPr lang="en-US"/>
          </a:p>
        </p:txBody>
      </p:sp>
    </p:spTree>
    <p:extLst>
      <p:ext uri="{BB962C8B-B14F-4D97-AF65-F5344CB8AC3E}">
        <p14:creationId xmlns:p14="http://schemas.microsoft.com/office/powerpoint/2010/main" val="42672526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C5519-6958-9A61-5EDB-FE5002B30C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2033AE-75AE-02FC-6B5E-31883A888C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C79873-8C29-5A8E-D715-74345C059849}"/>
              </a:ext>
            </a:extLst>
          </p:cNvPr>
          <p:cNvSpPr>
            <a:spLocks noGrp="1"/>
          </p:cNvSpPr>
          <p:nvPr>
            <p:ph type="body" idx="1"/>
          </p:nvPr>
        </p:nvSpPr>
        <p:spPr/>
        <p:txBody>
          <a:bodyPr/>
          <a:lstStyle/>
          <a:p>
            <a:r>
              <a:rPr lang="en-US" dirty="0"/>
              <a:t>So Let's first define the problem: we know that traditional assessments are static, difficult to personalize, and do not adapt to learner responses. It is not like every learner starts from the same starting point and learns at the same pace. So to address this, my objective is to reproduce and extend the research work done on dynamic knowledge expansion and adaptive question generation. This particular paper is very recent published in Feb 2026. In this project I adapt the approach for DBMS course content, use Bayesian Knowledge Tracing to track learner mastery, and dynamically adjust the next concept, question difficulty, and assessment flow based on learner performance.</a:t>
            </a:r>
          </a:p>
        </p:txBody>
      </p:sp>
      <p:sp>
        <p:nvSpPr>
          <p:cNvPr id="4" name="Slide Number Placeholder 3">
            <a:extLst>
              <a:ext uri="{FF2B5EF4-FFF2-40B4-BE49-F238E27FC236}">
                <a16:creationId xmlns:a16="http://schemas.microsoft.com/office/drawing/2014/main" id="{61733242-C9B7-BBBD-1487-9B26261573D2}"/>
              </a:ext>
            </a:extLst>
          </p:cNvPr>
          <p:cNvSpPr>
            <a:spLocks noGrp="1"/>
          </p:cNvSpPr>
          <p:nvPr>
            <p:ph type="sldNum" sz="quarter" idx="5"/>
          </p:nvPr>
        </p:nvSpPr>
        <p:spPr/>
        <p:txBody>
          <a:bodyPr/>
          <a:lstStyle/>
          <a:p>
            <a:fld id="{7C63243D-C519-40A3-BFB6-2910491BE92A}" type="slidenum">
              <a:rPr lang="en-US" smtClean="0"/>
              <a:t>13</a:t>
            </a:fld>
            <a:endParaRPr lang="en-US"/>
          </a:p>
        </p:txBody>
      </p:sp>
    </p:spTree>
    <p:extLst>
      <p:ext uri="{BB962C8B-B14F-4D97-AF65-F5344CB8AC3E}">
        <p14:creationId xmlns:p14="http://schemas.microsoft.com/office/powerpoint/2010/main" val="8360329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2F347-151E-325A-4BCB-CBBA1CD666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36AB5-A9E7-8960-DB1E-CB2224CCE0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14AC34-0854-7007-4B77-364659E10EAF}"/>
              </a:ext>
            </a:extLst>
          </p:cNvPr>
          <p:cNvSpPr>
            <a:spLocks noGrp="1"/>
          </p:cNvSpPr>
          <p:nvPr>
            <p:ph type="body" idx="1"/>
          </p:nvPr>
        </p:nvSpPr>
        <p:spPr/>
        <p:txBody>
          <a:bodyPr/>
          <a:lstStyle/>
          <a:p>
            <a:r>
              <a:rPr lang="en-US"/>
              <a:t>This slide demonstrates how the adaptive learning system behaves for different learner profiles. </a:t>
            </a:r>
            <a:br>
              <a:rPr lang="en-US">
                <a:cs typeface="+mn-lt"/>
              </a:rPr>
            </a:br>
            <a:br>
              <a:rPr lang="en-US">
                <a:cs typeface="+mn-lt"/>
              </a:rPr>
            </a:br>
            <a:r>
              <a:rPr lang="en-US"/>
              <a:t>In both cases, the learner starts with the concept 3NF and an initial mastery probability of 0.2.</a:t>
            </a:r>
            <a:br>
              <a:rPr lang="en-US"/>
            </a:br>
            <a:endParaRPr lang="en-US"/>
          </a:p>
          <a:p>
            <a:r>
              <a:rPr lang="en-US"/>
              <a:t>For the weak learner, repeated incorrect answers decrease the mastery estimate, so the system keeps the difficulty at the easy level and moves back to prerequisite concepts such as Functional Dependency and Attribute to strengthen foundational knowledge.</a:t>
            </a:r>
            <a:br>
              <a:rPr lang="en-US"/>
            </a:br>
            <a:endParaRPr lang="en-US"/>
          </a:p>
          <a:p>
            <a:r>
              <a:rPr lang="en-US"/>
              <a:t>For the strong learner, correct answers rapidly increase the mastery probability. Once the mastery crosses the threshold of 0.8, the system advances to successor concepts and increases the difficulty level. As a result, the learner progresses from 3NF to BCNF and then to 4NF, demonstrating personalized concept sequencing and difficulty adaptation using Bayesian Knowledge Tracing.</a:t>
            </a:r>
          </a:p>
        </p:txBody>
      </p:sp>
      <p:sp>
        <p:nvSpPr>
          <p:cNvPr id="4" name="Slide Number Placeholder 3">
            <a:extLst>
              <a:ext uri="{FF2B5EF4-FFF2-40B4-BE49-F238E27FC236}">
                <a16:creationId xmlns:a16="http://schemas.microsoft.com/office/drawing/2014/main" id="{1116D05F-0018-B69C-7833-1F36A2AF63FD}"/>
              </a:ext>
            </a:extLst>
          </p:cNvPr>
          <p:cNvSpPr>
            <a:spLocks noGrp="1"/>
          </p:cNvSpPr>
          <p:nvPr>
            <p:ph type="sldNum" sz="quarter" idx="5"/>
          </p:nvPr>
        </p:nvSpPr>
        <p:spPr/>
        <p:txBody>
          <a:bodyPr/>
          <a:lstStyle/>
          <a:p>
            <a:fld id="{7C63243D-C519-40A3-BFB6-2910491BE92A}" type="slidenum">
              <a:rPr lang="en-US" smtClean="0"/>
              <a:t>13</a:t>
            </a:fld>
            <a:endParaRPr lang="en-US"/>
          </a:p>
        </p:txBody>
      </p:sp>
    </p:spTree>
    <p:extLst>
      <p:ext uri="{BB962C8B-B14F-4D97-AF65-F5344CB8AC3E}">
        <p14:creationId xmlns:p14="http://schemas.microsoft.com/office/powerpoint/2010/main" val="7270388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A5AA8-8B01-37A9-7878-FCFDB465B2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D20407-BF9D-ECE6-6261-6096D14949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8FC37C-097F-42A9-393A-E1844D65701E}"/>
              </a:ext>
            </a:extLst>
          </p:cNvPr>
          <p:cNvSpPr>
            <a:spLocks noGrp="1"/>
          </p:cNvSpPr>
          <p:nvPr>
            <p:ph type="body" idx="1"/>
          </p:nvPr>
        </p:nvSpPr>
        <p:spPr/>
        <p:txBody>
          <a:bodyPr/>
          <a:lstStyle/>
          <a:p>
            <a:r>
              <a:rPr lang="en-US" dirty="0"/>
              <a:t>So Let's first define the problem: we know that traditional assessments are static, difficult to personalize, and do not adapt to learner responses. It is not like every learner starts from the same starting point and learns at the same pace. So to address this, my objective is to reproduce and extend the research work done on dynamic knowledge expansion and adaptive question generation. This particular paper is very recent published in Feb 2026. In this project I adapt the approach for DBMS course content, use Bayesian Knowledge Tracing to track learner mastery, and dynamically adjust the next concept, question difficulty, and assessment flow based on learner performance.</a:t>
            </a:r>
          </a:p>
        </p:txBody>
      </p:sp>
      <p:sp>
        <p:nvSpPr>
          <p:cNvPr id="4" name="Slide Number Placeholder 3">
            <a:extLst>
              <a:ext uri="{FF2B5EF4-FFF2-40B4-BE49-F238E27FC236}">
                <a16:creationId xmlns:a16="http://schemas.microsoft.com/office/drawing/2014/main" id="{9953B438-F93C-481A-CDFD-634E5095B1FF}"/>
              </a:ext>
            </a:extLst>
          </p:cNvPr>
          <p:cNvSpPr>
            <a:spLocks noGrp="1"/>
          </p:cNvSpPr>
          <p:nvPr>
            <p:ph type="sldNum" sz="quarter" idx="5"/>
          </p:nvPr>
        </p:nvSpPr>
        <p:spPr/>
        <p:txBody>
          <a:bodyPr/>
          <a:lstStyle/>
          <a:p>
            <a:fld id="{7C63243D-C519-40A3-BFB6-2910491BE92A}" type="slidenum">
              <a:rPr lang="en-US" smtClean="0"/>
              <a:t>15</a:t>
            </a:fld>
            <a:endParaRPr lang="en-US"/>
          </a:p>
        </p:txBody>
      </p:sp>
    </p:spTree>
    <p:extLst>
      <p:ext uri="{BB962C8B-B14F-4D97-AF65-F5344CB8AC3E}">
        <p14:creationId xmlns:p14="http://schemas.microsoft.com/office/powerpoint/2010/main" val="16517150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Looking ahead as the future scope, the system can be further improved by creating a gold-standard benchmark for more objective evaluation. </a:t>
            </a:r>
            <a:br>
              <a:rPr lang="en-US" dirty="0">
                <a:cs typeface="+mn-lt"/>
              </a:rPr>
            </a:br>
            <a:r>
              <a:rPr lang="en-US"/>
              <a:t>The quality of the knowledge graph can be enhanced through better validation and noise removal techniques. </a:t>
            </a:r>
            <a:br>
              <a:rPr lang="en-US" dirty="0">
                <a:cs typeface="+mn-lt"/>
              </a:rPr>
            </a:br>
            <a:r>
              <a:rPr lang="en-US"/>
              <a:t>In addition, testing with real learners using pre- and post-assessments would help measure actual learning gains. </a:t>
            </a:r>
            <a:br>
              <a:rPr lang="en-US" dirty="0">
                <a:cs typeface="+mn-lt"/>
              </a:rPr>
            </a:br>
            <a:r>
              <a:rPr lang="en-US"/>
              <a:t>and finally, this architecture can be extended beyond DBMS to other academic domains and subjects.</a:t>
            </a:r>
          </a:p>
        </p:txBody>
      </p:sp>
      <p:sp>
        <p:nvSpPr>
          <p:cNvPr id="4" name="Slide Number Placeholder 3"/>
          <p:cNvSpPr>
            <a:spLocks noGrp="1"/>
          </p:cNvSpPr>
          <p:nvPr>
            <p:ph type="sldNum" sz="quarter" idx="5"/>
          </p:nvPr>
        </p:nvSpPr>
        <p:spPr/>
        <p:txBody>
          <a:bodyPr/>
          <a:lstStyle/>
          <a:p>
            <a:fld id="{7C63243D-C519-40A3-BFB6-2910491BE92A}" type="slidenum">
              <a:rPr lang="en-US" smtClean="0"/>
              <a:t>14</a:t>
            </a:fld>
            <a:endParaRPr lang="en-US"/>
          </a:p>
        </p:txBody>
      </p:sp>
    </p:spTree>
    <p:extLst>
      <p:ext uri="{BB962C8B-B14F-4D97-AF65-F5344CB8AC3E}">
        <p14:creationId xmlns:p14="http://schemas.microsoft.com/office/powerpoint/2010/main" val="37686683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learnings I got, this internship helped me understand how to build an end-to-end AI-powered adaptive assessment system from grounded educational content. </a:t>
            </a:r>
            <a:br>
              <a:rPr lang="en-US" dirty="0">
                <a:cs typeface="+mn-lt"/>
              </a:rPr>
            </a:br>
            <a:br>
              <a:rPr lang="en-US" dirty="0">
                <a:cs typeface="+mn-lt"/>
              </a:rPr>
            </a:br>
            <a:r>
              <a:rPr lang="en-US" dirty="0"/>
              <a:t>I gained information on knowledge graph construction, graph-aware and semantic retrieval techniques (Hybrid RAG), and BKT for learner modeling. </a:t>
            </a:r>
            <a:br>
              <a:rPr lang="en-US" dirty="0">
                <a:cs typeface="+mn-lt"/>
              </a:rPr>
            </a:br>
            <a:r>
              <a:rPr lang="en-US"/>
              <a:t>I also noted importance of a good prompt, adaptive learning system design, and integrating LLMs into practical educational applications.</a:t>
            </a:r>
          </a:p>
          <a:p>
            <a:r>
              <a:rPr lang="en-US"/>
              <a:t>Overall, this project provided valuable experience in applying AI, knowledge graphs, and adaptive learning techniques to create personalized educational systems.</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7C63243D-C519-40A3-BFB6-2910491BE92A}" type="slidenum">
              <a:rPr lang="en-US" smtClean="0"/>
              <a:t>15</a:t>
            </a:fld>
            <a:endParaRPr lang="en-US"/>
          </a:p>
        </p:txBody>
      </p:sp>
    </p:spTree>
    <p:extLst>
      <p:ext uri="{BB962C8B-B14F-4D97-AF65-F5344CB8AC3E}">
        <p14:creationId xmlns:p14="http://schemas.microsoft.com/office/powerpoint/2010/main" val="11876391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E1C9A-25A6-9E58-06E1-3DF97907D9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D707C-5C08-5681-11DC-0BEAF92D68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CB3960-54F7-9D58-A8B3-CE535EAB6198}"/>
              </a:ext>
            </a:extLst>
          </p:cNvPr>
          <p:cNvSpPr>
            <a:spLocks noGrp="1"/>
          </p:cNvSpPr>
          <p:nvPr>
            <p:ph type="body" idx="1"/>
          </p:nvPr>
        </p:nvSpPr>
        <p:spPr/>
        <p:txBody>
          <a:bodyPr/>
          <a:lstStyle/>
          <a:p>
            <a:r>
              <a:rPr lang="en-US" dirty="0"/>
              <a:t>At last these are the references I referred to while performing literature review and developing this solution. And these are the books I use as the source content</a:t>
            </a:r>
          </a:p>
        </p:txBody>
      </p:sp>
      <p:sp>
        <p:nvSpPr>
          <p:cNvPr id="4" name="Slide Number Placeholder 3">
            <a:extLst>
              <a:ext uri="{FF2B5EF4-FFF2-40B4-BE49-F238E27FC236}">
                <a16:creationId xmlns:a16="http://schemas.microsoft.com/office/drawing/2014/main" id="{C8F0A95D-2FE9-990D-14E1-BF7854DD97C6}"/>
              </a:ext>
            </a:extLst>
          </p:cNvPr>
          <p:cNvSpPr>
            <a:spLocks noGrp="1"/>
          </p:cNvSpPr>
          <p:nvPr>
            <p:ph type="sldNum" sz="quarter" idx="5"/>
          </p:nvPr>
        </p:nvSpPr>
        <p:spPr/>
        <p:txBody>
          <a:bodyPr/>
          <a:lstStyle/>
          <a:p>
            <a:fld id="{7C63243D-C519-40A3-BFB6-2910491BE92A}" type="slidenum">
              <a:rPr lang="en-US" smtClean="0"/>
              <a:t>16</a:t>
            </a:fld>
            <a:endParaRPr lang="en-US"/>
          </a:p>
        </p:txBody>
      </p:sp>
    </p:spTree>
    <p:extLst>
      <p:ext uri="{BB962C8B-B14F-4D97-AF65-F5344CB8AC3E}">
        <p14:creationId xmlns:p14="http://schemas.microsoft.com/office/powerpoint/2010/main" val="40552242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Thank You</a:t>
            </a:r>
          </a:p>
        </p:txBody>
      </p:sp>
      <p:sp>
        <p:nvSpPr>
          <p:cNvPr id="4" name="Slide Number Placeholder 3"/>
          <p:cNvSpPr>
            <a:spLocks noGrp="1"/>
          </p:cNvSpPr>
          <p:nvPr>
            <p:ph type="sldNum" sz="quarter" idx="5"/>
          </p:nvPr>
        </p:nvSpPr>
        <p:spPr/>
        <p:txBody>
          <a:bodyPr/>
          <a:lstStyle/>
          <a:p>
            <a:fld id="{7C63243D-C519-40A3-BFB6-2910491BE92A}" type="slidenum">
              <a:rPr lang="en-US" smtClean="0"/>
              <a:t>17</a:t>
            </a:fld>
            <a:endParaRPr lang="en-US"/>
          </a:p>
        </p:txBody>
      </p:sp>
    </p:spTree>
    <p:extLst>
      <p:ext uri="{BB962C8B-B14F-4D97-AF65-F5344CB8AC3E}">
        <p14:creationId xmlns:p14="http://schemas.microsoft.com/office/powerpoint/2010/main" val="3808841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E57229-AB7A-67D3-EA06-0D6FD557224D}"/>
              </a:ext>
            </a:extLst>
          </p:cNvPr>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Slide Number Placeholder 5">
            <a:extLst>
              <a:ext uri="{FF2B5EF4-FFF2-40B4-BE49-F238E27FC236}">
                <a16:creationId xmlns:a16="http://schemas.microsoft.com/office/drawing/2014/main" id="{60077400-51B4-1126-A5F4-07654EC4C6BE}"/>
              </a:ext>
            </a:extLst>
          </p:cNvPr>
          <p:cNvSpPr>
            <a:spLocks noGrp="1"/>
          </p:cNvSpPr>
          <p:nvPr>
            <p:ph type="sldNum" sz="quarter" idx="12"/>
          </p:nvPr>
        </p:nvSpPr>
        <p:spPr/>
        <p:txBody>
          <a:bodyPr/>
          <a:lstStyle>
            <a:lvl1pPr algn="ctr">
              <a:defRPr/>
            </a:lvl1pPr>
          </a:lstStyle>
          <a:p>
            <a:fld id="{662A0901-ACEF-4BE9-9C8C-C119B421173E}" type="slidenum">
              <a:rPr lang="en-US" smtClean="0"/>
              <a:pPr/>
              <a:t>‹#›</a:t>
            </a:fld>
            <a:endParaRPr lang="en-US"/>
          </a:p>
        </p:txBody>
      </p:sp>
      <p:sp>
        <p:nvSpPr>
          <p:cNvPr id="2" name="Footer Placeholder 1">
            <a:extLst>
              <a:ext uri="{FF2B5EF4-FFF2-40B4-BE49-F238E27FC236}">
                <a16:creationId xmlns:a16="http://schemas.microsoft.com/office/drawing/2014/main" id="{56D8D229-C7B4-D455-F676-4DEC87A6C44E}"/>
              </a:ext>
            </a:extLst>
          </p:cNvPr>
          <p:cNvSpPr>
            <a:spLocks noGrp="1"/>
          </p:cNvSpPr>
          <p:nvPr>
            <p:ph type="ftr" sz="quarter" idx="13"/>
          </p:nvPr>
        </p:nvSpPr>
        <p:spPr/>
        <p:txBody>
          <a:bodyPr/>
          <a:lstStyle/>
          <a:p>
            <a:pPr defTabSz="914355"/>
            <a:r>
              <a:rPr lang="en-US"/>
              <a:t>TCS confidential</a:t>
            </a:r>
          </a:p>
        </p:txBody>
      </p:sp>
      <p:sp>
        <p:nvSpPr>
          <p:cNvPr id="4" name="Title 3">
            <a:extLst>
              <a:ext uri="{FF2B5EF4-FFF2-40B4-BE49-F238E27FC236}">
                <a16:creationId xmlns:a16="http://schemas.microsoft.com/office/drawing/2014/main" id="{ACEDB942-262C-DAC0-7688-C6BDA7C8D017}"/>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18953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C5F89A8-A7DB-7E7B-4952-3EFF5B5544B9}"/>
              </a:ext>
            </a:extLst>
          </p:cNvPr>
          <p:cNvSpPr>
            <a:spLocks noGrp="1"/>
          </p:cNvSpPr>
          <p:nvPr>
            <p:ph type="sldNum" sz="quarter" idx="12"/>
          </p:nvPr>
        </p:nvSpPr>
        <p:spPr/>
        <p:txBody>
          <a:bodyPr/>
          <a:lstStyle>
            <a:lvl1pPr algn="ctr">
              <a:defRPr/>
            </a:lvl1pPr>
          </a:lstStyle>
          <a:p>
            <a:fld id="{662A0901-ACEF-4BE9-9C8C-C119B421173E}" type="slidenum">
              <a:rPr lang="en-US" smtClean="0"/>
              <a:pPr/>
              <a:t>‹#›</a:t>
            </a:fld>
            <a:endParaRPr lang="en-US"/>
          </a:p>
        </p:txBody>
      </p:sp>
      <p:sp>
        <p:nvSpPr>
          <p:cNvPr id="3" name="Footer Placeholder 2">
            <a:extLst>
              <a:ext uri="{FF2B5EF4-FFF2-40B4-BE49-F238E27FC236}">
                <a16:creationId xmlns:a16="http://schemas.microsoft.com/office/drawing/2014/main" id="{13562353-E2D0-4C7B-A21E-38012F9A3FB0}"/>
              </a:ext>
            </a:extLst>
          </p:cNvPr>
          <p:cNvSpPr>
            <a:spLocks noGrp="1"/>
          </p:cNvSpPr>
          <p:nvPr>
            <p:ph type="ftr" sz="quarter" idx="13"/>
          </p:nvPr>
        </p:nvSpPr>
        <p:spPr/>
        <p:txBody>
          <a:bodyPr/>
          <a:lstStyle/>
          <a:p>
            <a:pPr defTabSz="914355"/>
            <a:r>
              <a:rPr lang="en-US"/>
              <a:t>TCS confidential</a:t>
            </a:r>
          </a:p>
        </p:txBody>
      </p:sp>
      <p:sp>
        <p:nvSpPr>
          <p:cNvPr id="2" name="Title 1">
            <a:extLst>
              <a:ext uri="{FF2B5EF4-FFF2-40B4-BE49-F238E27FC236}">
                <a16:creationId xmlns:a16="http://schemas.microsoft.com/office/drawing/2014/main" id="{9C70BE3E-32D7-C51D-6338-9CB84C49ABC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27488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6930D96-E5F4-B8B9-8376-0B62449B0A50}"/>
              </a:ext>
            </a:extLst>
          </p:cNvPr>
          <p:cNvSpPr>
            <a:spLocks noGrp="1"/>
          </p:cNvSpPr>
          <p:nvPr>
            <p:ph type="sldNum" sz="quarter" idx="12"/>
          </p:nvPr>
        </p:nvSpPr>
        <p:spPr/>
        <p:txBody>
          <a:bodyPr/>
          <a:lstStyle/>
          <a:p>
            <a:fld id="{662A0901-ACEF-4BE9-9C8C-C119B421173E}" type="slidenum">
              <a:rPr lang="en-IN" smtClean="0"/>
              <a:t>‹#›</a:t>
            </a:fld>
            <a:endParaRPr lang="en-IN"/>
          </a:p>
        </p:txBody>
      </p:sp>
      <p:sp>
        <p:nvSpPr>
          <p:cNvPr id="2" name="Footer Placeholder 1">
            <a:extLst>
              <a:ext uri="{FF2B5EF4-FFF2-40B4-BE49-F238E27FC236}">
                <a16:creationId xmlns:a16="http://schemas.microsoft.com/office/drawing/2014/main" id="{403AD627-0C96-BD49-6A42-DB64ACC7B809}"/>
              </a:ext>
            </a:extLst>
          </p:cNvPr>
          <p:cNvSpPr>
            <a:spLocks noGrp="1"/>
          </p:cNvSpPr>
          <p:nvPr>
            <p:ph type="ftr" sz="quarter" idx="13"/>
          </p:nvPr>
        </p:nvSpPr>
        <p:spPr/>
        <p:txBody>
          <a:bodyPr/>
          <a:lstStyle/>
          <a:p>
            <a:pPr defTabSz="914355"/>
            <a:r>
              <a:rPr lang="en-US"/>
              <a:t>TCS confidential</a:t>
            </a:r>
          </a:p>
        </p:txBody>
      </p:sp>
    </p:spTree>
    <p:extLst>
      <p:ext uri="{BB962C8B-B14F-4D97-AF65-F5344CB8AC3E}">
        <p14:creationId xmlns:p14="http://schemas.microsoft.com/office/powerpoint/2010/main" val="4534303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71296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White with Medium wav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B4C1E-9D56-3F0B-29DD-309F9B711AD1}"/>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Text Placeholder 3">
            <a:extLst>
              <a:ext uri="{FF2B5EF4-FFF2-40B4-BE49-F238E27FC236}">
                <a16:creationId xmlns:a16="http://schemas.microsoft.com/office/drawing/2014/main" id="{687711BE-BDB7-5335-742C-157DC127259D}"/>
              </a:ext>
            </a:extLst>
          </p:cNvPr>
          <p:cNvSpPr>
            <a:spLocks noGrp="1"/>
          </p:cNvSpPr>
          <p:nvPr>
            <p:ph type="body" sz="quarter" idx="10"/>
          </p:nvPr>
        </p:nvSpPr>
        <p:spPr>
          <a:xfrm>
            <a:off x="287191" y="2139490"/>
            <a:ext cx="4042988" cy="355867"/>
          </a:xfrm>
        </p:spPr>
        <p:txBody>
          <a:bodyPr vert="horz" wrap="square" lIns="0" tIns="17145" rIns="0" bIns="0" rtlCol="0">
            <a:spAutoFit/>
          </a:bodyPr>
          <a:lstStyle>
            <a:lvl1pPr>
              <a:defRPr lang="en-US" dirty="0">
                <a:solidFill>
                  <a:schemeClr val="tx1"/>
                </a:solidFill>
              </a:defRPr>
            </a:lvl1pPr>
          </a:lstStyle>
          <a:p>
            <a:pPr lvl="0"/>
            <a:r>
              <a:rPr lang="en-US"/>
              <a:t>Click to edit Master text styles</a:t>
            </a:r>
          </a:p>
        </p:txBody>
      </p:sp>
      <p:pic>
        <p:nvPicPr>
          <p:cNvPr id="5" name="Graphic 4">
            <a:extLst>
              <a:ext uri="{FF2B5EF4-FFF2-40B4-BE49-F238E27FC236}">
                <a16:creationId xmlns:a16="http://schemas.microsoft.com/office/drawing/2014/main" id="{CA9AFE34-A521-02E5-C3FD-3A06F355D42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0" y="0"/>
            <a:ext cx="9144000" cy="5143500"/>
          </a:xfrm>
          <a:prstGeom prst="rect">
            <a:avLst/>
          </a:prstGeom>
        </p:spPr>
      </p:pic>
      <p:grpSp>
        <p:nvGrpSpPr>
          <p:cNvPr id="7" name="Group 6">
            <a:extLst>
              <a:ext uri="{FF2B5EF4-FFF2-40B4-BE49-F238E27FC236}">
                <a16:creationId xmlns:a16="http://schemas.microsoft.com/office/drawing/2014/main" id="{8E0BC0AA-1C00-53EA-F674-76069458B38F}"/>
              </a:ext>
            </a:extLst>
          </p:cNvPr>
          <p:cNvGrpSpPr/>
          <p:nvPr userDrawn="1"/>
        </p:nvGrpSpPr>
        <p:grpSpPr>
          <a:xfrm>
            <a:off x="268664" y="159185"/>
            <a:ext cx="8556433" cy="451747"/>
            <a:chOff x="268664" y="159185"/>
            <a:chExt cx="8593932" cy="453727"/>
          </a:xfrm>
          <a:solidFill>
            <a:schemeClr val="tx1"/>
          </a:solidFill>
        </p:grpSpPr>
        <p:grpSp>
          <p:nvGrpSpPr>
            <p:cNvPr id="8" name="Group 7">
              <a:extLst>
                <a:ext uri="{FF2B5EF4-FFF2-40B4-BE49-F238E27FC236}">
                  <a16:creationId xmlns:a16="http://schemas.microsoft.com/office/drawing/2014/main" id="{8F38B36A-EDA8-48AE-4DF9-D6F4DF998A1C}"/>
                </a:ext>
              </a:extLst>
            </p:cNvPr>
            <p:cNvGrpSpPr/>
            <p:nvPr userDrawn="1"/>
          </p:nvGrpSpPr>
          <p:grpSpPr>
            <a:xfrm>
              <a:off x="268664" y="259103"/>
              <a:ext cx="1481677" cy="353809"/>
              <a:chOff x="0" y="2427986"/>
              <a:chExt cx="1581147" cy="380839"/>
            </a:xfrm>
            <a:grpFill/>
          </p:grpSpPr>
          <p:grpSp>
            <p:nvGrpSpPr>
              <p:cNvPr id="17" name="Graphic 8">
                <a:extLst>
                  <a:ext uri="{FF2B5EF4-FFF2-40B4-BE49-F238E27FC236}">
                    <a16:creationId xmlns:a16="http://schemas.microsoft.com/office/drawing/2014/main" id="{B21428D9-7936-C319-911C-E744C6EA2FC7}"/>
                  </a:ext>
                </a:extLst>
              </p:cNvPr>
              <p:cNvGrpSpPr/>
              <p:nvPr/>
            </p:nvGrpSpPr>
            <p:grpSpPr>
              <a:xfrm>
                <a:off x="0" y="2428340"/>
                <a:ext cx="605264" cy="380485"/>
                <a:chOff x="0" y="2428340"/>
                <a:chExt cx="605264" cy="380485"/>
              </a:xfrm>
              <a:grpFill/>
            </p:grpSpPr>
            <p:sp>
              <p:nvSpPr>
                <p:cNvPr id="42" name="Freeform: Shape 41">
                  <a:extLst>
                    <a:ext uri="{FF2B5EF4-FFF2-40B4-BE49-F238E27FC236}">
                      <a16:creationId xmlns:a16="http://schemas.microsoft.com/office/drawing/2014/main" id="{5EC37624-5B5C-D1D9-3E9C-8F33ADE729CE}"/>
                    </a:ext>
                  </a:extLst>
                </p:cNvPr>
                <p:cNvSpPr/>
                <p:nvPr/>
              </p:nvSpPr>
              <p:spPr>
                <a:xfrm>
                  <a:off x="0" y="2428340"/>
                  <a:ext cx="605264" cy="380485"/>
                </a:xfrm>
                <a:custGeom>
                  <a:avLst/>
                  <a:gdLst>
                    <a:gd name="connsiteX0" fmla="*/ 559165 w 605264"/>
                    <a:gd name="connsiteY0" fmla="*/ 219921 h 380485"/>
                    <a:gd name="connsiteX1" fmla="*/ 514179 w 605264"/>
                    <a:gd name="connsiteY1" fmla="*/ 188598 h 380485"/>
                    <a:gd name="connsiteX2" fmla="*/ 512459 w 605264"/>
                    <a:gd name="connsiteY2" fmla="*/ 187384 h 380485"/>
                    <a:gd name="connsiteX3" fmla="*/ 488928 w 605264"/>
                    <a:gd name="connsiteY3" fmla="*/ 150747 h 380485"/>
                    <a:gd name="connsiteX4" fmla="*/ 523490 w 605264"/>
                    <a:gd name="connsiteY4" fmla="*/ 122156 h 380485"/>
                    <a:gd name="connsiteX5" fmla="*/ 576725 w 605264"/>
                    <a:gd name="connsiteY5" fmla="*/ 134250 h 380485"/>
                    <a:gd name="connsiteX6" fmla="*/ 597017 w 605264"/>
                    <a:gd name="connsiteY6" fmla="*/ 113908 h 380485"/>
                    <a:gd name="connsiteX7" fmla="*/ 581077 w 605264"/>
                    <a:gd name="connsiteY7" fmla="*/ 92452 h 380485"/>
                    <a:gd name="connsiteX8" fmla="*/ 521820 w 605264"/>
                    <a:gd name="connsiteY8" fmla="*/ 80358 h 380485"/>
                    <a:gd name="connsiteX9" fmla="*/ 465297 w 605264"/>
                    <a:gd name="connsiteY9" fmla="*/ 97968 h 380485"/>
                    <a:gd name="connsiteX10" fmla="*/ 458111 w 605264"/>
                    <a:gd name="connsiteY10" fmla="*/ 111023 h 380485"/>
                    <a:gd name="connsiteX11" fmla="*/ 465297 w 605264"/>
                    <a:gd name="connsiteY11" fmla="*/ 97917 h 380485"/>
                    <a:gd name="connsiteX12" fmla="*/ 457048 w 605264"/>
                    <a:gd name="connsiteY12" fmla="*/ 105052 h 380485"/>
                    <a:gd name="connsiteX13" fmla="*/ 456846 w 605264"/>
                    <a:gd name="connsiteY13" fmla="*/ 105305 h 380485"/>
                    <a:gd name="connsiteX14" fmla="*/ 415908 w 605264"/>
                    <a:gd name="connsiteY14" fmla="*/ 184752 h 380485"/>
                    <a:gd name="connsiteX15" fmla="*/ 403308 w 605264"/>
                    <a:gd name="connsiteY15" fmla="*/ 226500 h 380485"/>
                    <a:gd name="connsiteX16" fmla="*/ 289703 w 605264"/>
                    <a:gd name="connsiteY16" fmla="*/ 335297 h 380485"/>
                    <a:gd name="connsiteX17" fmla="*/ 190369 w 605264"/>
                    <a:gd name="connsiteY17" fmla="*/ 230346 h 380485"/>
                    <a:gd name="connsiteX18" fmla="*/ 281050 w 605264"/>
                    <a:gd name="connsiteY18" fmla="*/ 124889 h 380485"/>
                    <a:gd name="connsiteX19" fmla="*/ 284188 w 605264"/>
                    <a:gd name="connsiteY19" fmla="*/ 124838 h 380485"/>
                    <a:gd name="connsiteX20" fmla="*/ 336866 w 605264"/>
                    <a:gd name="connsiteY20" fmla="*/ 136376 h 380485"/>
                    <a:gd name="connsiteX21" fmla="*/ 355538 w 605264"/>
                    <a:gd name="connsiteY21" fmla="*/ 140778 h 380485"/>
                    <a:gd name="connsiteX22" fmla="*/ 377500 w 605264"/>
                    <a:gd name="connsiteY22" fmla="*/ 118766 h 380485"/>
                    <a:gd name="connsiteX23" fmla="*/ 377500 w 605264"/>
                    <a:gd name="connsiteY23" fmla="*/ 118766 h 380485"/>
                    <a:gd name="connsiteX24" fmla="*/ 377500 w 605264"/>
                    <a:gd name="connsiteY24" fmla="*/ 118766 h 380485"/>
                    <a:gd name="connsiteX25" fmla="*/ 361054 w 605264"/>
                    <a:gd name="connsiteY25" fmla="*/ 96804 h 380485"/>
                    <a:gd name="connsiteX26" fmla="*/ 284238 w 605264"/>
                    <a:gd name="connsiteY26" fmla="*/ 80307 h 380485"/>
                    <a:gd name="connsiteX27" fmla="*/ 137742 w 605264"/>
                    <a:gd name="connsiteY27" fmla="*/ 231459 h 380485"/>
                    <a:gd name="connsiteX28" fmla="*/ 137742 w 605264"/>
                    <a:gd name="connsiteY28" fmla="*/ 231459 h 380485"/>
                    <a:gd name="connsiteX29" fmla="*/ 137742 w 605264"/>
                    <a:gd name="connsiteY29" fmla="*/ 231459 h 380485"/>
                    <a:gd name="connsiteX30" fmla="*/ 137742 w 605264"/>
                    <a:gd name="connsiteY30" fmla="*/ 231459 h 380485"/>
                    <a:gd name="connsiteX31" fmla="*/ 149786 w 605264"/>
                    <a:gd name="connsiteY31" fmla="*/ 295725 h 380485"/>
                    <a:gd name="connsiteX32" fmla="*/ 98221 w 605264"/>
                    <a:gd name="connsiteY32" fmla="*/ 333677 h 380485"/>
                    <a:gd name="connsiteX33" fmla="*/ 52678 w 605264"/>
                    <a:gd name="connsiteY33" fmla="*/ 281455 h 380485"/>
                    <a:gd name="connsiteX34" fmla="*/ 52678 w 605264"/>
                    <a:gd name="connsiteY34" fmla="*/ 126457 h 380485"/>
                    <a:gd name="connsiteX35" fmla="*/ 116893 w 605264"/>
                    <a:gd name="connsiteY35" fmla="*/ 126457 h 380485"/>
                    <a:gd name="connsiteX36" fmla="*/ 141588 w 605264"/>
                    <a:gd name="connsiteY36" fmla="*/ 105002 h 380485"/>
                    <a:gd name="connsiteX37" fmla="*/ 116893 w 605264"/>
                    <a:gd name="connsiteY37" fmla="*/ 83546 h 380485"/>
                    <a:gd name="connsiteX38" fmla="*/ 52678 w 605264"/>
                    <a:gd name="connsiteY38" fmla="*/ 83546 h 380485"/>
                    <a:gd name="connsiteX39" fmla="*/ 52678 w 605264"/>
                    <a:gd name="connsiteY39" fmla="*/ 27478 h 380485"/>
                    <a:gd name="connsiteX40" fmla="*/ 26314 w 605264"/>
                    <a:gd name="connsiteY40" fmla="*/ 0 h 380485"/>
                    <a:gd name="connsiteX41" fmla="*/ 0 w 605264"/>
                    <a:gd name="connsiteY41" fmla="*/ 27579 h 380485"/>
                    <a:gd name="connsiteX42" fmla="*/ 0 w 605264"/>
                    <a:gd name="connsiteY42" fmla="*/ 287527 h 380485"/>
                    <a:gd name="connsiteX43" fmla="*/ 93312 w 605264"/>
                    <a:gd name="connsiteY43" fmla="*/ 379878 h 380485"/>
                    <a:gd name="connsiteX44" fmla="*/ 129291 w 605264"/>
                    <a:gd name="connsiteY44" fmla="*/ 373856 h 380485"/>
                    <a:gd name="connsiteX45" fmla="*/ 129494 w 605264"/>
                    <a:gd name="connsiteY45" fmla="*/ 373856 h 380485"/>
                    <a:gd name="connsiteX46" fmla="*/ 175087 w 605264"/>
                    <a:gd name="connsiteY46" fmla="*/ 335702 h 380485"/>
                    <a:gd name="connsiteX47" fmla="*/ 288084 w 605264"/>
                    <a:gd name="connsiteY47" fmla="*/ 380435 h 380485"/>
                    <a:gd name="connsiteX48" fmla="*/ 354931 w 605264"/>
                    <a:gd name="connsiteY48" fmla="*/ 365102 h 380485"/>
                    <a:gd name="connsiteX49" fmla="*/ 354982 w 605264"/>
                    <a:gd name="connsiteY49" fmla="*/ 365102 h 380485"/>
                    <a:gd name="connsiteX50" fmla="*/ 443335 w 605264"/>
                    <a:gd name="connsiteY50" fmla="*/ 237025 h 380485"/>
                    <a:gd name="connsiteX51" fmla="*/ 454872 w 605264"/>
                    <a:gd name="connsiteY51" fmla="*/ 199124 h 380485"/>
                    <a:gd name="connsiteX52" fmla="*/ 454720 w 605264"/>
                    <a:gd name="connsiteY52" fmla="*/ 198921 h 380485"/>
                    <a:gd name="connsiteX53" fmla="*/ 487815 w 605264"/>
                    <a:gd name="connsiteY53" fmla="*/ 229334 h 380485"/>
                    <a:gd name="connsiteX54" fmla="*/ 528955 w 605264"/>
                    <a:gd name="connsiteY54" fmla="*/ 257924 h 380485"/>
                    <a:gd name="connsiteX55" fmla="*/ 545756 w 605264"/>
                    <a:gd name="connsiteY55" fmla="*/ 270676 h 380485"/>
                    <a:gd name="connsiteX56" fmla="*/ 555320 w 605264"/>
                    <a:gd name="connsiteY56" fmla="*/ 298053 h 380485"/>
                    <a:gd name="connsiteX57" fmla="*/ 509777 w 605264"/>
                    <a:gd name="connsiteY57" fmla="*/ 337624 h 380485"/>
                    <a:gd name="connsiteX58" fmla="*/ 449964 w 605264"/>
                    <a:gd name="connsiteY58" fmla="*/ 324417 h 380485"/>
                    <a:gd name="connsiteX59" fmla="*/ 429672 w 605264"/>
                    <a:gd name="connsiteY59" fmla="*/ 344760 h 380485"/>
                    <a:gd name="connsiteX60" fmla="*/ 445612 w 605264"/>
                    <a:gd name="connsiteY60" fmla="*/ 366215 h 380485"/>
                    <a:gd name="connsiteX61" fmla="*/ 510384 w 605264"/>
                    <a:gd name="connsiteY61" fmla="*/ 380485 h 380485"/>
                    <a:gd name="connsiteX62" fmla="*/ 580621 w 605264"/>
                    <a:gd name="connsiteY62" fmla="*/ 356297 h 380485"/>
                    <a:gd name="connsiteX63" fmla="*/ 584467 w 605264"/>
                    <a:gd name="connsiteY63" fmla="*/ 352299 h 380485"/>
                    <a:gd name="connsiteX64" fmla="*/ 605265 w 605264"/>
                    <a:gd name="connsiteY64" fmla="*/ 298053 h 380485"/>
                    <a:gd name="connsiteX65" fmla="*/ 559165 w 605264"/>
                    <a:gd name="connsiteY65" fmla="*/ 220023 h 38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grpFill/>
                <a:ln w="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57C39D41-711D-AA9B-DE60-414E6BE2CD45}"/>
                    </a:ext>
                  </a:extLst>
                </p:cNvPr>
                <p:cNvSpPr/>
                <p:nvPr/>
              </p:nvSpPr>
              <p:spPr>
                <a:xfrm>
                  <a:off x="439539" y="2580150"/>
                  <a:ext cx="5060" cy="151"/>
                </a:xfrm>
                <a:custGeom>
                  <a:avLst/>
                  <a:gdLst>
                    <a:gd name="connsiteX0" fmla="*/ 0 w 5060"/>
                    <a:gd name="connsiteY0" fmla="*/ 0 h 151"/>
                    <a:gd name="connsiteX1" fmla="*/ 0 w 5060"/>
                    <a:gd name="connsiteY1" fmla="*/ 0 h 151"/>
                    <a:gd name="connsiteX2" fmla="*/ 0 w 5060"/>
                    <a:gd name="connsiteY2" fmla="*/ 152 h 151"/>
                    <a:gd name="connsiteX3" fmla="*/ 0 w 5060"/>
                    <a:gd name="connsiteY3" fmla="*/ 0 h 151"/>
                  </a:gdLst>
                  <a:ahLst/>
                  <a:cxnLst>
                    <a:cxn ang="0">
                      <a:pos x="connsiteX0" y="connsiteY0"/>
                    </a:cxn>
                    <a:cxn ang="0">
                      <a:pos x="connsiteX1" y="connsiteY1"/>
                    </a:cxn>
                    <a:cxn ang="0">
                      <a:pos x="connsiteX2" y="connsiteY2"/>
                    </a:cxn>
                    <a:cxn ang="0">
                      <a:pos x="connsiteX3" y="connsiteY3"/>
                    </a:cxn>
                  </a:cxnLst>
                  <a:rect l="l" t="t" r="r" b="b"/>
                  <a:pathLst>
                    <a:path w="5060" h="151">
                      <a:moveTo>
                        <a:pt x="0" y="0"/>
                      </a:moveTo>
                      <a:cubicBezTo>
                        <a:pt x="0" y="0"/>
                        <a:pt x="0" y="0"/>
                        <a:pt x="0" y="0"/>
                      </a:cubicBezTo>
                      <a:cubicBezTo>
                        <a:pt x="0" y="51"/>
                        <a:pt x="0" y="101"/>
                        <a:pt x="0" y="152"/>
                      </a:cubicBezTo>
                      <a:cubicBezTo>
                        <a:pt x="0" y="152"/>
                        <a:pt x="0" y="51"/>
                        <a:pt x="0" y="0"/>
                      </a:cubicBezTo>
                      <a:close/>
                    </a:path>
                  </a:pathLst>
                </a:custGeom>
                <a:grpFill/>
                <a:ln w="0" cap="flat">
                  <a:noFill/>
                  <a:prstDash val="solid"/>
                  <a:miter/>
                </a:ln>
              </p:spPr>
              <p:txBody>
                <a:bodyPr rtlCol="0" anchor="ctr"/>
                <a:lstStyle/>
                <a:p>
                  <a:endParaRPr lang="en-US"/>
                </a:p>
              </p:txBody>
            </p:sp>
          </p:grpSp>
          <p:grpSp>
            <p:nvGrpSpPr>
              <p:cNvPr id="18" name="Graphic 8">
                <a:extLst>
                  <a:ext uri="{FF2B5EF4-FFF2-40B4-BE49-F238E27FC236}">
                    <a16:creationId xmlns:a16="http://schemas.microsoft.com/office/drawing/2014/main" id="{ABE1F10C-97F1-66C9-4270-8365A934E4A1}"/>
                  </a:ext>
                </a:extLst>
              </p:cNvPr>
              <p:cNvGrpSpPr/>
              <p:nvPr/>
            </p:nvGrpSpPr>
            <p:grpSpPr>
              <a:xfrm>
                <a:off x="684661" y="2427986"/>
                <a:ext cx="896486" cy="379270"/>
                <a:chOff x="684661" y="2427986"/>
                <a:chExt cx="896486" cy="379270"/>
              </a:xfrm>
              <a:grpFill/>
            </p:grpSpPr>
            <p:sp>
              <p:nvSpPr>
                <p:cNvPr id="19" name="Freeform: Shape 18">
                  <a:extLst>
                    <a:ext uri="{FF2B5EF4-FFF2-40B4-BE49-F238E27FC236}">
                      <a16:creationId xmlns:a16="http://schemas.microsoft.com/office/drawing/2014/main" id="{B6592BA9-29CC-BF5B-B651-E2CCE6B95AD2}"/>
                    </a:ext>
                  </a:extLst>
                </p:cNvPr>
                <p:cNvSpPr/>
                <p:nvPr/>
              </p:nvSpPr>
              <p:spPr>
                <a:xfrm>
                  <a:off x="684712"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3F8E3F0-6E5F-88D6-DBEB-2031E235BEA7}"/>
                    </a:ext>
                  </a:extLst>
                </p:cNvPr>
                <p:cNvSpPr/>
                <p:nvPr/>
              </p:nvSpPr>
              <p:spPr>
                <a:xfrm>
                  <a:off x="766739" y="2427986"/>
                  <a:ext cx="111934" cy="94425"/>
                </a:xfrm>
                <a:custGeom>
                  <a:avLst/>
                  <a:gdLst>
                    <a:gd name="connsiteX0" fmla="*/ 36788 w 111934"/>
                    <a:gd name="connsiteY0" fmla="*/ 94426 h 94425"/>
                    <a:gd name="connsiteX1" fmla="*/ 55967 w 111934"/>
                    <a:gd name="connsiteY1" fmla="*/ 37952 h 94425"/>
                    <a:gd name="connsiteX2" fmla="*/ 75146 w 111934"/>
                    <a:gd name="connsiteY2" fmla="*/ 94426 h 94425"/>
                    <a:gd name="connsiteX3" fmla="*/ 111934 w 111934"/>
                    <a:gd name="connsiteY3" fmla="*/ 94426 h 94425"/>
                    <a:gd name="connsiteX4" fmla="*/ 75905 w 111934"/>
                    <a:gd name="connsiteY4" fmla="*/ 0 h 94425"/>
                    <a:gd name="connsiteX5" fmla="*/ 36080 w 111934"/>
                    <a:gd name="connsiteY5" fmla="*/ 0 h 94425"/>
                    <a:gd name="connsiteX6" fmla="*/ 0 w 111934"/>
                    <a:gd name="connsiteY6" fmla="*/ 94426 h 94425"/>
                    <a:gd name="connsiteX7" fmla="*/ 36788 w 11193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30E43E72-11FC-E85B-0ECE-E4F5DB48317F}"/>
                    </a:ext>
                  </a:extLst>
                </p:cNvPr>
                <p:cNvSpPr/>
                <p:nvPr/>
              </p:nvSpPr>
              <p:spPr>
                <a:xfrm>
                  <a:off x="869666"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F61C5303-80CC-79C7-9D5D-F413490EAFFC}"/>
                    </a:ext>
                  </a:extLst>
                </p:cNvPr>
                <p:cNvSpPr/>
                <p:nvPr/>
              </p:nvSpPr>
              <p:spPr>
                <a:xfrm>
                  <a:off x="951694" y="2427986"/>
                  <a:ext cx="111984" cy="94425"/>
                </a:xfrm>
                <a:custGeom>
                  <a:avLst/>
                  <a:gdLst>
                    <a:gd name="connsiteX0" fmla="*/ 36788 w 111984"/>
                    <a:gd name="connsiteY0" fmla="*/ 94426 h 94425"/>
                    <a:gd name="connsiteX1" fmla="*/ 55967 w 111984"/>
                    <a:gd name="connsiteY1" fmla="*/ 37952 h 94425"/>
                    <a:gd name="connsiteX2" fmla="*/ 75146 w 111984"/>
                    <a:gd name="connsiteY2" fmla="*/ 94426 h 94425"/>
                    <a:gd name="connsiteX3" fmla="*/ 111985 w 111984"/>
                    <a:gd name="connsiteY3" fmla="*/ 94426 h 94425"/>
                    <a:gd name="connsiteX4" fmla="*/ 75905 w 111984"/>
                    <a:gd name="connsiteY4" fmla="*/ 0 h 94425"/>
                    <a:gd name="connsiteX5" fmla="*/ 36080 w 111984"/>
                    <a:gd name="connsiteY5" fmla="*/ 0 h 94425"/>
                    <a:gd name="connsiteX6" fmla="*/ 0 w 111984"/>
                    <a:gd name="connsiteY6" fmla="*/ 94426 h 94425"/>
                    <a:gd name="connsiteX7" fmla="*/ 36788 w 11198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A1CCE335-BE9B-C2DB-04D1-A9CDB7D22E11}"/>
                    </a:ext>
                  </a:extLst>
                </p:cNvPr>
                <p:cNvSpPr/>
                <p:nvPr/>
              </p:nvSpPr>
              <p:spPr>
                <a:xfrm>
                  <a:off x="1334356" y="2569675"/>
                  <a:ext cx="74842" cy="94476"/>
                </a:xfrm>
                <a:custGeom>
                  <a:avLst/>
                  <a:gdLst>
                    <a:gd name="connsiteX0" fmla="*/ 15434 w 74842"/>
                    <a:gd name="connsiteY0" fmla="*/ 20292 h 94476"/>
                    <a:gd name="connsiteX1" fmla="*/ 32335 w 74842"/>
                    <a:gd name="connsiteY1" fmla="*/ 52880 h 94476"/>
                    <a:gd name="connsiteX2" fmla="*/ 56979 w 74842"/>
                    <a:gd name="connsiteY2" fmla="*/ 94426 h 94476"/>
                    <a:gd name="connsiteX3" fmla="*/ 74842 w 74842"/>
                    <a:gd name="connsiteY3" fmla="*/ 94426 h 94476"/>
                    <a:gd name="connsiteX4" fmla="*/ 74842 w 74842"/>
                    <a:gd name="connsiteY4" fmla="*/ 0 h 94476"/>
                    <a:gd name="connsiteX5" fmla="*/ 58902 w 74842"/>
                    <a:gd name="connsiteY5" fmla="*/ 0 h 94476"/>
                    <a:gd name="connsiteX6" fmla="*/ 58902 w 74842"/>
                    <a:gd name="connsiteY6" fmla="*/ 32943 h 94476"/>
                    <a:gd name="connsiteX7" fmla="*/ 60420 w 74842"/>
                    <a:gd name="connsiteY7" fmla="*/ 72110 h 94476"/>
                    <a:gd name="connsiteX8" fmla="*/ 60117 w 74842"/>
                    <a:gd name="connsiteY8" fmla="*/ 72211 h 94476"/>
                    <a:gd name="connsiteX9" fmla="*/ 44075 w 74842"/>
                    <a:gd name="connsiteY9" fmla="*/ 40584 h 94476"/>
                    <a:gd name="connsiteX10" fmla="*/ 19685 w 74842"/>
                    <a:gd name="connsiteY10" fmla="*/ 51 h 94476"/>
                    <a:gd name="connsiteX11" fmla="*/ 0 w 74842"/>
                    <a:gd name="connsiteY11" fmla="*/ 51 h 94476"/>
                    <a:gd name="connsiteX12" fmla="*/ 0 w 74842"/>
                    <a:gd name="connsiteY12" fmla="*/ 94476 h 94476"/>
                    <a:gd name="connsiteX13" fmla="*/ 15940 w 74842"/>
                    <a:gd name="connsiteY13" fmla="*/ 94476 h 94476"/>
                    <a:gd name="connsiteX14" fmla="*/ 15940 w 74842"/>
                    <a:gd name="connsiteY14" fmla="*/ 60673 h 94476"/>
                    <a:gd name="connsiteX15" fmla="*/ 15029 w 74842"/>
                    <a:gd name="connsiteY15" fmla="*/ 20444 h 94476"/>
                    <a:gd name="connsiteX16" fmla="*/ 15485 w 74842"/>
                    <a:gd name="connsiteY16" fmla="*/ 20342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grpFill/>
                <a:ln w="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5D163E49-74C3-3135-4C49-25ADF887EFE6}"/>
                    </a:ext>
                  </a:extLst>
                </p:cNvPr>
                <p:cNvSpPr/>
                <p:nvPr/>
              </p:nvSpPr>
              <p:spPr>
                <a:xfrm>
                  <a:off x="1238412" y="2569624"/>
                  <a:ext cx="82837" cy="94425"/>
                </a:xfrm>
                <a:custGeom>
                  <a:avLst/>
                  <a:gdLst>
                    <a:gd name="connsiteX0" fmla="*/ 25858 w 82837"/>
                    <a:gd name="connsiteY0" fmla="*/ 67758 h 94425"/>
                    <a:gd name="connsiteX1" fmla="*/ 55815 w 82837"/>
                    <a:gd name="connsiteY1" fmla="*/ 67758 h 94425"/>
                    <a:gd name="connsiteX2" fmla="*/ 64367 w 82837"/>
                    <a:gd name="connsiteY2" fmla="*/ 94426 h 94425"/>
                    <a:gd name="connsiteX3" fmla="*/ 82838 w 82837"/>
                    <a:gd name="connsiteY3" fmla="*/ 94426 h 94425"/>
                    <a:gd name="connsiteX4" fmla="*/ 52172 w 82837"/>
                    <a:gd name="connsiteY4" fmla="*/ 0 h 94425"/>
                    <a:gd name="connsiteX5" fmla="*/ 30261 w 82837"/>
                    <a:gd name="connsiteY5" fmla="*/ 0 h 94425"/>
                    <a:gd name="connsiteX6" fmla="*/ 0 w 82837"/>
                    <a:gd name="connsiteY6" fmla="*/ 94426 h 94425"/>
                    <a:gd name="connsiteX7" fmla="*/ 17812 w 82837"/>
                    <a:gd name="connsiteY7" fmla="*/ 94426 h 94425"/>
                    <a:gd name="connsiteX8" fmla="*/ 25858 w 82837"/>
                    <a:gd name="connsiteY8" fmla="*/ 67758 h 94425"/>
                    <a:gd name="connsiteX9" fmla="*/ 35979 w 82837"/>
                    <a:gd name="connsiteY9" fmla="*/ 31374 h 94425"/>
                    <a:gd name="connsiteX10" fmla="*/ 40432 w 82837"/>
                    <a:gd name="connsiteY10" fmla="*/ 13663 h 94425"/>
                    <a:gd name="connsiteX11" fmla="*/ 40736 w 82837"/>
                    <a:gd name="connsiteY11" fmla="*/ 13663 h 94425"/>
                    <a:gd name="connsiteX12" fmla="*/ 45492 w 82837"/>
                    <a:gd name="connsiteY12" fmla="*/ 31425 h 94425"/>
                    <a:gd name="connsiteX13" fmla="*/ 52931 w 82837"/>
                    <a:gd name="connsiteY13" fmla="*/ 54702 h 94425"/>
                    <a:gd name="connsiteX14" fmla="*/ 28641 w 82837"/>
                    <a:gd name="connsiteY14" fmla="*/ 54702 h 94425"/>
                    <a:gd name="connsiteX15" fmla="*/ 35928 w 82837"/>
                    <a:gd name="connsiteY15" fmla="*/ 31374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grpFill/>
                <a:ln w="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884620B5-7439-9E11-0F3C-D38EF0B85259}"/>
                    </a:ext>
                  </a:extLst>
                </p:cNvPr>
                <p:cNvSpPr/>
                <p:nvPr/>
              </p:nvSpPr>
              <p:spPr>
                <a:xfrm>
                  <a:off x="956906" y="2568157"/>
                  <a:ext cx="61280" cy="97411"/>
                </a:xfrm>
                <a:custGeom>
                  <a:avLst/>
                  <a:gdLst>
                    <a:gd name="connsiteX0" fmla="*/ 26617 w 61280"/>
                    <a:gd name="connsiteY0" fmla="*/ 83141 h 97411"/>
                    <a:gd name="connsiteX1" fmla="*/ 3846 w 61280"/>
                    <a:gd name="connsiteY1" fmla="*/ 77119 h 97411"/>
                    <a:gd name="connsiteX2" fmla="*/ 0 w 61280"/>
                    <a:gd name="connsiteY2" fmla="*/ 91389 h 97411"/>
                    <a:gd name="connsiteX3" fmla="*/ 25504 w 61280"/>
                    <a:gd name="connsiteY3" fmla="*/ 97411 h 97411"/>
                    <a:gd name="connsiteX4" fmla="*/ 61280 w 61280"/>
                    <a:gd name="connsiteY4" fmla="*/ 69023 h 97411"/>
                    <a:gd name="connsiteX5" fmla="*/ 37042 w 61280"/>
                    <a:gd name="connsiteY5" fmla="*/ 40938 h 97411"/>
                    <a:gd name="connsiteX6" fmla="*/ 18976 w 61280"/>
                    <a:gd name="connsiteY6" fmla="*/ 25453 h 97411"/>
                    <a:gd name="connsiteX7" fmla="*/ 34562 w 61280"/>
                    <a:gd name="connsiteY7" fmla="*/ 14068 h 97411"/>
                    <a:gd name="connsiteX8" fmla="*/ 53386 w 61280"/>
                    <a:gd name="connsiteY8" fmla="*/ 18571 h 97411"/>
                    <a:gd name="connsiteX9" fmla="*/ 57536 w 61280"/>
                    <a:gd name="connsiteY9" fmla="*/ 4655 h 97411"/>
                    <a:gd name="connsiteX10" fmla="*/ 34916 w 61280"/>
                    <a:gd name="connsiteY10" fmla="*/ 0 h 97411"/>
                    <a:gd name="connsiteX11" fmla="*/ 1569 w 61280"/>
                    <a:gd name="connsiteY11" fmla="*/ 27123 h 97411"/>
                    <a:gd name="connsiteX12" fmla="*/ 27123 w 61280"/>
                    <a:gd name="connsiteY12" fmla="*/ 54550 h 97411"/>
                    <a:gd name="connsiteX13" fmla="*/ 43822 w 61280"/>
                    <a:gd name="connsiteY13" fmla="*/ 70237 h 97411"/>
                    <a:gd name="connsiteX14" fmla="*/ 26668 w 61280"/>
                    <a:gd name="connsiteY14" fmla="*/ 83141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grpFill/>
                <a:ln w="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54DAAC7A-B43C-46E5-6860-3790382C5837}"/>
                    </a:ext>
                  </a:extLst>
                </p:cNvPr>
                <p:cNvSpPr/>
                <p:nvPr/>
              </p:nvSpPr>
              <p:spPr>
                <a:xfrm>
                  <a:off x="684661"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3B9A379-7EA4-B272-3051-086C1705C02D}"/>
                    </a:ext>
                  </a:extLst>
                </p:cNvPr>
                <p:cNvSpPr/>
                <p:nvPr/>
              </p:nvSpPr>
              <p:spPr>
                <a:xfrm>
                  <a:off x="1173286" y="2569675"/>
                  <a:ext cx="71350" cy="94425"/>
                </a:xfrm>
                <a:custGeom>
                  <a:avLst/>
                  <a:gdLst>
                    <a:gd name="connsiteX0" fmla="*/ 44177 w 71350"/>
                    <a:gd name="connsiteY0" fmla="*/ 94426 h 94425"/>
                    <a:gd name="connsiteX1" fmla="*/ 44177 w 71350"/>
                    <a:gd name="connsiteY1" fmla="*/ 14473 h 94425"/>
                    <a:gd name="connsiteX2" fmla="*/ 71351 w 71350"/>
                    <a:gd name="connsiteY2" fmla="*/ 14473 h 94425"/>
                    <a:gd name="connsiteX3" fmla="*/ 71351 w 71350"/>
                    <a:gd name="connsiteY3" fmla="*/ 0 h 94425"/>
                    <a:gd name="connsiteX4" fmla="*/ 0 w 71350"/>
                    <a:gd name="connsiteY4" fmla="*/ 0 h 94425"/>
                    <a:gd name="connsiteX5" fmla="*/ 0 w 71350"/>
                    <a:gd name="connsiteY5" fmla="*/ 14473 h 94425"/>
                    <a:gd name="connsiteX6" fmla="*/ 26921 w 71350"/>
                    <a:gd name="connsiteY6" fmla="*/ 14473 h 94425"/>
                    <a:gd name="connsiteX7" fmla="*/ 26921 w 71350"/>
                    <a:gd name="connsiteY7" fmla="*/ 94426 h 94425"/>
                    <a:gd name="connsiteX8" fmla="*/ 44177 w 71350"/>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grpFill/>
                <a:ln w="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A173BD-B35F-F550-434E-A21A928F8238}"/>
                    </a:ext>
                  </a:extLst>
                </p:cNvPr>
                <p:cNvSpPr/>
                <p:nvPr/>
              </p:nvSpPr>
              <p:spPr>
                <a:xfrm>
                  <a:off x="1502763" y="2569675"/>
                  <a:ext cx="78384" cy="94476"/>
                </a:xfrm>
                <a:custGeom>
                  <a:avLst/>
                  <a:gdLst>
                    <a:gd name="connsiteX0" fmla="*/ 58953 w 78384"/>
                    <a:gd name="connsiteY0" fmla="*/ 0 h 94476"/>
                    <a:gd name="connsiteX1" fmla="*/ 47618 w 78384"/>
                    <a:gd name="connsiteY1" fmla="*/ 24188 h 94476"/>
                    <a:gd name="connsiteX2" fmla="*/ 39470 w 78384"/>
                    <a:gd name="connsiteY2" fmla="*/ 42962 h 94476"/>
                    <a:gd name="connsiteX3" fmla="*/ 39167 w 78384"/>
                    <a:gd name="connsiteY3" fmla="*/ 42962 h 94476"/>
                    <a:gd name="connsiteX4" fmla="*/ 30918 w 78384"/>
                    <a:gd name="connsiteY4" fmla="*/ 24239 h 94476"/>
                    <a:gd name="connsiteX5" fmla="*/ 19685 w 78384"/>
                    <a:gd name="connsiteY5" fmla="*/ 0 h 94476"/>
                    <a:gd name="connsiteX6" fmla="*/ 0 w 78384"/>
                    <a:gd name="connsiteY6" fmla="*/ 0 h 94476"/>
                    <a:gd name="connsiteX7" fmla="*/ 29805 w 78384"/>
                    <a:gd name="connsiteY7" fmla="*/ 55157 h 94476"/>
                    <a:gd name="connsiteX8" fmla="*/ 29805 w 78384"/>
                    <a:gd name="connsiteY8" fmla="*/ 94476 h 94476"/>
                    <a:gd name="connsiteX9" fmla="*/ 47061 w 78384"/>
                    <a:gd name="connsiteY9" fmla="*/ 94476 h 94476"/>
                    <a:gd name="connsiteX10" fmla="*/ 47061 w 78384"/>
                    <a:gd name="connsiteY10" fmla="*/ 54702 h 94476"/>
                    <a:gd name="connsiteX11" fmla="*/ 78384 w 78384"/>
                    <a:gd name="connsiteY11" fmla="*/ 51 h 94476"/>
                    <a:gd name="connsiteX12" fmla="*/ 58953 w 78384"/>
                    <a:gd name="connsiteY12"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grpFill/>
                <a:ln w="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44C8347-BB78-5DD5-537A-B4C6D847A549}"/>
                    </a:ext>
                  </a:extLst>
                </p:cNvPr>
                <p:cNvSpPr/>
                <p:nvPr/>
              </p:nvSpPr>
              <p:spPr>
                <a:xfrm>
                  <a:off x="763045" y="2568106"/>
                  <a:ext cx="88656" cy="97562"/>
                </a:xfrm>
                <a:custGeom>
                  <a:avLst/>
                  <a:gdLst>
                    <a:gd name="connsiteX0" fmla="*/ 44936 w 88656"/>
                    <a:gd name="connsiteY0" fmla="*/ 0 h 97562"/>
                    <a:gd name="connsiteX1" fmla="*/ 0 w 88656"/>
                    <a:gd name="connsiteY1" fmla="*/ 49490 h 97562"/>
                    <a:gd name="connsiteX2" fmla="*/ 43519 w 88656"/>
                    <a:gd name="connsiteY2" fmla="*/ 97563 h 97562"/>
                    <a:gd name="connsiteX3" fmla="*/ 43671 w 88656"/>
                    <a:gd name="connsiteY3" fmla="*/ 97563 h 97562"/>
                    <a:gd name="connsiteX4" fmla="*/ 88657 w 88656"/>
                    <a:gd name="connsiteY4" fmla="*/ 47820 h 97562"/>
                    <a:gd name="connsiteX5" fmla="*/ 44936 w 88656"/>
                    <a:gd name="connsiteY5" fmla="*/ 0 h 97562"/>
                    <a:gd name="connsiteX6" fmla="*/ 44278 w 88656"/>
                    <a:gd name="connsiteY6" fmla="*/ 83748 h 97562"/>
                    <a:gd name="connsiteX7" fmla="*/ 44126 w 88656"/>
                    <a:gd name="connsiteY7" fmla="*/ 83748 h 97562"/>
                    <a:gd name="connsiteX8" fmla="*/ 18065 w 88656"/>
                    <a:gd name="connsiteY8" fmla="*/ 49085 h 97562"/>
                    <a:gd name="connsiteX9" fmla="*/ 44278 w 88656"/>
                    <a:gd name="connsiteY9" fmla="*/ 13815 h 97562"/>
                    <a:gd name="connsiteX10" fmla="*/ 70288 w 88656"/>
                    <a:gd name="connsiteY10" fmla="*/ 48478 h 97562"/>
                    <a:gd name="connsiteX11" fmla="*/ 44227 w 88656"/>
                    <a:gd name="connsiteY11" fmla="*/ 83748 h 97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grpFill/>
                <a:ln w="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BCDB9967-7651-FD33-40ED-5B17BCC9256E}"/>
                    </a:ext>
                  </a:extLst>
                </p:cNvPr>
                <p:cNvSpPr/>
                <p:nvPr/>
              </p:nvSpPr>
              <p:spPr>
                <a:xfrm>
                  <a:off x="1423923"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5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E1B1D7FF-D2A0-B5CF-4D2D-F9D9E471DE84}"/>
                    </a:ext>
                  </a:extLst>
                </p:cNvPr>
                <p:cNvSpPr/>
                <p:nvPr/>
              </p:nvSpPr>
              <p:spPr>
                <a:xfrm>
                  <a:off x="1126832" y="2569675"/>
                  <a:ext cx="56017" cy="94425"/>
                </a:xfrm>
                <a:custGeom>
                  <a:avLst/>
                  <a:gdLst>
                    <a:gd name="connsiteX0" fmla="*/ 17205 w 56017"/>
                    <a:gd name="connsiteY0" fmla="*/ 0 h 94425"/>
                    <a:gd name="connsiteX1" fmla="*/ 0 w 56017"/>
                    <a:gd name="connsiteY1" fmla="*/ 0 h 94425"/>
                    <a:gd name="connsiteX2" fmla="*/ 0 w 56017"/>
                    <a:gd name="connsiteY2" fmla="*/ 94426 h 94425"/>
                    <a:gd name="connsiteX3" fmla="*/ 56018 w 56017"/>
                    <a:gd name="connsiteY3" fmla="*/ 94426 h 94425"/>
                    <a:gd name="connsiteX4" fmla="*/ 56018 w 56017"/>
                    <a:gd name="connsiteY4" fmla="*/ 79953 h 94425"/>
                    <a:gd name="connsiteX5" fmla="*/ 17205 w 56017"/>
                    <a:gd name="connsiteY5" fmla="*/ 79953 h 94425"/>
                    <a:gd name="connsiteX6" fmla="*/ 17205 w 56017"/>
                    <a:gd name="connsiteY6" fmla="*/ 0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17" h="94425">
                      <a:moveTo>
                        <a:pt x="17205" y="0"/>
                      </a:moveTo>
                      <a:lnTo>
                        <a:pt x="0" y="0"/>
                      </a:lnTo>
                      <a:lnTo>
                        <a:pt x="0" y="94426"/>
                      </a:lnTo>
                      <a:lnTo>
                        <a:pt x="56018" y="94426"/>
                      </a:lnTo>
                      <a:lnTo>
                        <a:pt x="56018" y="79953"/>
                      </a:lnTo>
                      <a:lnTo>
                        <a:pt x="17205" y="79953"/>
                      </a:lnTo>
                      <a:lnTo>
                        <a:pt x="17205" y="0"/>
                      </a:lnTo>
                      <a:close/>
                    </a:path>
                  </a:pathLst>
                </a:custGeom>
                <a:grpFill/>
                <a:ln w="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BFD47FD3-8C41-AB29-4014-B2CF56A5F8AC}"/>
                    </a:ext>
                  </a:extLst>
                </p:cNvPr>
                <p:cNvSpPr/>
                <p:nvPr/>
              </p:nvSpPr>
              <p:spPr>
                <a:xfrm>
                  <a:off x="1033469" y="2569675"/>
                  <a:ext cx="73728" cy="95994"/>
                </a:xfrm>
                <a:custGeom>
                  <a:avLst/>
                  <a:gdLst>
                    <a:gd name="connsiteX0" fmla="*/ 73729 w 73728"/>
                    <a:gd name="connsiteY0" fmla="*/ 53943 h 95994"/>
                    <a:gd name="connsiteX1" fmla="*/ 73729 w 73728"/>
                    <a:gd name="connsiteY1" fmla="*/ 0 h 95994"/>
                    <a:gd name="connsiteX2" fmla="*/ 56473 w 73728"/>
                    <a:gd name="connsiteY2" fmla="*/ 0 h 95994"/>
                    <a:gd name="connsiteX3" fmla="*/ 56473 w 73728"/>
                    <a:gd name="connsiteY3" fmla="*/ 55056 h 95994"/>
                    <a:gd name="connsiteX4" fmla="*/ 36586 w 73728"/>
                    <a:gd name="connsiteY4" fmla="*/ 82078 h 95994"/>
                    <a:gd name="connsiteX5" fmla="*/ 17256 w 73728"/>
                    <a:gd name="connsiteY5" fmla="*/ 55056 h 95994"/>
                    <a:gd name="connsiteX6" fmla="*/ 17256 w 73728"/>
                    <a:gd name="connsiteY6" fmla="*/ 0 h 95994"/>
                    <a:gd name="connsiteX7" fmla="*/ 0 w 73728"/>
                    <a:gd name="connsiteY7" fmla="*/ 0 h 95994"/>
                    <a:gd name="connsiteX8" fmla="*/ 0 w 73728"/>
                    <a:gd name="connsiteY8" fmla="*/ 54044 h 95994"/>
                    <a:gd name="connsiteX9" fmla="*/ 35928 w 73728"/>
                    <a:gd name="connsiteY9" fmla="*/ 95994 h 95994"/>
                    <a:gd name="connsiteX10" fmla="*/ 73678 w 73728"/>
                    <a:gd name="connsiteY10" fmla="*/ 53943 h 95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grpFill/>
                <a:ln w="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2181DEC8-92DE-0E8D-18A5-D0C37057E3FB}"/>
                    </a:ext>
                  </a:extLst>
                </p:cNvPr>
                <p:cNvSpPr/>
                <p:nvPr/>
              </p:nvSpPr>
              <p:spPr>
                <a:xfrm>
                  <a:off x="866428" y="2569675"/>
                  <a:ext cx="74892" cy="94476"/>
                </a:xfrm>
                <a:custGeom>
                  <a:avLst/>
                  <a:gdLst>
                    <a:gd name="connsiteX0" fmla="*/ 74842 w 74892"/>
                    <a:gd name="connsiteY0" fmla="*/ 0 h 94476"/>
                    <a:gd name="connsiteX1" fmla="*/ 58902 w 74892"/>
                    <a:gd name="connsiteY1" fmla="*/ 0 h 94476"/>
                    <a:gd name="connsiteX2" fmla="*/ 58902 w 74892"/>
                    <a:gd name="connsiteY2" fmla="*/ 32943 h 94476"/>
                    <a:gd name="connsiteX3" fmla="*/ 60420 w 74892"/>
                    <a:gd name="connsiteY3" fmla="*/ 72110 h 94476"/>
                    <a:gd name="connsiteX4" fmla="*/ 60117 w 74892"/>
                    <a:gd name="connsiteY4" fmla="*/ 72211 h 94476"/>
                    <a:gd name="connsiteX5" fmla="*/ 44075 w 74892"/>
                    <a:gd name="connsiteY5" fmla="*/ 40584 h 94476"/>
                    <a:gd name="connsiteX6" fmla="*/ 19685 w 74892"/>
                    <a:gd name="connsiteY6" fmla="*/ 51 h 94476"/>
                    <a:gd name="connsiteX7" fmla="*/ 0 w 74892"/>
                    <a:gd name="connsiteY7" fmla="*/ 51 h 94476"/>
                    <a:gd name="connsiteX8" fmla="*/ 0 w 74892"/>
                    <a:gd name="connsiteY8" fmla="*/ 94476 h 94476"/>
                    <a:gd name="connsiteX9" fmla="*/ 15940 w 74892"/>
                    <a:gd name="connsiteY9" fmla="*/ 94476 h 94476"/>
                    <a:gd name="connsiteX10" fmla="*/ 15940 w 74892"/>
                    <a:gd name="connsiteY10" fmla="*/ 60673 h 94476"/>
                    <a:gd name="connsiteX11" fmla="*/ 15029 w 74892"/>
                    <a:gd name="connsiteY11" fmla="*/ 20444 h 94476"/>
                    <a:gd name="connsiteX12" fmla="*/ 15485 w 74892"/>
                    <a:gd name="connsiteY12" fmla="*/ 20342 h 94476"/>
                    <a:gd name="connsiteX13" fmla="*/ 32386 w 74892"/>
                    <a:gd name="connsiteY13" fmla="*/ 52931 h 94476"/>
                    <a:gd name="connsiteX14" fmla="*/ 57030 w 74892"/>
                    <a:gd name="connsiteY14" fmla="*/ 94476 h 94476"/>
                    <a:gd name="connsiteX15" fmla="*/ 74893 w 74892"/>
                    <a:gd name="connsiteY15" fmla="*/ 94476 h 94476"/>
                    <a:gd name="connsiteX16" fmla="*/ 74893 w 74892"/>
                    <a:gd name="connsiteY16"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grpFill/>
                <a:ln w="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025F5A4C-C1E9-F793-B211-C75B1785DDE8}"/>
                    </a:ext>
                  </a:extLst>
                </p:cNvPr>
                <p:cNvSpPr/>
                <p:nvPr/>
              </p:nvSpPr>
              <p:spPr>
                <a:xfrm>
                  <a:off x="997743" y="2711313"/>
                  <a:ext cx="17205" cy="94425"/>
                </a:xfrm>
                <a:custGeom>
                  <a:avLst/>
                  <a:gdLst>
                    <a:gd name="connsiteX0" fmla="*/ 0 w 17205"/>
                    <a:gd name="connsiteY0" fmla="*/ 0 h 94425"/>
                    <a:gd name="connsiteX1" fmla="*/ 17205 w 17205"/>
                    <a:gd name="connsiteY1" fmla="*/ 0 h 94425"/>
                    <a:gd name="connsiteX2" fmla="*/ 17205 w 17205"/>
                    <a:gd name="connsiteY2" fmla="*/ 94426 h 94425"/>
                    <a:gd name="connsiteX3" fmla="*/ 0 w 17205"/>
                    <a:gd name="connsiteY3" fmla="*/ 94426 h 94425"/>
                  </a:gdLst>
                  <a:ahLst/>
                  <a:cxnLst>
                    <a:cxn ang="0">
                      <a:pos x="connsiteX0" y="connsiteY0"/>
                    </a:cxn>
                    <a:cxn ang="0">
                      <a:pos x="connsiteX1" y="connsiteY1"/>
                    </a:cxn>
                    <a:cxn ang="0">
                      <a:pos x="connsiteX2" y="connsiteY2"/>
                    </a:cxn>
                    <a:cxn ang="0">
                      <a:pos x="connsiteX3" y="connsiteY3"/>
                    </a:cxn>
                  </a:cxnLst>
                  <a:rect l="l" t="t" r="r" b="b"/>
                  <a:pathLst>
                    <a:path w="17205" h="94425">
                      <a:moveTo>
                        <a:pt x="0" y="0"/>
                      </a:moveTo>
                      <a:lnTo>
                        <a:pt x="17205" y="0"/>
                      </a:lnTo>
                      <a:lnTo>
                        <a:pt x="17205" y="94426"/>
                      </a:lnTo>
                      <a:lnTo>
                        <a:pt x="0" y="94426"/>
                      </a:lnTo>
                      <a:close/>
                    </a:path>
                  </a:pathLst>
                </a:custGeom>
                <a:grpFill/>
                <a:ln w="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F77E86D8-3A6A-6986-BD21-6675587F06FB}"/>
                    </a:ext>
                  </a:extLst>
                </p:cNvPr>
                <p:cNvSpPr/>
                <p:nvPr/>
              </p:nvSpPr>
              <p:spPr>
                <a:xfrm>
                  <a:off x="833536" y="2711262"/>
                  <a:ext cx="66239" cy="94476"/>
                </a:xfrm>
                <a:custGeom>
                  <a:avLst/>
                  <a:gdLst>
                    <a:gd name="connsiteX0" fmla="*/ 45796 w 66239"/>
                    <a:gd name="connsiteY0" fmla="*/ 50198 h 94476"/>
                    <a:gd name="connsiteX1" fmla="*/ 45796 w 66239"/>
                    <a:gd name="connsiteY1" fmla="*/ 49794 h 94476"/>
                    <a:gd name="connsiteX2" fmla="*/ 62799 w 66239"/>
                    <a:gd name="connsiteY2" fmla="*/ 26364 h 94476"/>
                    <a:gd name="connsiteX3" fmla="*/ 54753 w 66239"/>
                    <a:gd name="connsiteY3" fmla="*/ 7540 h 94476"/>
                    <a:gd name="connsiteX4" fmla="*/ 25909 w 66239"/>
                    <a:gd name="connsiteY4" fmla="*/ 0 h 94476"/>
                    <a:gd name="connsiteX5" fmla="*/ 0 w 66239"/>
                    <a:gd name="connsiteY5" fmla="*/ 2024 h 94476"/>
                    <a:gd name="connsiteX6" fmla="*/ 0 w 66239"/>
                    <a:gd name="connsiteY6" fmla="*/ 94476 h 94476"/>
                    <a:gd name="connsiteX7" fmla="*/ 16952 w 66239"/>
                    <a:gd name="connsiteY7" fmla="*/ 94476 h 94476"/>
                    <a:gd name="connsiteX8" fmla="*/ 16952 w 66239"/>
                    <a:gd name="connsiteY8" fmla="*/ 55967 h 94476"/>
                    <a:gd name="connsiteX9" fmla="*/ 25555 w 66239"/>
                    <a:gd name="connsiteY9" fmla="*/ 55967 h 94476"/>
                    <a:gd name="connsiteX10" fmla="*/ 42406 w 66239"/>
                    <a:gd name="connsiteY10" fmla="*/ 72363 h 94476"/>
                    <a:gd name="connsiteX11" fmla="*/ 48680 w 66239"/>
                    <a:gd name="connsiteY11" fmla="*/ 94476 h 94476"/>
                    <a:gd name="connsiteX12" fmla="*/ 66240 w 66239"/>
                    <a:gd name="connsiteY12" fmla="*/ 94476 h 94476"/>
                    <a:gd name="connsiteX13" fmla="*/ 58852 w 66239"/>
                    <a:gd name="connsiteY13" fmla="*/ 68365 h 94476"/>
                    <a:gd name="connsiteX14" fmla="*/ 45796 w 66239"/>
                    <a:gd name="connsiteY14" fmla="*/ 50249 h 94476"/>
                    <a:gd name="connsiteX15" fmla="*/ 27022 w 66239"/>
                    <a:gd name="connsiteY15" fmla="*/ 43367 h 94476"/>
                    <a:gd name="connsiteX16" fmla="*/ 16901 w 66239"/>
                    <a:gd name="connsiteY16" fmla="*/ 43367 h 94476"/>
                    <a:gd name="connsiteX17" fmla="*/ 16901 w 66239"/>
                    <a:gd name="connsiteY17" fmla="*/ 13764 h 94476"/>
                    <a:gd name="connsiteX18" fmla="*/ 27528 w 66239"/>
                    <a:gd name="connsiteY18" fmla="*/ 12904 h 94476"/>
                    <a:gd name="connsiteX19" fmla="*/ 45745 w 66239"/>
                    <a:gd name="connsiteY19" fmla="*/ 27933 h 94476"/>
                    <a:gd name="connsiteX20" fmla="*/ 27022 w 66239"/>
                    <a:gd name="connsiteY20" fmla="*/ 43367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grp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EE2389B6-3FC7-B6A4-A70B-6E8C5195C1F1}"/>
                    </a:ext>
                  </a:extLst>
                </p:cNvPr>
                <p:cNvSpPr/>
                <p:nvPr/>
              </p:nvSpPr>
              <p:spPr>
                <a:xfrm>
                  <a:off x="904835" y="2711313"/>
                  <a:ext cx="82837" cy="94425"/>
                </a:xfrm>
                <a:custGeom>
                  <a:avLst/>
                  <a:gdLst>
                    <a:gd name="connsiteX0" fmla="*/ 50704 w 82837"/>
                    <a:gd name="connsiteY0" fmla="*/ 43215 h 94425"/>
                    <a:gd name="connsiteX1" fmla="*/ 41140 w 82837"/>
                    <a:gd name="connsiteY1" fmla="*/ 77372 h 94425"/>
                    <a:gd name="connsiteX2" fmla="*/ 40837 w 82837"/>
                    <a:gd name="connsiteY2" fmla="*/ 77372 h 94425"/>
                    <a:gd name="connsiteX3" fmla="*/ 31627 w 82837"/>
                    <a:gd name="connsiteY3" fmla="*/ 42962 h 94425"/>
                    <a:gd name="connsiteX4" fmla="*/ 18774 w 82837"/>
                    <a:gd name="connsiteY4" fmla="*/ 0 h 94425"/>
                    <a:gd name="connsiteX5" fmla="*/ 0 w 82837"/>
                    <a:gd name="connsiteY5" fmla="*/ 0 h 94425"/>
                    <a:gd name="connsiteX6" fmla="*/ 30514 w 82837"/>
                    <a:gd name="connsiteY6" fmla="*/ 94426 h 94425"/>
                    <a:gd name="connsiteX7" fmla="*/ 50249 w 82837"/>
                    <a:gd name="connsiteY7" fmla="*/ 94426 h 94425"/>
                    <a:gd name="connsiteX8" fmla="*/ 82837 w 82837"/>
                    <a:gd name="connsiteY8" fmla="*/ 0 h 94425"/>
                    <a:gd name="connsiteX9" fmla="*/ 64519 w 82837"/>
                    <a:gd name="connsiteY9" fmla="*/ 0 h 94425"/>
                    <a:gd name="connsiteX10" fmla="*/ 50755 w 82837"/>
                    <a:gd name="connsiteY10" fmla="*/ 43215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grpFill/>
                <a:ln w="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E8305D0C-D65E-A011-D438-8031F0150AA6}"/>
                    </a:ext>
                  </a:extLst>
                </p:cNvPr>
                <p:cNvSpPr/>
                <p:nvPr/>
              </p:nvSpPr>
              <p:spPr>
                <a:xfrm>
                  <a:off x="1116964" y="2711313"/>
                  <a:ext cx="56979" cy="94425"/>
                </a:xfrm>
                <a:custGeom>
                  <a:avLst/>
                  <a:gdLst>
                    <a:gd name="connsiteX0" fmla="*/ 17205 w 56979"/>
                    <a:gd name="connsiteY0" fmla="*/ 52526 h 94425"/>
                    <a:gd name="connsiteX1" fmla="*/ 52779 w 56979"/>
                    <a:gd name="connsiteY1" fmla="*/ 52526 h 94425"/>
                    <a:gd name="connsiteX2" fmla="*/ 52779 w 56979"/>
                    <a:gd name="connsiteY2" fmla="*/ 38458 h 94425"/>
                    <a:gd name="connsiteX3" fmla="*/ 17205 w 56979"/>
                    <a:gd name="connsiteY3" fmla="*/ 38458 h 94425"/>
                    <a:gd name="connsiteX4" fmla="*/ 17205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05 w 56979"/>
                    <a:gd name="connsiteY11" fmla="*/ 80257 h 94425"/>
                    <a:gd name="connsiteX12" fmla="*/ 17205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grpFill/>
                <a:ln w="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29F9E58C-3C1A-3AA4-F7A7-BD5F44A4DA1F}"/>
                    </a:ext>
                  </a:extLst>
                </p:cNvPr>
                <p:cNvSpPr/>
                <p:nvPr/>
              </p:nvSpPr>
              <p:spPr>
                <a:xfrm>
                  <a:off x="1029724" y="2709846"/>
                  <a:ext cx="73374" cy="97411"/>
                </a:xfrm>
                <a:custGeom>
                  <a:avLst/>
                  <a:gdLst>
                    <a:gd name="connsiteX0" fmla="*/ 51261 w 73374"/>
                    <a:gd name="connsiteY0" fmla="*/ 14219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19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grpFill/>
                <a:ln w="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23EFE9CA-11E3-EADA-441F-24B2B6E38AEF}"/>
                    </a:ext>
                  </a:extLst>
                </p:cNvPr>
                <p:cNvSpPr/>
                <p:nvPr/>
              </p:nvSpPr>
              <p:spPr>
                <a:xfrm>
                  <a:off x="684712"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C02EADE3-B10D-BE63-D2EB-D7E810DC357C}"/>
                    </a:ext>
                  </a:extLst>
                </p:cNvPr>
                <p:cNvSpPr/>
                <p:nvPr/>
              </p:nvSpPr>
              <p:spPr>
                <a:xfrm>
                  <a:off x="761426" y="2711313"/>
                  <a:ext cx="56979" cy="94425"/>
                </a:xfrm>
                <a:custGeom>
                  <a:avLst/>
                  <a:gdLst>
                    <a:gd name="connsiteX0" fmla="*/ 17256 w 56979"/>
                    <a:gd name="connsiteY0" fmla="*/ 52526 h 94425"/>
                    <a:gd name="connsiteX1" fmla="*/ 52779 w 56979"/>
                    <a:gd name="connsiteY1" fmla="*/ 52526 h 94425"/>
                    <a:gd name="connsiteX2" fmla="*/ 52779 w 56979"/>
                    <a:gd name="connsiteY2" fmla="*/ 38458 h 94425"/>
                    <a:gd name="connsiteX3" fmla="*/ 17256 w 56979"/>
                    <a:gd name="connsiteY3" fmla="*/ 38458 h 94425"/>
                    <a:gd name="connsiteX4" fmla="*/ 17256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56 w 56979"/>
                    <a:gd name="connsiteY11" fmla="*/ 80257 h 94425"/>
                    <a:gd name="connsiteX12" fmla="*/ 17256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grpFill/>
                <a:ln w="0"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D1D7AF11-ABA2-8706-4F81-AA276C806566}"/>
                    </a:ext>
                  </a:extLst>
                </p:cNvPr>
                <p:cNvSpPr/>
                <p:nvPr/>
              </p:nvSpPr>
              <p:spPr>
                <a:xfrm>
                  <a:off x="1184874"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grpSp>
        </p:grpSp>
        <p:grpSp>
          <p:nvGrpSpPr>
            <p:cNvPr id="9" name="Graphic 8">
              <a:extLst>
                <a:ext uri="{FF2B5EF4-FFF2-40B4-BE49-F238E27FC236}">
                  <a16:creationId xmlns:a16="http://schemas.microsoft.com/office/drawing/2014/main" id="{94FF046B-9556-054B-BA86-D7F768A06322}"/>
                </a:ext>
              </a:extLst>
            </p:cNvPr>
            <p:cNvGrpSpPr/>
            <p:nvPr/>
          </p:nvGrpSpPr>
          <p:grpSpPr>
            <a:xfrm>
              <a:off x="8352719" y="159185"/>
              <a:ext cx="509877" cy="453727"/>
              <a:chOff x="8599610" y="2333965"/>
              <a:chExt cx="542618" cy="474759"/>
            </a:xfrm>
            <a:grpFill/>
          </p:grpSpPr>
          <p:sp>
            <p:nvSpPr>
              <p:cNvPr id="10" name="Freeform: Shape 9">
                <a:extLst>
                  <a:ext uri="{FF2B5EF4-FFF2-40B4-BE49-F238E27FC236}">
                    <a16:creationId xmlns:a16="http://schemas.microsoft.com/office/drawing/2014/main" id="{0DE61E86-8661-D2D4-5FEC-59588A6BEB9B}"/>
                  </a:ext>
                </a:extLst>
              </p:cNvPr>
              <p:cNvSpPr/>
              <p:nvPr/>
            </p:nvSpPr>
            <p:spPr>
              <a:xfrm>
                <a:off x="859961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160 w 130657"/>
                  <a:gd name="connsiteY3" fmla="*/ 39723 h 135211"/>
                  <a:gd name="connsiteX4" fmla="*/ 93160 w 130657"/>
                  <a:gd name="connsiteY4" fmla="*/ 135212 h 135211"/>
                  <a:gd name="connsiteX5" fmla="*/ 38711 w 130657"/>
                  <a:gd name="connsiteY5" fmla="*/ 135212 h 135211"/>
                  <a:gd name="connsiteX6" fmla="*/ 38711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grpFill/>
              <a:ln w="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1E68537-AABB-D39B-9699-34F3CFEFEDCF}"/>
                  </a:ext>
                </a:extLst>
              </p:cNvPr>
              <p:cNvSpPr/>
              <p:nvPr/>
            </p:nvSpPr>
            <p:spPr>
              <a:xfrm>
                <a:off x="8716605" y="2673513"/>
                <a:ext cx="160563" cy="135211"/>
              </a:xfrm>
              <a:custGeom>
                <a:avLst/>
                <a:gdLst>
                  <a:gd name="connsiteX0" fmla="*/ 79801 w 160563"/>
                  <a:gd name="connsiteY0" fmla="*/ 54651 h 135211"/>
                  <a:gd name="connsiteX1" fmla="*/ 52324 w 160563"/>
                  <a:gd name="connsiteY1" fmla="*/ 135212 h 135211"/>
                  <a:gd name="connsiteX2" fmla="*/ 0 w 160563"/>
                  <a:gd name="connsiteY2" fmla="*/ 135212 h 135211"/>
                  <a:gd name="connsiteX3" fmla="*/ 51312 w 160563"/>
                  <a:gd name="connsiteY3" fmla="*/ 0 h 135211"/>
                  <a:gd name="connsiteX4" fmla="*/ 108088 w 160563"/>
                  <a:gd name="connsiteY4" fmla="*/ 0 h 135211"/>
                  <a:gd name="connsiteX5" fmla="*/ 160564 w 160563"/>
                  <a:gd name="connsiteY5" fmla="*/ 135212 h 135211"/>
                  <a:gd name="connsiteX6" fmla="*/ 107633 w 160563"/>
                  <a:gd name="connsiteY6" fmla="*/ 135212 h 135211"/>
                  <a:gd name="connsiteX7" fmla="*/ 79801 w 16056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grpFill/>
              <a:ln w="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CB54FBB-A35D-AE5D-AC63-F6D6A51808E8}"/>
                  </a:ext>
                </a:extLst>
              </p:cNvPr>
              <p:cNvSpPr/>
              <p:nvPr/>
            </p:nvSpPr>
            <p:spPr>
              <a:xfrm>
                <a:off x="886467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211 w 130657"/>
                  <a:gd name="connsiteY3" fmla="*/ 39723 h 135211"/>
                  <a:gd name="connsiteX4" fmla="*/ 93211 w 130657"/>
                  <a:gd name="connsiteY4" fmla="*/ 135212 h 135211"/>
                  <a:gd name="connsiteX5" fmla="*/ 38762 w 130657"/>
                  <a:gd name="connsiteY5" fmla="*/ 135212 h 135211"/>
                  <a:gd name="connsiteX6" fmla="*/ 38762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grpFill/>
              <a:ln w="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17376F5F-70C3-3289-6902-5EF85DC967A7}"/>
                  </a:ext>
                </a:extLst>
              </p:cNvPr>
              <p:cNvSpPr/>
              <p:nvPr/>
            </p:nvSpPr>
            <p:spPr>
              <a:xfrm>
                <a:off x="8981715" y="2673513"/>
                <a:ext cx="160513" cy="135211"/>
              </a:xfrm>
              <a:custGeom>
                <a:avLst/>
                <a:gdLst>
                  <a:gd name="connsiteX0" fmla="*/ 79750 w 160513"/>
                  <a:gd name="connsiteY0" fmla="*/ 54651 h 135211"/>
                  <a:gd name="connsiteX1" fmla="*/ 52273 w 160513"/>
                  <a:gd name="connsiteY1" fmla="*/ 135212 h 135211"/>
                  <a:gd name="connsiteX2" fmla="*/ 0 w 160513"/>
                  <a:gd name="connsiteY2" fmla="*/ 135212 h 135211"/>
                  <a:gd name="connsiteX3" fmla="*/ 51261 w 160513"/>
                  <a:gd name="connsiteY3" fmla="*/ 0 h 135211"/>
                  <a:gd name="connsiteX4" fmla="*/ 108038 w 160513"/>
                  <a:gd name="connsiteY4" fmla="*/ 0 h 135211"/>
                  <a:gd name="connsiteX5" fmla="*/ 160513 w 160513"/>
                  <a:gd name="connsiteY5" fmla="*/ 135212 h 135211"/>
                  <a:gd name="connsiteX6" fmla="*/ 107633 w 160513"/>
                  <a:gd name="connsiteY6" fmla="*/ 135212 h 135211"/>
                  <a:gd name="connsiteX7" fmla="*/ 79750 w 16051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grpFill/>
              <a:ln w="0"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E4819B01-8152-11FA-B64D-F94A3D5E8BE8}"/>
                  </a:ext>
                </a:extLst>
              </p:cNvPr>
              <p:cNvSpPr/>
              <p:nvPr/>
            </p:nvSpPr>
            <p:spPr>
              <a:xfrm>
                <a:off x="8678855" y="2333965"/>
                <a:ext cx="384685" cy="271536"/>
              </a:xfrm>
              <a:custGeom>
                <a:avLst/>
                <a:gdLst>
                  <a:gd name="connsiteX0" fmla="*/ 384584 w 384685"/>
                  <a:gd name="connsiteY0" fmla="*/ 91086 h 271536"/>
                  <a:gd name="connsiteX1" fmla="*/ 365305 w 384685"/>
                  <a:gd name="connsiteY1" fmla="*/ 63709 h 271536"/>
                  <a:gd name="connsiteX2" fmla="*/ 292032 w 384685"/>
                  <a:gd name="connsiteY2" fmla="*/ 17104 h 271536"/>
                  <a:gd name="connsiteX3" fmla="*/ 192292 w 384685"/>
                  <a:gd name="connsiteY3" fmla="*/ 0 h 271536"/>
                  <a:gd name="connsiteX4" fmla="*/ 92553 w 384685"/>
                  <a:gd name="connsiteY4" fmla="*/ 17104 h 271536"/>
                  <a:gd name="connsiteX5" fmla="*/ 19280 w 384685"/>
                  <a:gd name="connsiteY5" fmla="*/ 63709 h 271536"/>
                  <a:gd name="connsiteX6" fmla="*/ 0 w 384685"/>
                  <a:gd name="connsiteY6" fmla="*/ 91136 h 271536"/>
                  <a:gd name="connsiteX7" fmla="*/ 167800 w 384685"/>
                  <a:gd name="connsiteY7" fmla="*/ 67909 h 271536"/>
                  <a:gd name="connsiteX8" fmla="*/ 180603 w 384685"/>
                  <a:gd name="connsiteY8" fmla="*/ 73122 h 271536"/>
                  <a:gd name="connsiteX9" fmla="*/ 183589 w 384685"/>
                  <a:gd name="connsiteY9" fmla="*/ 98879 h 271536"/>
                  <a:gd name="connsiteX10" fmla="*/ 181818 w 384685"/>
                  <a:gd name="connsiteY10" fmla="*/ 271334 h 271536"/>
                  <a:gd name="connsiteX11" fmla="*/ 192343 w 384685"/>
                  <a:gd name="connsiteY11" fmla="*/ 271537 h 271536"/>
                  <a:gd name="connsiteX12" fmla="*/ 202919 w 384685"/>
                  <a:gd name="connsiteY12" fmla="*/ 271334 h 271536"/>
                  <a:gd name="connsiteX13" fmla="*/ 201148 w 384685"/>
                  <a:gd name="connsiteY13" fmla="*/ 98879 h 271536"/>
                  <a:gd name="connsiteX14" fmla="*/ 204134 w 384685"/>
                  <a:gd name="connsiteY14" fmla="*/ 73122 h 271536"/>
                  <a:gd name="connsiteX15" fmla="*/ 216936 w 384685"/>
                  <a:gd name="connsiteY15" fmla="*/ 67909 h 271536"/>
                  <a:gd name="connsiteX16" fmla="*/ 384686 w 384685"/>
                  <a:gd name="connsiteY16" fmla="*/ 91086 h 27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grp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ADDF2D3D-B16A-0AA4-382C-F3DEE2B9D1F1}"/>
                  </a:ext>
                </a:extLst>
              </p:cNvPr>
              <p:cNvSpPr/>
              <p:nvPr/>
            </p:nvSpPr>
            <p:spPr>
              <a:xfrm>
                <a:off x="8907519" y="2429876"/>
                <a:ext cx="166901" cy="168288"/>
              </a:xfrm>
              <a:custGeom>
                <a:avLst/>
                <a:gdLst>
                  <a:gd name="connsiteX0" fmla="*/ 164219 w 166901"/>
                  <a:gd name="connsiteY0" fmla="*/ 17592 h 168288"/>
                  <a:gd name="connsiteX1" fmla="*/ 31284 w 166901"/>
                  <a:gd name="connsiteY1" fmla="*/ 184 h 168288"/>
                  <a:gd name="connsiteX2" fmla="*/ 1328 w 166901"/>
                  <a:gd name="connsiteY2" fmla="*/ 32469 h 168288"/>
                  <a:gd name="connsiteX3" fmla="*/ 2137 w 166901"/>
                  <a:gd name="connsiteY3" fmla="*/ 37530 h 168288"/>
                  <a:gd name="connsiteX4" fmla="*/ 29210 w 166901"/>
                  <a:gd name="connsiteY4" fmla="*/ 168288 h 168288"/>
                  <a:gd name="connsiteX5" fmla="*/ 166901 w 166901"/>
                  <a:gd name="connsiteY5" fmla="*/ 39807 h 168288"/>
                  <a:gd name="connsiteX6" fmla="*/ 164219 w 166901"/>
                  <a:gd name="connsiteY6" fmla="*/ 17592 h 16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grpFill/>
              <a:ln w="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239725B3-21C7-8D04-5B63-51FA8A69FD17}"/>
                  </a:ext>
                </a:extLst>
              </p:cNvPr>
              <p:cNvSpPr/>
              <p:nvPr/>
            </p:nvSpPr>
            <p:spPr>
              <a:xfrm>
                <a:off x="8667823" y="2429927"/>
                <a:ext cx="166901" cy="168389"/>
              </a:xfrm>
              <a:custGeom>
                <a:avLst/>
                <a:gdLst>
                  <a:gd name="connsiteX0" fmla="*/ 165574 w 166901"/>
                  <a:gd name="connsiteY0" fmla="*/ 32469 h 168389"/>
                  <a:gd name="connsiteX1" fmla="*/ 135616 w 166901"/>
                  <a:gd name="connsiteY1" fmla="*/ 184 h 168389"/>
                  <a:gd name="connsiteX2" fmla="*/ 2631 w 166901"/>
                  <a:gd name="connsiteY2" fmla="*/ 17592 h 168389"/>
                  <a:gd name="connsiteX3" fmla="*/ 0 w 166901"/>
                  <a:gd name="connsiteY3" fmla="*/ 39807 h 168389"/>
                  <a:gd name="connsiteX4" fmla="*/ 30261 w 166901"/>
                  <a:gd name="connsiteY4" fmla="*/ 111815 h 168389"/>
                  <a:gd name="connsiteX5" fmla="*/ 103534 w 166901"/>
                  <a:gd name="connsiteY5" fmla="*/ 158421 h 168389"/>
                  <a:gd name="connsiteX6" fmla="*/ 137640 w 166901"/>
                  <a:gd name="connsiteY6" fmla="*/ 168389 h 168389"/>
                  <a:gd name="connsiteX7" fmla="*/ 165017 w 166901"/>
                  <a:gd name="connsiteY7" fmla="*/ 35860 h 168389"/>
                  <a:gd name="connsiteX8" fmla="*/ 165523 w 166901"/>
                  <a:gd name="connsiteY8" fmla="*/ 32469 h 168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grpFill/>
              <a:ln w="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622469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E57229-AB7A-67D3-EA06-0D6FD557224D}"/>
              </a:ext>
            </a:extLst>
          </p:cNvPr>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Slide Number Placeholder 5">
            <a:extLst>
              <a:ext uri="{FF2B5EF4-FFF2-40B4-BE49-F238E27FC236}">
                <a16:creationId xmlns:a16="http://schemas.microsoft.com/office/drawing/2014/main" id="{60077400-51B4-1126-A5F4-07654EC4C6BE}"/>
              </a:ext>
            </a:extLst>
          </p:cNvPr>
          <p:cNvSpPr>
            <a:spLocks noGrp="1"/>
          </p:cNvSpPr>
          <p:nvPr>
            <p:ph type="sldNum" sz="quarter" idx="12"/>
          </p:nvPr>
        </p:nvSpPr>
        <p:spPr/>
        <p:txBody>
          <a:bodyPr/>
          <a:lstStyle>
            <a:lvl1pPr algn="ctr">
              <a:defRPr/>
            </a:lvl1pPr>
          </a:lstStyle>
          <a:p>
            <a:fld id="{662A0901-ACEF-4BE9-9C8C-C119B421173E}" type="slidenum">
              <a:rPr lang="en-US" smtClean="0"/>
              <a:pPr/>
              <a:t>‹#›</a:t>
            </a:fld>
            <a:endParaRPr lang="en-US"/>
          </a:p>
        </p:txBody>
      </p:sp>
      <p:sp>
        <p:nvSpPr>
          <p:cNvPr id="2" name="Footer Placeholder 1">
            <a:extLst>
              <a:ext uri="{FF2B5EF4-FFF2-40B4-BE49-F238E27FC236}">
                <a16:creationId xmlns:a16="http://schemas.microsoft.com/office/drawing/2014/main" id="{56D8D229-C7B4-D455-F676-4DEC87A6C44E}"/>
              </a:ext>
            </a:extLst>
          </p:cNvPr>
          <p:cNvSpPr>
            <a:spLocks noGrp="1"/>
          </p:cNvSpPr>
          <p:nvPr>
            <p:ph type="ftr" sz="quarter" idx="13"/>
          </p:nvPr>
        </p:nvSpPr>
        <p:spPr/>
        <p:txBody>
          <a:bodyPr/>
          <a:lstStyle/>
          <a:p>
            <a:pPr defTabSz="914355"/>
            <a:r>
              <a:rPr lang="en-US"/>
              <a:t>TCS confidential</a:t>
            </a:r>
          </a:p>
        </p:txBody>
      </p:sp>
      <p:sp>
        <p:nvSpPr>
          <p:cNvPr id="4" name="Title 3">
            <a:extLst>
              <a:ext uri="{FF2B5EF4-FFF2-40B4-BE49-F238E27FC236}">
                <a16:creationId xmlns:a16="http://schemas.microsoft.com/office/drawing/2014/main" id="{ACEDB942-262C-DAC0-7688-C6BDA7C8D017}"/>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742355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C5F89A8-A7DB-7E7B-4952-3EFF5B5544B9}"/>
              </a:ext>
            </a:extLst>
          </p:cNvPr>
          <p:cNvSpPr>
            <a:spLocks noGrp="1"/>
          </p:cNvSpPr>
          <p:nvPr>
            <p:ph type="sldNum" sz="quarter" idx="12"/>
          </p:nvPr>
        </p:nvSpPr>
        <p:spPr/>
        <p:txBody>
          <a:bodyPr/>
          <a:lstStyle>
            <a:lvl1pPr algn="ctr">
              <a:defRPr/>
            </a:lvl1pPr>
          </a:lstStyle>
          <a:p>
            <a:fld id="{662A0901-ACEF-4BE9-9C8C-C119B421173E}" type="slidenum">
              <a:rPr lang="en-US" smtClean="0"/>
              <a:pPr/>
              <a:t>‹#›</a:t>
            </a:fld>
            <a:endParaRPr lang="en-US"/>
          </a:p>
        </p:txBody>
      </p:sp>
      <p:sp>
        <p:nvSpPr>
          <p:cNvPr id="3" name="Footer Placeholder 2">
            <a:extLst>
              <a:ext uri="{FF2B5EF4-FFF2-40B4-BE49-F238E27FC236}">
                <a16:creationId xmlns:a16="http://schemas.microsoft.com/office/drawing/2014/main" id="{13562353-E2D0-4C7B-A21E-38012F9A3FB0}"/>
              </a:ext>
            </a:extLst>
          </p:cNvPr>
          <p:cNvSpPr>
            <a:spLocks noGrp="1"/>
          </p:cNvSpPr>
          <p:nvPr>
            <p:ph type="ftr" sz="quarter" idx="13"/>
          </p:nvPr>
        </p:nvSpPr>
        <p:spPr/>
        <p:txBody>
          <a:bodyPr/>
          <a:lstStyle/>
          <a:p>
            <a:pPr defTabSz="914355"/>
            <a:r>
              <a:rPr lang="en-US"/>
              <a:t>TCS confidential</a:t>
            </a:r>
          </a:p>
        </p:txBody>
      </p:sp>
      <p:sp>
        <p:nvSpPr>
          <p:cNvPr id="2" name="Title 1">
            <a:extLst>
              <a:ext uri="{FF2B5EF4-FFF2-40B4-BE49-F238E27FC236}">
                <a16:creationId xmlns:a16="http://schemas.microsoft.com/office/drawing/2014/main" id="{9C70BE3E-32D7-C51D-6338-9CB84C49ABC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867389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6930D96-E5F4-B8B9-8376-0B62449B0A50}"/>
              </a:ext>
            </a:extLst>
          </p:cNvPr>
          <p:cNvSpPr>
            <a:spLocks noGrp="1"/>
          </p:cNvSpPr>
          <p:nvPr>
            <p:ph type="sldNum" sz="quarter" idx="12"/>
          </p:nvPr>
        </p:nvSpPr>
        <p:spPr/>
        <p:txBody>
          <a:bodyPr/>
          <a:lstStyle/>
          <a:p>
            <a:fld id="{662A0901-ACEF-4BE9-9C8C-C119B421173E}" type="slidenum">
              <a:rPr lang="en-IN" smtClean="0"/>
              <a:t>‹#›</a:t>
            </a:fld>
            <a:endParaRPr lang="en-IN"/>
          </a:p>
        </p:txBody>
      </p:sp>
      <p:sp>
        <p:nvSpPr>
          <p:cNvPr id="2" name="Footer Placeholder 1">
            <a:extLst>
              <a:ext uri="{FF2B5EF4-FFF2-40B4-BE49-F238E27FC236}">
                <a16:creationId xmlns:a16="http://schemas.microsoft.com/office/drawing/2014/main" id="{403AD627-0C96-BD49-6A42-DB64ACC7B809}"/>
              </a:ext>
            </a:extLst>
          </p:cNvPr>
          <p:cNvSpPr>
            <a:spLocks noGrp="1"/>
          </p:cNvSpPr>
          <p:nvPr>
            <p:ph type="ftr" sz="quarter" idx="13"/>
          </p:nvPr>
        </p:nvSpPr>
        <p:spPr/>
        <p:txBody>
          <a:bodyPr/>
          <a:lstStyle/>
          <a:p>
            <a:pPr defTabSz="914355"/>
            <a:r>
              <a:rPr lang="en-US"/>
              <a:t>TCS confidential</a:t>
            </a:r>
          </a:p>
        </p:txBody>
      </p:sp>
    </p:spTree>
    <p:extLst>
      <p:ext uri="{BB962C8B-B14F-4D97-AF65-F5344CB8AC3E}">
        <p14:creationId xmlns:p14="http://schemas.microsoft.com/office/powerpoint/2010/main" val="1156546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6930D96-E5F4-B8B9-8376-0B62449B0A50}"/>
              </a:ext>
            </a:extLst>
          </p:cNvPr>
          <p:cNvSpPr>
            <a:spLocks noGrp="1"/>
          </p:cNvSpPr>
          <p:nvPr>
            <p:ph type="sldNum" sz="quarter" idx="12"/>
          </p:nvPr>
        </p:nvSpPr>
        <p:spPr/>
        <p:txBody>
          <a:bodyPr/>
          <a:lstStyle/>
          <a:p>
            <a:fld id="{662A0901-ACEF-4BE9-9C8C-C119B421173E}" type="slidenum">
              <a:rPr lang="en-IN" smtClean="0"/>
              <a:t>‹#›</a:t>
            </a:fld>
            <a:endParaRPr lang="en-IN"/>
          </a:p>
        </p:txBody>
      </p:sp>
      <p:sp>
        <p:nvSpPr>
          <p:cNvPr id="5" name="Rectangle 4">
            <a:extLst>
              <a:ext uri="{FF2B5EF4-FFF2-40B4-BE49-F238E27FC236}">
                <a16:creationId xmlns:a16="http://schemas.microsoft.com/office/drawing/2014/main" id="{49B6B087-8907-D4A7-EE59-93FC670966AA}"/>
              </a:ext>
            </a:extLst>
          </p:cNvPr>
          <p:cNvSpPr/>
          <p:nvPr userDrawn="1"/>
        </p:nvSpPr>
        <p:spPr>
          <a:xfrm>
            <a:off x="71120" y="4552950"/>
            <a:ext cx="9011920" cy="5905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Tree>
    <p:extLst>
      <p:ext uri="{BB962C8B-B14F-4D97-AF65-F5344CB8AC3E}">
        <p14:creationId xmlns:p14="http://schemas.microsoft.com/office/powerpoint/2010/main" val="3046800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6930D96-E5F4-B8B9-8376-0B62449B0A50}"/>
              </a:ext>
            </a:extLst>
          </p:cNvPr>
          <p:cNvSpPr>
            <a:spLocks noGrp="1"/>
          </p:cNvSpPr>
          <p:nvPr>
            <p:ph type="sldNum" sz="quarter" idx="12"/>
          </p:nvPr>
        </p:nvSpPr>
        <p:spPr/>
        <p:txBody>
          <a:bodyPr/>
          <a:lstStyle/>
          <a:p>
            <a:fld id="{662A0901-ACEF-4BE9-9C8C-C119B421173E}" type="slidenum">
              <a:rPr lang="en-IN" smtClean="0"/>
              <a:t>‹#›</a:t>
            </a:fld>
            <a:endParaRPr lang="en-IN"/>
          </a:p>
        </p:txBody>
      </p:sp>
      <p:sp>
        <p:nvSpPr>
          <p:cNvPr id="5" name="Rectangle 4">
            <a:extLst>
              <a:ext uri="{FF2B5EF4-FFF2-40B4-BE49-F238E27FC236}">
                <a16:creationId xmlns:a16="http://schemas.microsoft.com/office/drawing/2014/main" id="{49B6B087-8907-D4A7-EE59-93FC670966AA}"/>
              </a:ext>
            </a:extLst>
          </p:cNvPr>
          <p:cNvSpPr/>
          <p:nvPr userDrawn="1"/>
        </p:nvSpPr>
        <p:spPr>
          <a:xfrm>
            <a:off x="71120" y="4552950"/>
            <a:ext cx="9011920" cy="5905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pSp>
        <p:nvGrpSpPr>
          <p:cNvPr id="2" name="Group 1">
            <a:extLst>
              <a:ext uri="{FF2B5EF4-FFF2-40B4-BE49-F238E27FC236}">
                <a16:creationId xmlns:a16="http://schemas.microsoft.com/office/drawing/2014/main" id="{C10FBAEB-75C4-77BD-5419-E7D8A7DC543A}"/>
              </a:ext>
            </a:extLst>
          </p:cNvPr>
          <p:cNvGrpSpPr/>
          <p:nvPr userDrawn="1"/>
        </p:nvGrpSpPr>
        <p:grpSpPr>
          <a:xfrm>
            <a:off x="268664" y="159185"/>
            <a:ext cx="8556433" cy="451747"/>
            <a:chOff x="268664" y="159185"/>
            <a:chExt cx="8593932" cy="453727"/>
          </a:xfrm>
          <a:solidFill>
            <a:schemeClr val="bg1"/>
          </a:solidFill>
        </p:grpSpPr>
        <p:grpSp>
          <p:nvGrpSpPr>
            <p:cNvPr id="3" name="Group 2">
              <a:extLst>
                <a:ext uri="{FF2B5EF4-FFF2-40B4-BE49-F238E27FC236}">
                  <a16:creationId xmlns:a16="http://schemas.microsoft.com/office/drawing/2014/main" id="{B0F2822A-7792-6C71-160E-639378D1E428}"/>
                </a:ext>
              </a:extLst>
            </p:cNvPr>
            <p:cNvGrpSpPr/>
            <p:nvPr userDrawn="1"/>
          </p:nvGrpSpPr>
          <p:grpSpPr>
            <a:xfrm>
              <a:off x="268664" y="259103"/>
              <a:ext cx="1481677" cy="353809"/>
              <a:chOff x="0" y="2427986"/>
              <a:chExt cx="1581147" cy="380839"/>
            </a:xfrm>
            <a:grpFill/>
          </p:grpSpPr>
          <p:grpSp>
            <p:nvGrpSpPr>
              <p:cNvPr id="14" name="Graphic 8">
                <a:extLst>
                  <a:ext uri="{FF2B5EF4-FFF2-40B4-BE49-F238E27FC236}">
                    <a16:creationId xmlns:a16="http://schemas.microsoft.com/office/drawing/2014/main" id="{F8FA334C-9E71-ADC2-FFA7-01D033768DD4}"/>
                  </a:ext>
                </a:extLst>
              </p:cNvPr>
              <p:cNvGrpSpPr/>
              <p:nvPr/>
            </p:nvGrpSpPr>
            <p:grpSpPr>
              <a:xfrm>
                <a:off x="0" y="2428340"/>
                <a:ext cx="605264" cy="380485"/>
                <a:chOff x="0" y="2428340"/>
                <a:chExt cx="605264" cy="380485"/>
              </a:xfrm>
              <a:grpFill/>
            </p:grpSpPr>
            <p:sp>
              <p:nvSpPr>
                <p:cNvPr id="39" name="Freeform: Shape 38">
                  <a:extLst>
                    <a:ext uri="{FF2B5EF4-FFF2-40B4-BE49-F238E27FC236}">
                      <a16:creationId xmlns:a16="http://schemas.microsoft.com/office/drawing/2014/main" id="{90AAED6D-7CBD-B068-B046-B3DD7A21A751}"/>
                    </a:ext>
                  </a:extLst>
                </p:cNvPr>
                <p:cNvSpPr/>
                <p:nvPr/>
              </p:nvSpPr>
              <p:spPr>
                <a:xfrm>
                  <a:off x="0" y="2428340"/>
                  <a:ext cx="605264" cy="380485"/>
                </a:xfrm>
                <a:custGeom>
                  <a:avLst/>
                  <a:gdLst>
                    <a:gd name="connsiteX0" fmla="*/ 559165 w 605264"/>
                    <a:gd name="connsiteY0" fmla="*/ 219921 h 380485"/>
                    <a:gd name="connsiteX1" fmla="*/ 514179 w 605264"/>
                    <a:gd name="connsiteY1" fmla="*/ 188598 h 380485"/>
                    <a:gd name="connsiteX2" fmla="*/ 512459 w 605264"/>
                    <a:gd name="connsiteY2" fmla="*/ 187384 h 380485"/>
                    <a:gd name="connsiteX3" fmla="*/ 488928 w 605264"/>
                    <a:gd name="connsiteY3" fmla="*/ 150747 h 380485"/>
                    <a:gd name="connsiteX4" fmla="*/ 523490 w 605264"/>
                    <a:gd name="connsiteY4" fmla="*/ 122156 h 380485"/>
                    <a:gd name="connsiteX5" fmla="*/ 576725 w 605264"/>
                    <a:gd name="connsiteY5" fmla="*/ 134250 h 380485"/>
                    <a:gd name="connsiteX6" fmla="*/ 597017 w 605264"/>
                    <a:gd name="connsiteY6" fmla="*/ 113908 h 380485"/>
                    <a:gd name="connsiteX7" fmla="*/ 581077 w 605264"/>
                    <a:gd name="connsiteY7" fmla="*/ 92452 h 380485"/>
                    <a:gd name="connsiteX8" fmla="*/ 521820 w 605264"/>
                    <a:gd name="connsiteY8" fmla="*/ 80358 h 380485"/>
                    <a:gd name="connsiteX9" fmla="*/ 465297 w 605264"/>
                    <a:gd name="connsiteY9" fmla="*/ 97968 h 380485"/>
                    <a:gd name="connsiteX10" fmla="*/ 458111 w 605264"/>
                    <a:gd name="connsiteY10" fmla="*/ 111023 h 380485"/>
                    <a:gd name="connsiteX11" fmla="*/ 465297 w 605264"/>
                    <a:gd name="connsiteY11" fmla="*/ 97917 h 380485"/>
                    <a:gd name="connsiteX12" fmla="*/ 457048 w 605264"/>
                    <a:gd name="connsiteY12" fmla="*/ 105052 h 380485"/>
                    <a:gd name="connsiteX13" fmla="*/ 456846 w 605264"/>
                    <a:gd name="connsiteY13" fmla="*/ 105305 h 380485"/>
                    <a:gd name="connsiteX14" fmla="*/ 415908 w 605264"/>
                    <a:gd name="connsiteY14" fmla="*/ 184752 h 380485"/>
                    <a:gd name="connsiteX15" fmla="*/ 403308 w 605264"/>
                    <a:gd name="connsiteY15" fmla="*/ 226500 h 380485"/>
                    <a:gd name="connsiteX16" fmla="*/ 289703 w 605264"/>
                    <a:gd name="connsiteY16" fmla="*/ 335297 h 380485"/>
                    <a:gd name="connsiteX17" fmla="*/ 190369 w 605264"/>
                    <a:gd name="connsiteY17" fmla="*/ 230346 h 380485"/>
                    <a:gd name="connsiteX18" fmla="*/ 281050 w 605264"/>
                    <a:gd name="connsiteY18" fmla="*/ 124889 h 380485"/>
                    <a:gd name="connsiteX19" fmla="*/ 284188 w 605264"/>
                    <a:gd name="connsiteY19" fmla="*/ 124838 h 380485"/>
                    <a:gd name="connsiteX20" fmla="*/ 336866 w 605264"/>
                    <a:gd name="connsiteY20" fmla="*/ 136376 h 380485"/>
                    <a:gd name="connsiteX21" fmla="*/ 355538 w 605264"/>
                    <a:gd name="connsiteY21" fmla="*/ 140778 h 380485"/>
                    <a:gd name="connsiteX22" fmla="*/ 377500 w 605264"/>
                    <a:gd name="connsiteY22" fmla="*/ 118766 h 380485"/>
                    <a:gd name="connsiteX23" fmla="*/ 377500 w 605264"/>
                    <a:gd name="connsiteY23" fmla="*/ 118766 h 380485"/>
                    <a:gd name="connsiteX24" fmla="*/ 377500 w 605264"/>
                    <a:gd name="connsiteY24" fmla="*/ 118766 h 380485"/>
                    <a:gd name="connsiteX25" fmla="*/ 361054 w 605264"/>
                    <a:gd name="connsiteY25" fmla="*/ 96804 h 380485"/>
                    <a:gd name="connsiteX26" fmla="*/ 284238 w 605264"/>
                    <a:gd name="connsiteY26" fmla="*/ 80307 h 380485"/>
                    <a:gd name="connsiteX27" fmla="*/ 137742 w 605264"/>
                    <a:gd name="connsiteY27" fmla="*/ 231459 h 380485"/>
                    <a:gd name="connsiteX28" fmla="*/ 137742 w 605264"/>
                    <a:gd name="connsiteY28" fmla="*/ 231459 h 380485"/>
                    <a:gd name="connsiteX29" fmla="*/ 137742 w 605264"/>
                    <a:gd name="connsiteY29" fmla="*/ 231459 h 380485"/>
                    <a:gd name="connsiteX30" fmla="*/ 137742 w 605264"/>
                    <a:gd name="connsiteY30" fmla="*/ 231459 h 380485"/>
                    <a:gd name="connsiteX31" fmla="*/ 149786 w 605264"/>
                    <a:gd name="connsiteY31" fmla="*/ 295725 h 380485"/>
                    <a:gd name="connsiteX32" fmla="*/ 98221 w 605264"/>
                    <a:gd name="connsiteY32" fmla="*/ 333677 h 380485"/>
                    <a:gd name="connsiteX33" fmla="*/ 52678 w 605264"/>
                    <a:gd name="connsiteY33" fmla="*/ 281455 h 380485"/>
                    <a:gd name="connsiteX34" fmla="*/ 52678 w 605264"/>
                    <a:gd name="connsiteY34" fmla="*/ 126457 h 380485"/>
                    <a:gd name="connsiteX35" fmla="*/ 116893 w 605264"/>
                    <a:gd name="connsiteY35" fmla="*/ 126457 h 380485"/>
                    <a:gd name="connsiteX36" fmla="*/ 141588 w 605264"/>
                    <a:gd name="connsiteY36" fmla="*/ 105002 h 380485"/>
                    <a:gd name="connsiteX37" fmla="*/ 116893 w 605264"/>
                    <a:gd name="connsiteY37" fmla="*/ 83546 h 380485"/>
                    <a:gd name="connsiteX38" fmla="*/ 52678 w 605264"/>
                    <a:gd name="connsiteY38" fmla="*/ 83546 h 380485"/>
                    <a:gd name="connsiteX39" fmla="*/ 52678 w 605264"/>
                    <a:gd name="connsiteY39" fmla="*/ 27478 h 380485"/>
                    <a:gd name="connsiteX40" fmla="*/ 26314 w 605264"/>
                    <a:gd name="connsiteY40" fmla="*/ 0 h 380485"/>
                    <a:gd name="connsiteX41" fmla="*/ 0 w 605264"/>
                    <a:gd name="connsiteY41" fmla="*/ 27579 h 380485"/>
                    <a:gd name="connsiteX42" fmla="*/ 0 w 605264"/>
                    <a:gd name="connsiteY42" fmla="*/ 287527 h 380485"/>
                    <a:gd name="connsiteX43" fmla="*/ 93312 w 605264"/>
                    <a:gd name="connsiteY43" fmla="*/ 379878 h 380485"/>
                    <a:gd name="connsiteX44" fmla="*/ 129291 w 605264"/>
                    <a:gd name="connsiteY44" fmla="*/ 373856 h 380485"/>
                    <a:gd name="connsiteX45" fmla="*/ 129494 w 605264"/>
                    <a:gd name="connsiteY45" fmla="*/ 373856 h 380485"/>
                    <a:gd name="connsiteX46" fmla="*/ 175087 w 605264"/>
                    <a:gd name="connsiteY46" fmla="*/ 335702 h 380485"/>
                    <a:gd name="connsiteX47" fmla="*/ 288084 w 605264"/>
                    <a:gd name="connsiteY47" fmla="*/ 380435 h 380485"/>
                    <a:gd name="connsiteX48" fmla="*/ 354931 w 605264"/>
                    <a:gd name="connsiteY48" fmla="*/ 365102 h 380485"/>
                    <a:gd name="connsiteX49" fmla="*/ 354982 w 605264"/>
                    <a:gd name="connsiteY49" fmla="*/ 365102 h 380485"/>
                    <a:gd name="connsiteX50" fmla="*/ 443335 w 605264"/>
                    <a:gd name="connsiteY50" fmla="*/ 237025 h 380485"/>
                    <a:gd name="connsiteX51" fmla="*/ 454872 w 605264"/>
                    <a:gd name="connsiteY51" fmla="*/ 199124 h 380485"/>
                    <a:gd name="connsiteX52" fmla="*/ 454720 w 605264"/>
                    <a:gd name="connsiteY52" fmla="*/ 198921 h 380485"/>
                    <a:gd name="connsiteX53" fmla="*/ 487815 w 605264"/>
                    <a:gd name="connsiteY53" fmla="*/ 229334 h 380485"/>
                    <a:gd name="connsiteX54" fmla="*/ 528955 w 605264"/>
                    <a:gd name="connsiteY54" fmla="*/ 257924 h 380485"/>
                    <a:gd name="connsiteX55" fmla="*/ 545756 w 605264"/>
                    <a:gd name="connsiteY55" fmla="*/ 270676 h 380485"/>
                    <a:gd name="connsiteX56" fmla="*/ 555320 w 605264"/>
                    <a:gd name="connsiteY56" fmla="*/ 298053 h 380485"/>
                    <a:gd name="connsiteX57" fmla="*/ 509777 w 605264"/>
                    <a:gd name="connsiteY57" fmla="*/ 337624 h 380485"/>
                    <a:gd name="connsiteX58" fmla="*/ 449964 w 605264"/>
                    <a:gd name="connsiteY58" fmla="*/ 324417 h 380485"/>
                    <a:gd name="connsiteX59" fmla="*/ 429672 w 605264"/>
                    <a:gd name="connsiteY59" fmla="*/ 344760 h 380485"/>
                    <a:gd name="connsiteX60" fmla="*/ 445612 w 605264"/>
                    <a:gd name="connsiteY60" fmla="*/ 366215 h 380485"/>
                    <a:gd name="connsiteX61" fmla="*/ 510384 w 605264"/>
                    <a:gd name="connsiteY61" fmla="*/ 380485 h 380485"/>
                    <a:gd name="connsiteX62" fmla="*/ 580621 w 605264"/>
                    <a:gd name="connsiteY62" fmla="*/ 356297 h 380485"/>
                    <a:gd name="connsiteX63" fmla="*/ 584467 w 605264"/>
                    <a:gd name="connsiteY63" fmla="*/ 352299 h 380485"/>
                    <a:gd name="connsiteX64" fmla="*/ 605265 w 605264"/>
                    <a:gd name="connsiteY64" fmla="*/ 298053 h 380485"/>
                    <a:gd name="connsiteX65" fmla="*/ 559165 w 605264"/>
                    <a:gd name="connsiteY65" fmla="*/ 220023 h 38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grpFill/>
                <a:ln w="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416EB74A-00CD-695B-AEA0-1443B3E2DF57}"/>
                    </a:ext>
                  </a:extLst>
                </p:cNvPr>
                <p:cNvSpPr/>
                <p:nvPr/>
              </p:nvSpPr>
              <p:spPr>
                <a:xfrm>
                  <a:off x="439539" y="2580150"/>
                  <a:ext cx="5060" cy="151"/>
                </a:xfrm>
                <a:custGeom>
                  <a:avLst/>
                  <a:gdLst>
                    <a:gd name="connsiteX0" fmla="*/ 0 w 5060"/>
                    <a:gd name="connsiteY0" fmla="*/ 0 h 151"/>
                    <a:gd name="connsiteX1" fmla="*/ 0 w 5060"/>
                    <a:gd name="connsiteY1" fmla="*/ 0 h 151"/>
                    <a:gd name="connsiteX2" fmla="*/ 0 w 5060"/>
                    <a:gd name="connsiteY2" fmla="*/ 152 h 151"/>
                    <a:gd name="connsiteX3" fmla="*/ 0 w 5060"/>
                    <a:gd name="connsiteY3" fmla="*/ 0 h 151"/>
                  </a:gdLst>
                  <a:ahLst/>
                  <a:cxnLst>
                    <a:cxn ang="0">
                      <a:pos x="connsiteX0" y="connsiteY0"/>
                    </a:cxn>
                    <a:cxn ang="0">
                      <a:pos x="connsiteX1" y="connsiteY1"/>
                    </a:cxn>
                    <a:cxn ang="0">
                      <a:pos x="connsiteX2" y="connsiteY2"/>
                    </a:cxn>
                    <a:cxn ang="0">
                      <a:pos x="connsiteX3" y="connsiteY3"/>
                    </a:cxn>
                  </a:cxnLst>
                  <a:rect l="l" t="t" r="r" b="b"/>
                  <a:pathLst>
                    <a:path w="5060" h="151">
                      <a:moveTo>
                        <a:pt x="0" y="0"/>
                      </a:moveTo>
                      <a:cubicBezTo>
                        <a:pt x="0" y="0"/>
                        <a:pt x="0" y="0"/>
                        <a:pt x="0" y="0"/>
                      </a:cubicBezTo>
                      <a:cubicBezTo>
                        <a:pt x="0" y="51"/>
                        <a:pt x="0" y="101"/>
                        <a:pt x="0" y="152"/>
                      </a:cubicBezTo>
                      <a:cubicBezTo>
                        <a:pt x="0" y="152"/>
                        <a:pt x="0" y="51"/>
                        <a:pt x="0" y="0"/>
                      </a:cubicBezTo>
                      <a:close/>
                    </a:path>
                  </a:pathLst>
                </a:custGeom>
                <a:grpFill/>
                <a:ln w="0" cap="flat">
                  <a:noFill/>
                  <a:prstDash val="solid"/>
                  <a:miter/>
                </a:ln>
              </p:spPr>
              <p:txBody>
                <a:bodyPr rtlCol="0" anchor="ctr"/>
                <a:lstStyle/>
                <a:p>
                  <a:endParaRPr lang="en-US"/>
                </a:p>
              </p:txBody>
            </p:sp>
          </p:grpSp>
          <p:grpSp>
            <p:nvGrpSpPr>
              <p:cNvPr id="15" name="Graphic 8">
                <a:extLst>
                  <a:ext uri="{FF2B5EF4-FFF2-40B4-BE49-F238E27FC236}">
                    <a16:creationId xmlns:a16="http://schemas.microsoft.com/office/drawing/2014/main" id="{410C9176-1AD8-A2AB-D3BF-9189FF20E84E}"/>
                  </a:ext>
                </a:extLst>
              </p:cNvPr>
              <p:cNvGrpSpPr/>
              <p:nvPr/>
            </p:nvGrpSpPr>
            <p:grpSpPr>
              <a:xfrm>
                <a:off x="684661" y="2427986"/>
                <a:ext cx="896486" cy="379270"/>
                <a:chOff x="684661" y="2427986"/>
                <a:chExt cx="896486" cy="379270"/>
              </a:xfrm>
              <a:grpFill/>
            </p:grpSpPr>
            <p:sp>
              <p:nvSpPr>
                <p:cNvPr id="16" name="Freeform: Shape 15">
                  <a:extLst>
                    <a:ext uri="{FF2B5EF4-FFF2-40B4-BE49-F238E27FC236}">
                      <a16:creationId xmlns:a16="http://schemas.microsoft.com/office/drawing/2014/main" id="{41F8B051-FE45-69D2-C62E-32980CF6BC11}"/>
                    </a:ext>
                  </a:extLst>
                </p:cNvPr>
                <p:cNvSpPr/>
                <p:nvPr/>
              </p:nvSpPr>
              <p:spPr>
                <a:xfrm>
                  <a:off x="684712"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42E23AF5-F773-906A-C89F-19573600B6A7}"/>
                    </a:ext>
                  </a:extLst>
                </p:cNvPr>
                <p:cNvSpPr/>
                <p:nvPr/>
              </p:nvSpPr>
              <p:spPr>
                <a:xfrm>
                  <a:off x="766739" y="2427986"/>
                  <a:ext cx="111934" cy="94425"/>
                </a:xfrm>
                <a:custGeom>
                  <a:avLst/>
                  <a:gdLst>
                    <a:gd name="connsiteX0" fmla="*/ 36788 w 111934"/>
                    <a:gd name="connsiteY0" fmla="*/ 94426 h 94425"/>
                    <a:gd name="connsiteX1" fmla="*/ 55967 w 111934"/>
                    <a:gd name="connsiteY1" fmla="*/ 37952 h 94425"/>
                    <a:gd name="connsiteX2" fmla="*/ 75146 w 111934"/>
                    <a:gd name="connsiteY2" fmla="*/ 94426 h 94425"/>
                    <a:gd name="connsiteX3" fmla="*/ 111934 w 111934"/>
                    <a:gd name="connsiteY3" fmla="*/ 94426 h 94425"/>
                    <a:gd name="connsiteX4" fmla="*/ 75905 w 111934"/>
                    <a:gd name="connsiteY4" fmla="*/ 0 h 94425"/>
                    <a:gd name="connsiteX5" fmla="*/ 36080 w 111934"/>
                    <a:gd name="connsiteY5" fmla="*/ 0 h 94425"/>
                    <a:gd name="connsiteX6" fmla="*/ 0 w 111934"/>
                    <a:gd name="connsiteY6" fmla="*/ 94426 h 94425"/>
                    <a:gd name="connsiteX7" fmla="*/ 36788 w 11193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CC62FB20-34BC-78E0-E4F4-9DA6E0CFC9DF}"/>
                    </a:ext>
                  </a:extLst>
                </p:cNvPr>
                <p:cNvSpPr/>
                <p:nvPr/>
              </p:nvSpPr>
              <p:spPr>
                <a:xfrm>
                  <a:off x="869666"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570EE2D-3A65-6188-D791-704FFE3FF4CF}"/>
                    </a:ext>
                  </a:extLst>
                </p:cNvPr>
                <p:cNvSpPr/>
                <p:nvPr/>
              </p:nvSpPr>
              <p:spPr>
                <a:xfrm>
                  <a:off x="951694" y="2427986"/>
                  <a:ext cx="111984" cy="94425"/>
                </a:xfrm>
                <a:custGeom>
                  <a:avLst/>
                  <a:gdLst>
                    <a:gd name="connsiteX0" fmla="*/ 36788 w 111984"/>
                    <a:gd name="connsiteY0" fmla="*/ 94426 h 94425"/>
                    <a:gd name="connsiteX1" fmla="*/ 55967 w 111984"/>
                    <a:gd name="connsiteY1" fmla="*/ 37952 h 94425"/>
                    <a:gd name="connsiteX2" fmla="*/ 75146 w 111984"/>
                    <a:gd name="connsiteY2" fmla="*/ 94426 h 94425"/>
                    <a:gd name="connsiteX3" fmla="*/ 111985 w 111984"/>
                    <a:gd name="connsiteY3" fmla="*/ 94426 h 94425"/>
                    <a:gd name="connsiteX4" fmla="*/ 75905 w 111984"/>
                    <a:gd name="connsiteY4" fmla="*/ 0 h 94425"/>
                    <a:gd name="connsiteX5" fmla="*/ 36080 w 111984"/>
                    <a:gd name="connsiteY5" fmla="*/ 0 h 94425"/>
                    <a:gd name="connsiteX6" fmla="*/ 0 w 111984"/>
                    <a:gd name="connsiteY6" fmla="*/ 94426 h 94425"/>
                    <a:gd name="connsiteX7" fmla="*/ 36788 w 11198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83977CD8-391E-C32D-88DC-2CFC84975ACF}"/>
                    </a:ext>
                  </a:extLst>
                </p:cNvPr>
                <p:cNvSpPr/>
                <p:nvPr/>
              </p:nvSpPr>
              <p:spPr>
                <a:xfrm>
                  <a:off x="1334356" y="2569675"/>
                  <a:ext cx="74842" cy="94476"/>
                </a:xfrm>
                <a:custGeom>
                  <a:avLst/>
                  <a:gdLst>
                    <a:gd name="connsiteX0" fmla="*/ 15434 w 74842"/>
                    <a:gd name="connsiteY0" fmla="*/ 20292 h 94476"/>
                    <a:gd name="connsiteX1" fmla="*/ 32335 w 74842"/>
                    <a:gd name="connsiteY1" fmla="*/ 52880 h 94476"/>
                    <a:gd name="connsiteX2" fmla="*/ 56979 w 74842"/>
                    <a:gd name="connsiteY2" fmla="*/ 94426 h 94476"/>
                    <a:gd name="connsiteX3" fmla="*/ 74842 w 74842"/>
                    <a:gd name="connsiteY3" fmla="*/ 94426 h 94476"/>
                    <a:gd name="connsiteX4" fmla="*/ 74842 w 74842"/>
                    <a:gd name="connsiteY4" fmla="*/ 0 h 94476"/>
                    <a:gd name="connsiteX5" fmla="*/ 58902 w 74842"/>
                    <a:gd name="connsiteY5" fmla="*/ 0 h 94476"/>
                    <a:gd name="connsiteX6" fmla="*/ 58902 w 74842"/>
                    <a:gd name="connsiteY6" fmla="*/ 32943 h 94476"/>
                    <a:gd name="connsiteX7" fmla="*/ 60420 w 74842"/>
                    <a:gd name="connsiteY7" fmla="*/ 72110 h 94476"/>
                    <a:gd name="connsiteX8" fmla="*/ 60117 w 74842"/>
                    <a:gd name="connsiteY8" fmla="*/ 72211 h 94476"/>
                    <a:gd name="connsiteX9" fmla="*/ 44075 w 74842"/>
                    <a:gd name="connsiteY9" fmla="*/ 40584 h 94476"/>
                    <a:gd name="connsiteX10" fmla="*/ 19685 w 74842"/>
                    <a:gd name="connsiteY10" fmla="*/ 51 h 94476"/>
                    <a:gd name="connsiteX11" fmla="*/ 0 w 74842"/>
                    <a:gd name="connsiteY11" fmla="*/ 51 h 94476"/>
                    <a:gd name="connsiteX12" fmla="*/ 0 w 74842"/>
                    <a:gd name="connsiteY12" fmla="*/ 94476 h 94476"/>
                    <a:gd name="connsiteX13" fmla="*/ 15940 w 74842"/>
                    <a:gd name="connsiteY13" fmla="*/ 94476 h 94476"/>
                    <a:gd name="connsiteX14" fmla="*/ 15940 w 74842"/>
                    <a:gd name="connsiteY14" fmla="*/ 60673 h 94476"/>
                    <a:gd name="connsiteX15" fmla="*/ 15029 w 74842"/>
                    <a:gd name="connsiteY15" fmla="*/ 20444 h 94476"/>
                    <a:gd name="connsiteX16" fmla="*/ 15485 w 74842"/>
                    <a:gd name="connsiteY16" fmla="*/ 20342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grpFill/>
                <a:ln w="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FD5E44D3-F129-246C-641E-F1C80841F74A}"/>
                    </a:ext>
                  </a:extLst>
                </p:cNvPr>
                <p:cNvSpPr/>
                <p:nvPr/>
              </p:nvSpPr>
              <p:spPr>
                <a:xfrm>
                  <a:off x="1238412" y="2569624"/>
                  <a:ext cx="82837" cy="94425"/>
                </a:xfrm>
                <a:custGeom>
                  <a:avLst/>
                  <a:gdLst>
                    <a:gd name="connsiteX0" fmla="*/ 25858 w 82837"/>
                    <a:gd name="connsiteY0" fmla="*/ 67758 h 94425"/>
                    <a:gd name="connsiteX1" fmla="*/ 55815 w 82837"/>
                    <a:gd name="connsiteY1" fmla="*/ 67758 h 94425"/>
                    <a:gd name="connsiteX2" fmla="*/ 64367 w 82837"/>
                    <a:gd name="connsiteY2" fmla="*/ 94426 h 94425"/>
                    <a:gd name="connsiteX3" fmla="*/ 82838 w 82837"/>
                    <a:gd name="connsiteY3" fmla="*/ 94426 h 94425"/>
                    <a:gd name="connsiteX4" fmla="*/ 52172 w 82837"/>
                    <a:gd name="connsiteY4" fmla="*/ 0 h 94425"/>
                    <a:gd name="connsiteX5" fmla="*/ 30261 w 82837"/>
                    <a:gd name="connsiteY5" fmla="*/ 0 h 94425"/>
                    <a:gd name="connsiteX6" fmla="*/ 0 w 82837"/>
                    <a:gd name="connsiteY6" fmla="*/ 94426 h 94425"/>
                    <a:gd name="connsiteX7" fmla="*/ 17812 w 82837"/>
                    <a:gd name="connsiteY7" fmla="*/ 94426 h 94425"/>
                    <a:gd name="connsiteX8" fmla="*/ 25858 w 82837"/>
                    <a:gd name="connsiteY8" fmla="*/ 67758 h 94425"/>
                    <a:gd name="connsiteX9" fmla="*/ 35979 w 82837"/>
                    <a:gd name="connsiteY9" fmla="*/ 31374 h 94425"/>
                    <a:gd name="connsiteX10" fmla="*/ 40432 w 82837"/>
                    <a:gd name="connsiteY10" fmla="*/ 13663 h 94425"/>
                    <a:gd name="connsiteX11" fmla="*/ 40736 w 82837"/>
                    <a:gd name="connsiteY11" fmla="*/ 13663 h 94425"/>
                    <a:gd name="connsiteX12" fmla="*/ 45492 w 82837"/>
                    <a:gd name="connsiteY12" fmla="*/ 31425 h 94425"/>
                    <a:gd name="connsiteX13" fmla="*/ 52931 w 82837"/>
                    <a:gd name="connsiteY13" fmla="*/ 54702 h 94425"/>
                    <a:gd name="connsiteX14" fmla="*/ 28641 w 82837"/>
                    <a:gd name="connsiteY14" fmla="*/ 54702 h 94425"/>
                    <a:gd name="connsiteX15" fmla="*/ 35928 w 82837"/>
                    <a:gd name="connsiteY15" fmla="*/ 31374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grpFill/>
                <a:ln w="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2ECB8457-E4CC-C9D4-27F0-43E0E48A91C7}"/>
                    </a:ext>
                  </a:extLst>
                </p:cNvPr>
                <p:cNvSpPr/>
                <p:nvPr/>
              </p:nvSpPr>
              <p:spPr>
                <a:xfrm>
                  <a:off x="956906" y="2568157"/>
                  <a:ext cx="61280" cy="97411"/>
                </a:xfrm>
                <a:custGeom>
                  <a:avLst/>
                  <a:gdLst>
                    <a:gd name="connsiteX0" fmla="*/ 26617 w 61280"/>
                    <a:gd name="connsiteY0" fmla="*/ 83141 h 97411"/>
                    <a:gd name="connsiteX1" fmla="*/ 3846 w 61280"/>
                    <a:gd name="connsiteY1" fmla="*/ 77119 h 97411"/>
                    <a:gd name="connsiteX2" fmla="*/ 0 w 61280"/>
                    <a:gd name="connsiteY2" fmla="*/ 91389 h 97411"/>
                    <a:gd name="connsiteX3" fmla="*/ 25504 w 61280"/>
                    <a:gd name="connsiteY3" fmla="*/ 97411 h 97411"/>
                    <a:gd name="connsiteX4" fmla="*/ 61280 w 61280"/>
                    <a:gd name="connsiteY4" fmla="*/ 69023 h 97411"/>
                    <a:gd name="connsiteX5" fmla="*/ 37042 w 61280"/>
                    <a:gd name="connsiteY5" fmla="*/ 40938 h 97411"/>
                    <a:gd name="connsiteX6" fmla="*/ 18976 w 61280"/>
                    <a:gd name="connsiteY6" fmla="*/ 25453 h 97411"/>
                    <a:gd name="connsiteX7" fmla="*/ 34562 w 61280"/>
                    <a:gd name="connsiteY7" fmla="*/ 14068 h 97411"/>
                    <a:gd name="connsiteX8" fmla="*/ 53386 w 61280"/>
                    <a:gd name="connsiteY8" fmla="*/ 18571 h 97411"/>
                    <a:gd name="connsiteX9" fmla="*/ 57536 w 61280"/>
                    <a:gd name="connsiteY9" fmla="*/ 4655 h 97411"/>
                    <a:gd name="connsiteX10" fmla="*/ 34916 w 61280"/>
                    <a:gd name="connsiteY10" fmla="*/ 0 h 97411"/>
                    <a:gd name="connsiteX11" fmla="*/ 1569 w 61280"/>
                    <a:gd name="connsiteY11" fmla="*/ 27123 h 97411"/>
                    <a:gd name="connsiteX12" fmla="*/ 27123 w 61280"/>
                    <a:gd name="connsiteY12" fmla="*/ 54550 h 97411"/>
                    <a:gd name="connsiteX13" fmla="*/ 43822 w 61280"/>
                    <a:gd name="connsiteY13" fmla="*/ 70237 h 97411"/>
                    <a:gd name="connsiteX14" fmla="*/ 26668 w 61280"/>
                    <a:gd name="connsiteY14" fmla="*/ 83141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grpFill/>
                <a:ln w="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2ABB3DA-58BF-5A91-2566-E3D5291B7E0E}"/>
                    </a:ext>
                  </a:extLst>
                </p:cNvPr>
                <p:cNvSpPr/>
                <p:nvPr/>
              </p:nvSpPr>
              <p:spPr>
                <a:xfrm>
                  <a:off x="684661"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0227D585-A59A-9518-BB2C-801E62E90E35}"/>
                    </a:ext>
                  </a:extLst>
                </p:cNvPr>
                <p:cNvSpPr/>
                <p:nvPr/>
              </p:nvSpPr>
              <p:spPr>
                <a:xfrm>
                  <a:off x="1173286" y="2569675"/>
                  <a:ext cx="71350" cy="94425"/>
                </a:xfrm>
                <a:custGeom>
                  <a:avLst/>
                  <a:gdLst>
                    <a:gd name="connsiteX0" fmla="*/ 44177 w 71350"/>
                    <a:gd name="connsiteY0" fmla="*/ 94426 h 94425"/>
                    <a:gd name="connsiteX1" fmla="*/ 44177 w 71350"/>
                    <a:gd name="connsiteY1" fmla="*/ 14473 h 94425"/>
                    <a:gd name="connsiteX2" fmla="*/ 71351 w 71350"/>
                    <a:gd name="connsiteY2" fmla="*/ 14473 h 94425"/>
                    <a:gd name="connsiteX3" fmla="*/ 71351 w 71350"/>
                    <a:gd name="connsiteY3" fmla="*/ 0 h 94425"/>
                    <a:gd name="connsiteX4" fmla="*/ 0 w 71350"/>
                    <a:gd name="connsiteY4" fmla="*/ 0 h 94425"/>
                    <a:gd name="connsiteX5" fmla="*/ 0 w 71350"/>
                    <a:gd name="connsiteY5" fmla="*/ 14473 h 94425"/>
                    <a:gd name="connsiteX6" fmla="*/ 26921 w 71350"/>
                    <a:gd name="connsiteY6" fmla="*/ 14473 h 94425"/>
                    <a:gd name="connsiteX7" fmla="*/ 26921 w 71350"/>
                    <a:gd name="connsiteY7" fmla="*/ 94426 h 94425"/>
                    <a:gd name="connsiteX8" fmla="*/ 44177 w 71350"/>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grpFill/>
                <a:ln w="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C72FD284-387C-5288-2174-7C14634B5B5A}"/>
                    </a:ext>
                  </a:extLst>
                </p:cNvPr>
                <p:cNvSpPr/>
                <p:nvPr/>
              </p:nvSpPr>
              <p:spPr>
                <a:xfrm>
                  <a:off x="1502763" y="2569675"/>
                  <a:ext cx="78384" cy="94476"/>
                </a:xfrm>
                <a:custGeom>
                  <a:avLst/>
                  <a:gdLst>
                    <a:gd name="connsiteX0" fmla="*/ 58953 w 78384"/>
                    <a:gd name="connsiteY0" fmla="*/ 0 h 94476"/>
                    <a:gd name="connsiteX1" fmla="*/ 47618 w 78384"/>
                    <a:gd name="connsiteY1" fmla="*/ 24188 h 94476"/>
                    <a:gd name="connsiteX2" fmla="*/ 39470 w 78384"/>
                    <a:gd name="connsiteY2" fmla="*/ 42962 h 94476"/>
                    <a:gd name="connsiteX3" fmla="*/ 39167 w 78384"/>
                    <a:gd name="connsiteY3" fmla="*/ 42962 h 94476"/>
                    <a:gd name="connsiteX4" fmla="*/ 30918 w 78384"/>
                    <a:gd name="connsiteY4" fmla="*/ 24239 h 94476"/>
                    <a:gd name="connsiteX5" fmla="*/ 19685 w 78384"/>
                    <a:gd name="connsiteY5" fmla="*/ 0 h 94476"/>
                    <a:gd name="connsiteX6" fmla="*/ 0 w 78384"/>
                    <a:gd name="connsiteY6" fmla="*/ 0 h 94476"/>
                    <a:gd name="connsiteX7" fmla="*/ 29805 w 78384"/>
                    <a:gd name="connsiteY7" fmla="*/ 55157 h 94476"/>
                    <a:gd name="connsiteX8" fmla="*/ 29805 w 78384"/>
                    <a:gd name="connsiteY8" fmla="*/ 94476 h 94476"/>
                    <a:gd name="connsiteX9" fmla="*/ 47061 w 78384"/>
                    <a:gd name="connsiteY9" fmla="*/ 94476 h 94476"/>
                    <a:gd name="connsiteX10" fmla="*/ 47061 w 78384"/>
                    <a:gd name="connsiteY10" fmla="*/ 54702 h 94476"/>
                    <a:gd name="connsiteX11" fmla="*/ 78384 w 78384"/>
                    <a:gd name="connsiteY11" fmla="*/ 51 h 94476"/>
                    <a:gd name="connsiteX12" fmla="*/ 58953 w 78384"/>
                    <a:gd name="connsiteY12"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grpFill/>
                <a:ln w="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5A5653B7-E6CD-B8D7-1EAB-93B4412293F2}"/>
                    </a:ext>
                  </a:extLst>
                </p:cNvPr>
                <p:cNvSpPr/>
                <p:nvPr/>
              </p:nvSpPr>
              <p:spPr>
                <a:xfrm>
                  <a:off x="763045" y="2568106"/>
                  <a:ext cx="88656" cy="97562"/>
                </a:xfrm>
                <a:custGeom>
                  <a:avLst/>
                  <a:gdLst>
                    <a:gd name="connsiteX0" fmla="*/ 44936 w 88656"/>
                    <a:gd name="connsiteY0" fmla="*/ 0 h 97562"/>
                    <a:gd name="connsiteX1" fmla="*/ 0 w 88656"/>
                    <a:gd name="connsiteY1" fmla="*/ 49490 h 97562"/>
                    <a:gd name="connsiteX2" fmla="*/ 43519 w 88656"/>
                    <a:gd name="connsiteY2" fmla="*/ 97563 h 97562"/>
                    <a:gd name="connsiteX3" fmla="*/ 43671 w 88656"/>
                    <a:gd name="connsiteY3" fmla="*/ 97563 h 97562"/>
                    <a:gd name="connsiteX4" fmla="*/ 88657 w 88656"/>
                    <a:gd name="connsiteY4" fmla="*/ 47820 h 97562"/>
                    <a:gd name="connsiteX5" fmla="*/ 44936 w 88656"/>
                    <a:gd name="connsiteY5" fmla="*/ 0 h 97562"/>
                    <a:gd name="connsiteX6" fmla="*/ 44278 w 88656"/>
                    <a:gd name="connsiteY6" fmla="*/ 83748 h 97562"/>
                    <a:gd name="connsiteX7" fmla="*/ 44126 w 88656"/>
                    <a:gd name="connsiteY7" fmla="*/ 83748 h 97562"/>
                    <a:gd name="connsiteX8" fmla="*/ 18065 w 88656"/>
                    <a:gd name="connsiteY8" fmla="*/ 49085 h 97562"/>
                    <a:gd name="connsiteX9" fmla="*/ 44278 w 88656"/>
                    <a:gd name="connsiteY9" fmla="*/ 13815 h 97562"/>
                    <a:gd name="connsiteX10" fmla="*/ 70288 w 88656"/>
                    <a:gd name="connsiteY10" fmla="*/ 48478 h 97562"/>
                    <a:gd name="connsiteX11" fmla="*/ 44227 w 88656"/>
                    <a:gd name="connsiteY11" fmla="*/ 83748 h 97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grp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5378740-B4A6-8B2D-F2A2-E356CCC6F9FC}"/>
                    </a:ext>
                  </a:extLst>
                </p:cNvPr>
                <p:cNvSpPr/>
                <p:nvPr/>
              </p:nvSpPr>
              <p:spPr>
                <a:xfrm>
                  <a:off x="1423923"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5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6D497C07-9715-8560-CBE5-961E9887ACA6}"/>
                    </a:ext>
                  </a:extLst>
                </p:cNvPr>
                <p:cNvSpPr/>
                <p:nvPr/>
              </p:nvSpPr>
              <p:spPr>
                <a:xfrm>
                  <a:off x="1126832" y="2569675"/>
                  <a:ext cx="56017" cy="94425"/>
                </a:xfrm>
                <a:custGeom>
                  <a:avLst/>
                  <a:gdLst>
                    <a:gd name="connsiteX0" fmla="*/ 17205 w 56017"/>
                    <a:gd name="connsiteY0" fmla="*/ 0 h 94425"/>
                    <a:gd name="connsiteX1" fmla="*/ 0 w 56017"/>
                    <a:gd name="connsiteY1" fmla="*/ 0 h 94425"/>
                    <a:gd name="connsiteX2" fmla="*/ 0 w 56017"/>
                    <a:gd name="connsiteY2" fmla="*/ 94426 h 94425"/>
                    <a:gd name="connsiteX3" fmla="*/ 56018 w 56017"/>
                    <a:gd name="connsiteY3" fmla="*/ 94426 h 94425"/>
                    <a:gd name="connsiteX4" fmla="*/ 56018 w 56017"/>
                    <a:gd name="connsiteY4" fmla="*/ 79953 h 94425"/>
                    <a:gd name="connsiteX5" fmla="*/ 17205 w 56017"/>
                    <a:gd name="connsiteY5" fmla="*/ 79953 h 94425"/>
                    <a:gd name="connsiteX6" fmla="*/ 17205 w 56017"/>
                    <a:gd name="connsiteY6" fmla="*/ 0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17" h="94425">
                      <a:moveTo>
                        <a:pt x="17205" y="0"/>
                      </a:moveTo>
                      <a:lnTo>
                        <a:pt x="0" y="0"/>
                      </a:lnTo>
                      <a:lnTo>
                        <a:pt x="0" y="94426"/>
                      </a:lnTo>
                      <a:lnTo>
                        <a:pt x="56018" y="94426"/>
                      </a:lnTo>
                      <a:lnTo>
                        <a:pt x="56018" y="79953"/>
                      </a:lnTo>
                      <a:lnTo>
                        <a:pt x="17205" y="79953"/>
                      </a:lnTo>
                      <a:lnTo>
                        <a:pt x="17205" y="0"/>
                      </a:lnTo>
                      <a:close/>
                    </a:path>
                  </a:pathLst>
                </a:custGeom>
                <a:grpFill/>
                <a:ln w="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B6E7AB9-FEB9-581F-1BF9-0387E6723649}"/>
                    </a:ext>
                  </a:extLst>
                </p:cNvPr>
                <p:cNvSpPr/>
                <p:nvPr/>
              </p:nvSpPr>
              <p:spPr>
                <a:xfrm>
                  <a:off x="1033469" y="2569675"/>
                  <a:ext cx="73728" cy="95994"/>
                </a:xfrm>
                <a:custGeom>
                  <a:avLst/>
                  <a:gdLst>
                    <a:gd name="connsiteX0" fmla="*/ 73729 w 73728"/>
                    <a:gd name="connsiteY0" fmla="*/ 53943 h 95994"/>
                    <a:gd name="connsiteX1" fmla="*/ 73729 w 73728"/>
                    <a:gd name="connsiteY1" fmla="*/ 0 h 95994"/>
                    <a:gd name="connsiteX2" fmla="*/ 56473 w 73728"/>
                    <a:gd name="connsiteY2" fmla="*/ 0 h 95994"/>
                    <a:gd name="connsiteX3" fmla="*/ 56473 w 73728"/>
                    <a:gd name="connsiteY3" fmla="*/ 55056 h 95994"/>
                    <a:gd name="connsiteX4" fmla="*/ 36586 w 73728"/>
                    <a:gd name="connsiteY4" fmla="*/ 82078 h 95994"/>
                    <a:gd name="connsiteX5" fmla="*/ 17256 w 73728"/>
                    <a:gd name="connsiteY5" fmla="*/ 55056 h 95994"/>
                    <a:gd name="connsiteX6" fmla="*/ 17256 w 73728"/>
                    <a:gd name="connsiteY6" fmla="*/ 0 h 95994"/>
                    <a:gd name="connsiteX7" fmla="*/ 0 w 73728"/>
                    <a:gd name="connsiteY7" fmla="*/ 0 h 95994"/>
                    <a:gd name="connsiteX8" fmla="*/ 0 w 73728"/>
                    <a:gd name="connsiteY8" fmla="*/ 54044 h 95994"/>
                    <a:gd name="connsiteX9" fmla="*/ 35928 w 73728"/>
                    <a:gd name="connsiteY9" fmla="*/ 95994 h 95994"/>
                    <a:gd name="connsiteX10" fmla="*/ 73678 w 73728"/>
                    <a:gd name="connsiteY10" fmla="*/ 53943 h 95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grpFill/>
                <a:ln w="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872FC62B-E036-B606-96DD-60BD3CC20553}"/>
                    </a:ext>
                  </a:extLst>
                </p:cNvPr>
                <p:cNvSpPr/>
                <p:nvPr/>
              </p:nvSpPr>
              <p:spPr>
                <a:xfrm>
                  <a:off x="866428" y="2569675"/>
                  <a:ext cx="74892" cy="94476"/>
                </a:xfrm>
                <a:custGeom>
                  <a:avLst/>
                  <a:gdLst>
                    <a:gd name="connsiteX0" fmla="*/ 74842 w 74892"/>
                    <a:gd name="connsiteY0" fmla="*/ 0 h 94476"/>
                    <a:gd name="connsiteX1" fmla="*/ 58902 w 74892"/>
                    <a:gd name="connsiteY1" fmla="*/ 0 h 94476"/>
                    <a:gd name="connsiteX2" fmla="*/ 58902 w 74892"/>
                    <a:gd name="connsiteY2" fmla="*/ 32943 h 94476"/>
                    <a:gd name="connsiteX3" fmla="*/ 60420 w 74892"/>
                    <a:gd name="connsiteY3" fmla="*/ 72110 h 94476"/>
                    <a:gd name="connsiteX4" fmla="*/ 60117 w 74892"/>
                    <a:gd name="connsiteY4" fmla="*/ 72211 h 94476"/>
                    <a:gd name="connsiteX5" fmla="*/ 44075 w 74892"/>
                    <a:gd name="connsiteY5" fmla="*/ 40584 h 94476"/>
                    <a:gd name="connsiteX6" fmla="*/ 19685 w 74892"/>
                    <a:gd name="connsiteY6" fmla="*/ 51 h 94476"/>
                    <a:gd name="connsiteX7" fmla="*/ 0 w 74892"/>
                    <a:gd name="connsiteY7" fmla="*/ 51 h 94476"/>
                    <a:gd name="connsiteX8" fmla="*/ 0 w 74892"/>
                    <a:gd name="connsiteY8" fmla="*/ 94476 h 94476"/>
                    <a:gd name="connsiteX9" fmla="*/ 15940 w 74892"/>
                    <a:gd name="connsiteY9" fmla="*/ 94476 h 94476"/>
                    <a:gd name="connsiteX10" fmla="*/ 15940 w 74892"/>
                    <a:gd name="connsiteY10" fmla="*/ 60673 h 94476"/>
                    <a:gd name="connsiteX11" fmla="*/ 15029 w 74892"/>
                    <a:gd name="connsiteY11" fmla="*/ 20444 h 94476"/>
                    <a:gd name="connsiteX12" fmla="*/ 15485 w 74892"/>
                    <a:gd name="connsiteY12" fmla="*/ 20342 h 94476"/>
                    <a:gd name="connsiteX13" fmla="*/ 32386 w 74892"/>
                    <a:gd name="connsiteY13" fmla="*/ 52931 h 94476"/>
                    <a:gd name="connsiteX14" fmla="*/ 57030 w 74892"/>
                    <a:gd name="connsiteY14" fmla="*/ 94476 h 94476"/>
                    <a:gd name="connsiteX15" fmla="*/ 74893 w 74892"/>
                    <a:gd name="connsiteY15" fmla="*/ 94476 h 94476"/>
                    <a:gd name="connsiteX16" fmla="*/ 74893 w 74892"/>
                    <a:gd name="connsiteY16"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grpFill/>
                <a:ln w="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DEA767F3-C1A8-68DB-D889-E907086EA6BB}"/>
                    </a:ext>
                  </a:extLst>
                </p:cNvPr>
                <p:cNvSpPr/>
                <p:nvPr/>
              </p:nvSpPr>
              <p:spPr>
                <a:xfrm>
                  <a:off x="997743" y="2711313"/>
                  <a:ext cx="17205" cy="94425"/>
                </a:xfrm>
                <a:custGeom>
                  <a:avLst/>
                  <a:gdLst>
                    <a:gd name="connsiteX0" fmla="*/ 0 w 17205"/>
                    <a:gd name="connsiteY0" fmla="*/ 0 h 94425"/>
                    <a:gd name="connsiteX1" fmla="*/ 17205 w 17205"/>
                    <a:gd name="connsiteY1" fmla="*/ 0 h 94425"/>
                    <a:gd name="connsiteX2" fmla="*/ 17205 w 17205"/>
                    <a:gd name="connsiteY2" fmla="*/ 94426 h 94425"/>
                    <a:gd name="connsiteX3" fmla="*/ 0 w 17205"/>
                    <a:gd name="connsiteY3" fmla="*/ 94426 h 94425"/>
                  </a:gdLst>
                  <a:ahLst/>
                  <a:cxnLst>
                    <a:cxn ang="0">
                      <a:pos x="connsiteX0" y="connsiteY0"/>
                    </a:cxn>
                    <a:cxn ang="0">
                      <a:pos x="connsiteX1" y="connsiteY1"/>
                    </a:cxn>
                    <a:cxn ang="0">
                      <a:pos x="connsiteX2" y="connsiteY2"/>
                    </a:cxn>
                    <a:cxn ang="0">
                      <a:pos x="connsiteX3" y="connsiteY3"/>
                    </a:cxn>
                  </a:cxnLst>
                  <a:rect l="l" t="t" r="r" b="b"/>
                  <a:pathLst>
                    <a:path w="17205" h="94425">
                      <a:moveTo>
                        <a:pt x="0" y="0"/>
                      </a:moveTo>
                      <a:lnTo>
                        <a:pt x="17205" y="0"/>
                      </a:lnTo>
                      <a:lnTo>
                        <a:pt x="17205" y="94426"/>
                      </a:lnTo>
                      <a:lnTo>
                        <a:pt x="0" y="94426"/>
                      </a:lnTo>
                      <a:close/>
                    </a:path>
                  </a:pathLst>
                </a:custGeom>
                <a:grpFill/>
                <a:ln w="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047D4F2A-9490-5517-5E86-AA94D5497A6F}"/>
                    </a:ext>
                  </a:extLst>
                </p:cNvPr>
                <p:cNvSpPr/>
                <p:nvPr/>
              </p:nvSpPr>
              <p:spPr>
                <a:xfrm>
                  <a:off x="833536" y="2711262"/>
                  <a:ext cx="66239" cy="94476"/>
                </a:xfrm>
                <a:custGeom>
                  <a:avLst/>
                  <a:gdLst>
                    <a:gd name="connsiteX0" fmla="*/ 45796 w 66239"/>
                    <a:gd name="connsiteY0" fmla="*/ 50198 h 94476"/>
                    <a:gd name="connsiteX1" fmla="*/ 45796 w 66239"/>
                    <a:gd name="connsiteY1" fmla="*/ 49794 h 94476"/>
                    <a:gd name="connsiteX2" fmla="*/ 62799 w 66239"/>
                    <a:gd name="connsiteY2" fmla="*/ 26364 h 94476"/>
                    <a:gd name="connsiteX3" fmla="*/ 54753 w 66239"/>
                    <a:gd name="connsiteY3" fmla="*/ 7540 h 94476"/>
                    <a:gd name="connsiteX4" fmla="*/ 25909 w 66239"/>
                    <a:gd name="connsiteY4" fmla="*/ 0 h 94476"/>
                    <a:gd name="connsiteX5" fmla="*/ 0 w 66239"/>
                    <a:gd name="connsiteY5" fmla="*/ 2024 h 94476"/>
                    <a:gd name="connsiteX6" fmla="*/ 0 w 66239"/>
                    <a:gd name="connsiteY6" fmla="*/ 94476 h 94476"/>
                    <a:gd name="connsiteX7" fmla="*/ 16952 w 66239"/>
                    <a:gd name="connsiteY7" fmla="*/ 94476 h 94476"/>
                    <a:gd name="connsiteX8" fmla="*/ 16952 w 66239"/>
                    <a:gd name="connsiteY8" fmla="*/ 55967 h 94476"/>
                    <a:gd name="connsiteX9" fmla="*/ 25555 w 66239"/>
                    <a:gd name="connsiteY9" fmla="*/ 55967 h 94476"/>
                    <a:gd name="connsiteX10" fmla="*/ 42406 w 66239"/>
                    <a:gd name="connsiteY10" fmla="*/ 72363 h 94476"/>
                    <a:gd name="connsiteX11" fmla="*/ 48680 w 66239"/>
                    <a:gd name="connsiteY11" fmla="*/ 94476 h 94476"/>
                    <a:gd name="connsiteX12" fmla="*/ 66240 w 66239"/>
                    <a:gd name="connsiteY12" fmla="*/ 94476 h 94476"/>
                    <a:gd name="connsiteX13" fmla="*/ 58852 w 66239"/>
                    <a:gd name="connsiteY13" fmla="*/ 68365 h 94476"/>
                    <a:gd name="connsiteX14" fmla="*/ 45796 w 66239"/>
                    <a:gd name="connsiteY14" fmla="*/ 50249 h 94476"/>
                    <a:gd name="connsiteX15" fmla="*/ 27022 w 66239"/>
                    <a:gd name="connsiteY15" fmla="*/ 43367 h 94476"/>
                    <a:gd name="connsiteX16" fmla="*/ 16901 w 66239"/>
                    <a:gd name="connsiteY16" fmla="*/ 43367 h 94476"/>
                    <a:gd name="connsiteX17" fmla="*/ 16901 w 66239"/>
                    <a:gd name="connsiteY17" fmla="*/ 13764 h 94476"/>
                    <a:gd name="connsiteX18" fmla="*/ 27528 w 66239"/>
                    <a:gd name="connsiteY18" fmla="*/ 12904 h 94476"/>
                    <a:gd name="connsiteX19" fmla="*/ 45745 w 66239"/>
                    <a:gd name="connsiteY19" fmla="*/ 27933 h 94476"/>
                    <a:gd name="connsiteX20" fmla="*/ 27022 w 66239"/>
                    <a:gd name="connsiteY20" fmla="*/ 43367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grpFill/>
                <a:ln w="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F2D6FFEA-F2A8-737A-112A-7609A9A57043}"/>
                    </a:ext>
                  </a:extLst>
                </p:cNvPr>
                <p:cNvSpPr/>
                <p:nvPr/>
              </p:nvSpPr>
              <p:spPr>
                <a:xfrm>
                  <a:off x="904835" y="2711313"/>
                  <a:ext cx="82837" cy="94425"/>
                </a:xfrm>
                <a:custGeom>
                  <a:avLst/>
                  <a:gdLst>
                    <a:gd name="connsiteX0" fmla="*/ 50704 w 82837"/>
                    <a:gd name="connsiteY0" fmla="*/ 43215 h 94425"/>
                    <a:gd name="connsiteX1" fmla="*/ 41140 w 82837"/>
                    <a:gd name="connsiteY1" fmla="*/ 77372 h 94425"/>
                    <a:gd name="connsiteX2" fmla="*/ 40837 w 82837"/>
                    <a:gd name="connsiteY2" fmla="*/ 77372 h 94425"/>
                    <a:gd name="connsiteX3" fmla="*/ 31627 w 82837"/>
                    <a:gd name="connsiteY3" fmla="*/ 42962 h 94425"/>
                    <a:gd name="connsiteX4" fmla="*/ 18774 w 82837"/>
                    <a:gd name="connsiteY4" fmla="*/ 0 h 94425"/>
                    <a:gd name="connsiteX5" fmla="*/ 0 w 82837"/>
                    <a:gd name="connsiteY5" fmla="*/ 0 h 94425"/>
                    <a:gd name="connsiteX6" fmla="*/ 30514 w 82837"/>
                    <a:gd name="connsiteY6" fmla="*/ 94426 h 94425"/>
                    <a:gd name="connsiteX7" fmla="*/ 50249 w 82837"/>
                    <a:gd name="connsiteY7" fmla="*/ 94426 h 94425"/>
                    <a:gd name="connsiteX8" fmla="*/ 82837 w 82837"/>
                    <a:gd name="connsiteY8" fmla="*/ 0 h 94425"/>
                    <a:gd name="connsiteX9" fmla="*/ 64519 w 82837"/>
                    <a:gd name="connsiteY9" fmla="*/ 0 h 94425"/>
                    <a:gd name="connsiteX10" fmla="*/ 50755 w 82837"/>
                    <a:gd name="connsiteY10" fmla="*/ 43215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grpFill/>
                <a:ln w="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FC703AE0-71E3-9D45-4510-03B5A98783C5}"/>
                    </a:ext>
                  </a:extLst>
                </p:cNvPr>
                <p:cNvSpPr/>
                <p:nvPr/>
              </p:nvSpPr>
              <p:spPr>
                <a:xfrm>
                  <a:off x="1116964" y="2711313"/>
                  <a:ext cx="56979" cy="94425"/>
                </a:xfrm>
                <a:custGeom>
                  <a:avLst/>
                  <a:gdLst>
                    <a:gd name="connsiteX0" fmla="*/ 17205 w 56979"/>
                    <a:gd name="connsiteY0" fmla="*/ 52526 h 94425"/>
                    <a:gd name="connsiteX1" fmla="*/ 52779 w 56979"/>
                    <a:gd name="connsiteY1" fmla="*/ 52526 h 94425"/>
                    <a:gd name="connsiteX2" fmla="*/ 52779 w 56979"/>
                    <a:gd name="connsiteY2" fmla="*/ 38458 h 94425"/>
                    <a:gd name="connsiteX3" fmla="*/ 17205 w 56979"/>
                    <a:gd name="connsiteY3" fmla="*/ 38458 h 94425"/>
                    <a:gd name="connsiteX4" fmla="*/ 17205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05 w 56979"/>
                    <a:gd name="connsiteY11" fmla="*/ 80257 h 94425"/>
                    <a:gd name="connsiteX12" fmla="*/ 17205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grpFill/>
                <a:ln w="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675ADADE-CC17-8546-2462-848F91E60DCD}"/>
                    </a:ext>
                  </a:extLst>
                </p:cNvPr>
                <p:cNvSpPr/>
                <p:nvPr/>
              </p:nvSpPr>
              <p:spPr>
                <a:xfrm>
                  <a:off x="1029724" y="2709846"/>
                  <a:ext cx="73374" cy="97411"/>
                </a:xfrm>
                <a:custGeom>
                  <a:avLst/>
                  <a:gdLst>
                    <a:gd name="connsiteX0" fmla="*/ 51261 w 73374"/>
                    <a:gd name="connsiteY0" fmla="*/ 14219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19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grp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3B5CA8A9-8D1C-6DC4-A8BB-D25C19E6CAC3}"/>
                    </a:ext>
                  </a:extLst>
                </p:cNvPr>
                <p:cNvSpPr/>
                <p:nvPr/>
              </p:nvSpPr>
              <p:spPr>
                <a:xfrm>
                  <a:off x="684712"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70D9E64A-FE1C-F590-F821-734466A76A30}"/>
                    </a:ext>
                  </a:extLst>
                </p:cNvPr>
                <p:cNvSpPr/>
                <p:nvPr/>
              </p:nvSpPr>
              <p:spPr>
                <a:xfrm>
                  <a:off x="761426" y="2711313"/>
                  <a:ext cx="56979" cy="94425"/>
                </a:xfrm>
                <a:custGeom>
                  <a:avLst/>
                  <a:gdLst>
                    <a:gd name="connsiteX0" fmla="*/ 17256 w 56979"/>
                    <a:gd name="connsiteY0" fmla="*/ 52526 h 94425"/>
                    <a:gd name="connsiteX1" fmla="*/ 52779 w 56979"/>
                    <a:gd name="connsiteY1" fmla="*/ 52526 h 94425"/>
                    <a:gd name="connsiteX2" fmla="*/ 52779 w 56979"/>
                    <a:gd name="connsiteY2" fmla="*/ 38458 h 94425"/>
                    <a:gd name="connsiteX3" fmla="*/ 17256 w 56979"/>
                    <a:gd name="connsiteY3" fmla="*/ 38458 h 94425"/>
                    <a:gd name="connsiteX4" fmla="*/ 17256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56 w 56979"/>
                    <a:gd name="connsiteY11" fmla="*/ 80257 h 94425"/>
                    <a:gd name="connsiteX12" fmla="*/ 17256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grpFill/>
                <a:ln w="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0C6D082C-3140-3A39-CC41-9FE71FFFB60D}"/>
                    </a:ext>
                  </a:extLst>
                </p:cNvPr>
                <p:cNvSpPr/>
                <p:nvPr/>
              </p:nvSpPr>
              <p:spPr>
                <a:xfrm>
                  <a:off x="1184874"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grpSp>
        </p:grpSp>
        <p:grpSp>
          <p:nvGrpSpPr>
            <p:cNvPr id="6" name="Graphic 8">
              <a:extLst>
                <a:ext uri="{FF2B5EF4-FFF2-40B4-BE49-F238E27FC236}">
                  <a16:creationId xmlns:a16="http://schemas.microsoft.com/office/drawing/2014/main" id="{A3DF53A1-73C1-0D43-22FA-A3EA05CE0A86}"/>
                </a:ext>
              </a:extLst>
            </p:cNvPr>
            <p:cNvGrpSpPr/>
            <p:nvPr/>
          </p:nvGrpSpPr>
          <p:grpSpPr>
            <a:xfrm>
              <a:off x="8352719" y="159185"/>
              <a:ext cx="509877" cy="453727"/>
              <a:chOff x="8599610" y="2333965"/>
              <a:chExt cx="542618" cy="474759"/>
            </a:xfrm>
            <a:grpFill/>
          </p:grpSpPr>
          <p:sp>
            <p:nvSpPr>
              <p:cNvPr id="7" name="Freeform: Shape 6">
                <a:extLst>
                  <a:ext uri="{FF2B5EF4-FFF2-40B4-BE49-F238E27FC236}">
                    <a16:creationId xmlns:a16="http://schemas.microsoft.com/office/drawing/2014/main" id="{8B758C9B-3E5E-1985-2E73-72DF3C7B1E1C}"/>
                  </a:ext>
                </a:extLst>
              </p:cNvPr>
              <p:cNvSpPr/>
              <p:nvPr/>
            </p:nvSpPr>
            <p:spPr>
              <a:xfrm>
                <a:off x="859961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160 w 130657"/>
                  <a:gd name="connsiteY3" fmla="*/ 39723 h 135211"/>
                  <a:gd name="connsiteX4" fmla="*/ 93160 w 130657"/>
                  <a:gd name="connsiteY4" fmla="*/ 135212 h 135211"/>
                  <a:gd name="connsiteX5" fmla="*/ 38711 w 130657"/>
                  <a:gd name="connsiteY5" fmla="*/ 135212 h 135211"/>
                  <a:gd name="connsiteX6" fmla="*/ 38711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grpFill/>
              <a:ln w="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0B647EDF-3207-2E63-F2FE-8D715A119C50}"/>
                  </a:ext>
                </a:extLst>
              </p:cNvPr>
              <p:cNvSpPr/>
              <p:nvPr/>
            </p:nvSpPr>
            <p:spPr>
              <a:xfrm>
                <a:off x="8716605" y="2673513"/>
                <a:ext cx="160563" cy="135211"/>
              </a:xfrm>
              <a:custGeom>
                <a:avLst/>
                <a:gdLst>
                  <a:gd name="connsiteX0" fmla="*/ 79801 w 160563"/>
                  <a:gd name="connsiteY0" fmla="*/ 54651 h 135211"/>
                  <a:gd name="connsiteX1" fmla="*/ 52324 w 160563"/>
                  <a:gd name="connsiteY1" fmla="*/ 135212 h 135211"/>
                  <a:gd name="connsiteX2" fmla="*/ 0 w 160563"/>
                  <a:gd name="connsiteY2" fmla="*/ 135212 h 135211"/>
                  <a:gd name="connsiteX3" fmla="*/ 51312 w 160563"/>
                  <a:gd name="connsiteY3" fmla="*/ 0 h 135211"/>
                  <a:gd name="connsiteX4" fmla="*/ 108088 w 160563"/>
                  <a:gd name="connsiteY4" fmla="*/ 0 h 135211"/>
                  <a:gd name="connsiteX5" fmla="*/ 160564 w 160563"/>
                  <a:gd name="connsiteY5" fmla="*/ 135212 h 135211"/>
                  <a:gd name="connsiteX6" fmla="*/ 107633 w 160563"/>
                  <a:gd name="connsiteY6" fmla="*/ 135212 h 135211"/>
                  <a:gd name="connsiteX7" fmla="*/ 79801 w 16056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grpFill/>
              <a:ln w="0"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B854DFCB-9AC5-CE9B-3A4A-A566A428D66E}"/>
                  </a:ext>
                </a:extLst>
              </p:cNvPr>
              <p:cNvSpPr/>
              <p:nvPr/>
            </p:nvSpPr>
            <p:spPr>
              <a:xfrm>
                <a:off x="886467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211 w 130657"/>
                  <a:gd name="connsiteY3" fmla="*/ 39723 h 135211"/>
                  <a:gd name="connsiteX4" fmla="*/ 93211 w 130657"/>
                  <a:gd name="connsiteY4" fmla="*/ 135212 h 135211"/>
                  <a:gd name="connsiteX5" fmla="*/ 38762 w 130657"/>
                  <a:gd name="connsiteY5" fmla="*/ 135212 h 135211"/>
                  <a:gd name="connsiteX6" fmla="*/ 38762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grpFill/>
              <a:ln w="0"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E69A03F-E307-77C2-CEA7-01B897EC886E}"/>
                  </a:ext>
                </a:extLst>
              </p:cNvPr>
              <p:cNvSpPr/>
              <p:nvPr/>
            </p:nvSpPr>
            <p:spPr>
              <a:xfrm>
                <a:off x="8981715" y="2673513"/>
                <a:ext cx="160513" cy="135211"/>
              </a:xfrm>
              <a:custGeom>
                <a:avLst/>
                <a:gdLst>
                  <a:gd name="connsiteX0" fmla="*/ 79750 w 160513"/>
                  <a:gd name="connsiteY0" fmla="*/ 54651 h 135211"/>
                  <a:gd name="connsiteX1" fmla="*/ 52273 w 160513"/>
                  <a:gd name="connsiteY1" fmla="*/ 135212 h 135211"/>
                  <a:gd name="connsiteX2" fmla="*/ 0 w 160513"/>
                  <a:gd name="connsiteY2" fmla="*/ 135212 h 135211"/>
                  <a:gd name="connsiteX3" fmla="*/ 51261 w 160513"/>
                  <a:gd name="connsiteY3" fmla="*/ 0 h 135211"/>
                  <a:gd name="connsiteX4" fmla="*/ 108038 w 160513"/>
                  <a:gd name="connsiteY4" fmla="*/ 0 h 135211"/>
                  <a:gd name="connsiteX5" fmla="*/ 160513 w 160513"/>
                  <a:gd name="connsiteY5" fmla="*/ 135212 h 135211"/>
                  <a:gd name="connsiteX6" fmla="*/ 107633 w 160513"/>
                  <a:gd name="connsiteY6" fmla="*/ 135212 h 135211"/>
                  <a:gd name="connsiteX7" fmla="*/ 79750 w 16051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grpFill/>
              <a:ln w="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F4399F9-A76E-4086-9675-07EEB39138B2}"/>
                  </a:ext>
                </a:extLst>
              </p:cNvPr>
              <p:cNvSpPr/>
              <p:nvPr/>
            </p:nvSpPr>
            <p:spPr>
              <a:xfrm>
                <a:off x="8678855" y="2333965"/>
                <a:ext cx="384685" cy="271536"/>
              </a:xfrm>
              <a:custGeom>
                <a:avLst/>
                <a:gdLst>
                  <a:gd name="connsiteX0" fmla="*/ 384584 w 384685"/>
                  <a:gd name="connsiteY0" fmla="*/ 91086 h 271536"/>
                  <a:gd name="connsiteX1" fmla="*/ 365305 w 384685"/>
                  <a:gd name="connsiteY1" fmla="*/ 63709 h 271536"/>
                  <a:gd name="connsiteX2" fmla="*/ 292032 w 384685"/>
                  <a:gd name="connsiteY2" fmla="*/ 17104 h 271536"/>
                  <a:gd name="connsiteX3" fmla="*/ 192292 w 384685"/>
                  <a:gd name="connsiteY3" fmla="*/ 0 h 271536"/>
                  <a:gd name="connsiteX4" fmla="*/ 92553 w 384685"/>
                  <a:gd name="connsiteY4" fmla="*/ 17104 h 271536"/>
                  <a:gd name="connsiteX5" fmla="*/ 19280 w 384685"/>
                  <a:gd name="connsiteY5" fmla="*/ 63709 h 271536"/>
                  <a:gd name="connsiteX6" fmla="*/ 0 w 384685"/>
                  <a:gd name="connsiteY6" fmla="*/ 91136 h 271536"/>
                  <a:gd name="connsiteX7" fmla="*/ 167800 w 384685"/>
                  <a:gd name="connsiteY7" fmla="*/ 67909 h 271536"/>
                  <a:gd name="connsiteX8" fmla="*/ 180603 w 384685"/>
                  <a:gd name="connsiteY8" fmla="*/ 73122 h 271536"/>
                  <a:gd name="connsiteX9" fmla="*/ 183589 w 384685"/>
                  <a:gd name="connsiteY9" fmla="*/ 98879 h 271536"/>
                  <a:gd name="connsiteX10" fmla="*/ 181818 w 384685"/>
                  <a:gd name="connsiteY10" fmla="*/ 271334 h 271536"/>
                  <a:gd name="connsiteX11" fmla="*/ 192343 w 384685"/>
                  <a:gd name="connsiteY11" fmla="*/ 271537 h 271536"/>
                  <a:gd name="connsiteX12" fmla="*/ 202919 w 384685"/>
                  <a:gd name="connsiteY12" fmla="*/ 271334 h 271536"/>
                  <a:gd name="connsiteX13" fmla="*/ 201148 w 384685"/>
                  <a:gd name="connsiteY13" fmla="*/ 98879 h 271536"/>
                  <a:gd name="connsiteX14" fmla="*/ 204134 w 384685"/>
                  <a:gd name="connsiteY14" fmla="*/ 73122 h 271536"/>
                  <a:gd name="connsiteX15" fmla="*/ 216936 w 384685"/>
                  <a:gd name="connsiteY15" fmla="*/ 67909 h 271536"/>
                  <a:gd name="connsiteX16" fmla="*/ 384686 w 384685"/>
                  <a:gd name="connsiteY16" fmla="*/ 91086 h 27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grpFill/>
              <a:ln w="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CDE89D94-7935-B81B-A689-AB992D758F94}"/>
                  </a:ext>
                </a:extLst>
              </p:cNvPr>
              <p:cNvSpPr/>
              <p:nvPr/>
            </p:nvSpPr>
            <p:spPr>
              <a:xfrm>
                <a:off x="8907519" y="2429876"/>
                <a:ext cx="166901" cy="168288"/>
              </a:xfrm>
              <a:custGeom>
                <a:avLst/>
                <a:gdLst>
                  <a:gd name="connsiteX0" fmla="*/ 164219 w 166901"/>
                  <a:gd name="connsiteY0" fmla="*/ 17592 h 168288"/>
                  <a:gd name="connsiteX1" fmla="*/ 31284 w 166901"/>
                  <a:gd name="connsiteY1" fmla="*/ 184 h 168288"/>
                  <a:gd name="connsiteX2" fmla="*/ 1328 w 166901"/>
                  <a:gd name="connsiteY2" fmla="*/ 32469 h 168288"/>
                  <a:gd name="connsiteX3" fmla="*/ 2137 w 166901"/>
                  <a:gd name="connsiteY3" fmla="*/ 37530 h 168288"/>
                  <a:gd name="connsiteX4" fmla="*/ 29210 w 166901"/>
                  <a:gd name="connsiteY4" fmla="*/ 168288 h 168288"/>
                  <a:gd name="connsiteX5" fmla="*/ 166901 w 166901"/>
                  <a:gd name="connsiteY5" fmla="*/ 39807 h 168288"/>
                  <a:gd name="connsiteX6" fmla="*/ 164219 w 166901"/>
                  <a:gd name="connsiteY6" fmla="*/ 17592 h 16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grpFill/>
              <a:ln w="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9CCB17D0-8395-9A47-EB9E-4330F2B4E946}"/>
                  </a:ext>
                </a:extLst>
              </p:cNvPr>
              <p:cNvSpPr/>
              <p:nvPr/>
            </p:nvSpPr>
            <p:spPr>
              <a:xfrm>
                <a:off x="8667823" y="2429927"/>
                <a:ext cx="166901" cy="168389"/>
              </a:xfrm>
              <a:custGeom>
                <a:avLst/>
                <a:gdLst>
                  <a:gd name="connsiteX0" fmla="*/ 165574 w 166901"/>
                  <a:gd name="connsiteY0" fmla="*/ 32469 h 168389"/>
                  <a:gd name="connsiteX1" fmla="*/ 135616 w 166901"/>
                  <a:gd name="connsiteY1" fmla="*/ 184 h 168389"/>
                  <a:gd name="connsiteX2" fmla="*/ 2631 w 166901"/>
                  <a:gd name="connsiteY2" fmla="*/ 17592 h 168389"/>
                  <a:gd name="connsiteX3" fmla="*/ 0 w 166901"/>
                  <a:gd name="connsiteY3" fmla="*/ 39807 h 168389"/>
                  <a:gd name="connsiteX4" fmla="*/ 30261 w 166901"/>
                  <a:gd name="connsiteY4" fmla="*/ 111815 h 168389"/>
                  <a:gd name="connsiteX5" fmla="*/ 103534 w 166901"/>
                  <a:gd name="connsiteY5" fmla="*/ 158421 h 168389"/>
                  <a:gd name="connsiteX6" fmla="*/ 137640 w 166901"/>
                  <a:gd name="connsiteY6" fmla="*/ 168389 h 168389"/>
                  <a:gd name="connsiteX7" fmla="*/ 165017 w 166901"/>
                  <a:gd name="connsiteY7" fmla="*/ 35860 h 168389"/>
                  <a:gd name="connsiteX8" fmla="*/ 165523 w 166901"/>
                  <a:gd name="connsiteY8" fmla="*/ 32469 h 168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grpFill/>
              <a:ln w="0" cap="flat">
                <a:noFill/>
                <a:prstDash val="solid"/>
                <a:miter/>
              </a:ln>
            </p:spPr>
            <p:txBody>
              <a:bodyPr rtlCol="0" anchor="ctr"/>
              <a:lstStyle/>
              <a:p>
                <a:endParaRPr lang="en-US"/>
              </a:p>
            </p:txBody>
          </p:sp>
        </p:grpSp>
      </p:grpSp>
      <p:pic>
        <p:nvPicPr>
          <p:cNvPr id="42" name="Graphic 41">
            <a:extLst>
              <a:ext uri="{FF2B5EF4-FFF2-40B4-BE49-F238E27FC236}">
                <a16:creationId xmlns:a16="http://schemas.microsoft.com/office/drawing/2014/main" id="{B5257D10-7A7F-6F94-753B-D3E859A6002D}"/>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0" y="0"/>
            <a:ext cx="9144000" cy="5143500"/>
          </a:xfrm>
          <a:prstGeom prst="rect">
            <a:avLst/>
          </a:prstGeom>
        </p:spPr>
      </p:pic>
    </p:spTree>
    <p:extLst>
      <p:ext uri="{BB962C8B-B14F-4D97-AF65-F5344CB8AC3E}">
        <p14:creationId xmlns:p14="http://schemas.microsoft.com/office/powerpoint/2010/main" val="17068570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3_Blank">
    <p:bg>
      <p:bgPr>
        <a:gradFill>
          <a:gsLst>
            <a:gs pos="0">
              <a:srgbClr val="000000"/>
            </a:gs>
            <a:gs pos="100000">
              <a:schemeClr val="tx1"/>
            </a:gs>
          </a:gsLst>
          <a:path path="circle">
            <a:fillToRect l="100000" b="100000"/>
          </a:path>
        </a:gra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9B6B087-8907-D4A7-EE59-93FC670966AA}"/>
              </a:ext>
            </a:extLst>
          </p:cNvPr>
          <p:cNvSpPr/>
          <p:nvPr userDrawn="1"/>
        </p:nvSpPr>
        <p:spPr>
          <a:xfrm>
            <a:off x="71120" y="4552950"/>
            <a:ext cx="9011920" cy="5905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41" name="Rectangle 40">
            <a:extLst>
              <a:ext uri="{FF2B5EF4-FFF2-40B4-BE49-F238E27FC236}">
                <a16:creationId xmlns:a16="http://schemas.microsoft.com/office/drawing/2014/main" id="{9ACB13AC-B28F-2DD7-259A-C664A85DBB1A}"/>
              </a:ext>
            </a:extLst>
          </p:cNvPr>
          <p:cNvSpPr/>
          <p:nvPr userDrawn="1"/>
        </p:nvSpPr>
        <p:spPr>
          <a:xfrm>
            <a:off x="0" y="-11430"/>
            <a:ext cx="9144000" cy="5166360"/>
          </a:xfrm>
          <a:prstGeom prst="rect">
            <a:avLst/>
          </a:prstGeom>
          <a:gradFill flip="none" rotWithShape="1">
            <a:gsLst>
              <a:gs pos="0">
                <a:srgbClr val="4E84C4"/>
              </a:gs>
              <a:gs pos="95000">
                <a:schemeClr val="tx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pSp>
        <p:nvGrpSpPr>
          <p:cNvPr id="2" name="Group 1">
            <a:extLst>
              <a:ext uri="{FF2B5EF4-FFF2-40B4-BE49-F238E27FC236}">
                <a16:creationId xmlns:a16="http://schemas.microsoft.com/office/drawing/2014/main" id="{C10FBAEB-75C4-77BD-5419-E7D8A7DC543A}"/>
              </a:ext>
            </a:extLst>
          </p:cNvPr>
          <p:cNvGrpSpPr/>
          <p:nvPr userDrawn="1"/>
        </p:nvGrpSpPr>
        <p:grpSpPr>
          <a:xfrm>
            <a:off x="268664" y="159185"/>
            <a:ext cx="8556433" cy="451747"/>
            <a:chOff x="268664" y="159185"/>
            <a:chExt cx="8593932" cy="453727"/>
          </a:xfrm>
          <a:solidFill>
            <a:schemeClr val="bg1"/>
          </a:solidFill>
        </p:grpSpPr>
        <p:grpSp>
          <p:nvGrpSpPr>
            <p:cNvPr id="3" name="Group 2">
              <a:extLst>
                <a:ext uri="{FF2B5EF4-FFF2-40B4-BE49-F238E27FC236}">
                  <a16:creationId xmlns:a16="http://schemas.microsoft.com/office/drawing/2014/main" id="{B0F2822A-7792-6C71-160E-639378D1E428}"/>
                </a:ext>
              </a:extLst>
            </p:cNvPr>
            <p:cNvGrpSpPr/>
            <p:nvPr userDrawn="1"/>
          </p:nvGrpSpPr>
          <p:grpSpPr>
            <a:xfrm>
              <a:off x="268664" y="259103"/>
              <a:ext cx="1481677" cy="353809"/>
              <a:chOff x="0" y="2427986"/>
              <a:chExt cx="1581147" cy="380839"/>
            </a:xfrm>
            <a:grpFill/>
          </p:grpSpPr>
          <p:grpSp>
            <p:nvGrpSpPr>
              <p:cNvPr id="14" name="Graphic 8">
                <a:extLst>
                  <a:ext uri="{FF2B5EF4-FFF2-40B4-BE49-F238E27FC236}">
                    <a16:creationId xmlns:a16="http://schemas.microsoft.com/office/drawing/2014/main" id="{F8FA334C-9E71-ADC2-FFA7-01D033768DD4}"/>
                  </a:ext>
                </a:extLst>
              </p:cNvPr>
              <p:cNvGrpSpPr/>
              <p:nvPr/>
            </p:nvGrpSpPr>
            <p:grpSpPr>
              <a:xfrm>
                <a:off x="0" y="2428340"/>
                <a:ext cx="605264" cy="380485"/>
                <a:chOff x="0" y="2428340"/>
                <a:chExt cx="605264" cy="380485"/>
              </a:xfrm>
              <a:grpFill/>
            </p:grpSpPr>
            <p:sp>
              <p:nvSpPr>
                <p:cNvPr id="39" name="Freeform: Shape 38">
                  <a:extLst>
                    <a:ext uri="{FF2B5EF4-FFF2-40B4-BE49-F238E27FC236}">
                      <a16:creationId xmlns:a16="http://schemas.microsoft.com/office/drawing/2014/main" id="{90AAED6D-7CBD-B068-B046-B3DD7A21A751}"/>
                    </a:ext>
                  </a:extLst>
                </p:cNvPr>
                <p:cNvSpPr/>
                <p:nvPr/>
              </p:nvSpPr>
              <p:spPr>
                <a:xfrm>
                  <a:off x="0" y="2428340"/>
                  <a:ext cx="605264" cy="380485"/>
                </a:xfrm>
                <a:custGeom>
                  <a:avLst/>
                  <a:gdLst>
                    <a:gd name="connsiteX0" fmla="*/ 559165 w 605264"/>
                    <a:gd name="connsiteY0" fmla="*/ 219921 h 380485"/>
                    <a:gd name="connsiteX1" fmla="*/ 514179 w 605264"/>
                    <a:gd name="connsiteY1" fmla="*/ 188598 h 380485"/>
                    <a:gd name="connsiteX2" fmla="*/ 512459 w 605264"/>
                    <a:gd name="connsiteY2" fmla="*/ 187384 h 380485"/>
                    <a:gd name="connsiteX3" fmla="*/ 488928 w 605264"/>
                    <a:gd name="connsiteY3" fmla="*/ 150747 h 380485"/>
                    <a:gd name="connsiteX4" fmla="*/ 523490 w 605264"/>
                    <a:gd name="connsiteY4" fmla="*/ 122156 h 380485"/>
                    <a:gd name="connsiteX5" fmla="*/ 576725 w 605264"/>
                    <a:gd name="connsiteY5" fmla="*/ 134250 h 380485"/>
                    <a:gd name="connsiteX6" fmla="*/ 597017 w 605264"/>
                    <a:gd name="connsiteY6" fmla="*/ 113908 h 380485"/>
                    <a:gd name="connsiteX7" fmla="*/ 581077 w 605264"/>
                    <a:gd name="connsiteY7" fmla="*/ 92452 h 380485"/>
                    <a:gd name="connsiteX8" fmla="*/ 521820 w 605264"/>
                    <a:gd name="connsiteY8" fmla="*/ 80358 h 380485"/>
                    <a:gd name="connsiteX9" fmla="*/ 465297 w 605264"/>
                    <a:gd name="connsiteY9" fmla="*/ 97968 h 380485"/>
                    <a:gd name="connsiteX10" fmla="*/ 458111 w 605264"/>
                    <a:gd name="connsiteY10" fmla="*/ 111023 h 380485"/>
                    <a:gd name="connsiteX11" fmla="*/ 465297 w 605264"/>
                    <a:gd name="connsiteY11" fmla="*/ 97917 h 380485"/>
                    <a:gd name="connsiteX12" fmla="*/ 457048 w 605264"/>
                    <a:gd name="connsiteY12" fmla="*/ 105052 h 380485"/>
                    <a:gd name="connsiteX13" fmla="*/ 456846 w 605264"/>
                    <a:gd name="connsiteY13" fmla="*/ 105305 h 380485"/>
                    <a:gd name="connsiteX14" fmla="*/ 415908 w 605264"/>
                    <a:gd name="connsiteY14" fmla="*/ 184752 h 380485"/>
                    <a:gd name="connsiteX15" fmla="*/ 403308 w 605264"/>
                    <a:gd name="connsiteY15" fmla="*/ 226500 h 380485"/>
                    <a:gd name="connsiteX16" fmla="*/ 289703 w 605264"/>
                    <a:gd name="connsiteY16" fmla="*/ 335297 h 380485"/>
                    <a:gd name="connsiteX17" fmla="*/ 190369 w 605264"/>
                    <a:gd name="connsiteY17" fmla="*/ 230346 h 380485"/>
                    <a:gd name="connsiteX18" fmla="*/ 281050 w 605264"/>
                    <a:gd name="connsiteY18" fmla="*/ 124889 h 380485"/>
                    <a:gd name="connsiteX19" fmla="*/ 284188 w 605264"/>
                    <a:gd name="connsiteY19" fmla="*/ 124838 h 380485"/>
                    <a:gd name="connsiteX20" fmla="*/ 336866 w 605264"/>
                    <a:gd name="connsiteY20" fmla="*/ 136376 h 380485"/>
                    <a:gd name="connsiteX21" fmla="*/ 355538 w 605264"/>
                    <a:gd name="connsiteY21" fmla="*/ 140778 h 380485"/>
                    <a:gd name="connsiteX22" fmla="*/ 377500 w 605264"/>
                    <a:gd name="connsiteY22" fmla="*/ 118766 h 380485"/>
                    <a:gd name="connsiteX23" fmla="*/ 377500 w 605264"/>
                    <a:gd name="connsiteY23" fmla="*/ 118766 h 380485"/>
                    <a:gd name="connsiteX24" fmla="*/ 377500 w 605264"/>
                    <a:gd name="connsiteY24" fmla="*/ 118766 h 380485"/>
                    <a:gd name="connsiteX25" fmla="*/ 361054 w 605264"/>
                    <a:gd name="connsiteY25" fmla="*/ 96804 h 380485"/>
                    <a:gd name="connsiteX26" fmla="*/ 284238 w 605264"/>
                    <a:gd name="connsiteY26" fmla="*/ 80307 h 380485"/>
                    <a:gd name="connsiteX27" fmla="*/ 137742 w 605264"/>
                    <a:gd name="connsiteY27" fmla="*/ 231459 h 380485"/>
                    <a:gd name="connsiteX28" fmla="*/ 137742 w 605264"/>
                    <a:gd name="connsiteY28" fmla="*/ 231459 h 380485"/>
                    <a:gd name="connsiteX29" fmla="*/ 137742 w 605264"/>
                    <a:gd name="connsiteY29" fmla="*/ 231459 h 380485"/>
                    <a:gd name="connsiteX30" fmla="*/ 137742 w 605264"/>
                    <a:gd name="connsiteY30" fmla="*/ 231459 h 380485"/>
                    <a:gd name="connsiteX31" fmla="*/ 149786 w 605264"/>
                    <a:gd name="connsiteY31" fmla="*/ 295725 h 380485"/>
                    <a:gd name="connsiteX32" fmla="*/ 98221 w 605264"/>
                    <a:gd name="connsiteY32" fmla="*/ 333677 h 380485"/>
                    <a:gd name="connsiteX33" fmla="*/ 52678 w 605264"/>
                    <a:gd name="connsiteY33" fmla="*/ 281455 h 380485"/>
                    <a:gd name="connsiteX34" fmla="*/ 52678 w 605264"/>
                    <a:gd name="connsiteY34" fmla="*/ 126457 h 380485"/>
                    <a:gd name="connsiteX35" fmla="*/ 116893 w 605264"/>
                    <a:gd name="connsiteY35" fmla="*/ 126457 h 380485"/>
                    <a:gd name="connsiteX36" fmla="*/ 141588 w 605264"/>
                    <a:gd name="connsiteY36" fmla="*/ 105002 h 380485"/>
                    <a:gd name="connsiteX37" fmla="*/ 116893 w 605264"/>
                    <a:gd name="connsiteY37" fmla="*/ 83546 h 380485"/>
                    <a:gd name="connsiteX38" fmla="*/ 52678 w 605264"/>
                    <a:gd name="connsiteY38" fmla="*/ 83546 h 380485"/>
                    <a:gd name="connsiteX39" fmla="*/ 52678 w 605264"/>
                    <a:gd name="connsiteY39" fmla="*/ 27478 h 380485"/>
                    <a:gd name="connsiteX40" fmla="*/ 26314 w 605264"/>
                    <a:gd name="connsiteY40" fmla="*/ 0 h 380485"/>
                    <a:gd name="connsiteX41" fmla="*/ 0 w 605264"/>
                    <a:gd name="connsiteY41" fmla="*/ 27579 h 380485"/>
                    <a:gd name="connsiteX42" fmla="*/ 0 w 605264"/>
                    <a:gd name="connsiteY42" fmla="*/ 287527 h 380485"/>
                    <a:gd name="connsiteX43" fmla="*/ 93312 w 605264"/>
                    <a:gd name="connsiteY43" fmla="*/ 379878 h 380485"/>
                    <a:gd name="connsiteX44" fmla="*/ 129291 w 605264"/>
                    <a:gd name="connsiteY44" fmla="*/ 373856 h 380485"/>
                    <a:gd name="connsiteX45" fmla="*/ 129494 w 605264"/>
                    <a:gd name="connsiteY45" fmla="*/ 373856 h 380485"/>
                    <a:gd name="connsiteX46" fmla="*/ 175087 w 605264"/>
                    <a:gd name="connsiteY46" fmla="*/ 335702 h 380485"/>
                    <a:gd name="connsiteX47" fmla="*/ 288084 w 605264"/>
                    <a:gd name="connsiteY47" fmla="*/ 380435 h 380485"/>
                    <a:gd name="connsiteX48" fmla="*/ 354931 w 605264"/>
                    <a:gd name="connsiteY48" fmla="*/ 365102 h 380485"/>
                    <a:gd name="connsiteX49" fmla="*/ 354982 w 605264"/>
                    <a:gd name="connsiteY49" fmla="*/ 365102 h 380485"/>
                    <a:gd name="connsiteX50" fmla="*/ 443335 w 605264"/>
                    <a:gd name="connsiteY50" fmla="*/ 237025 h 380485"/>
                    <a:gd name="connsiteX51" fmla="*/ 454872 w 605264"/>
                    <a:gd name="connsiteY51" fmla="*/ 199124 h 380485"/>
                    <a:gd name="connsiteX52" fmla="*/ 454720 w 605264"/>
                    <a:gd name="connsiteY52" fmla="*/ 198921 h 380485"/>
                    <a:gd name="connsiteX53" fmla="*/ 487815 w 605264"/>
                    <a:gd name="connsiteY53" fmla="*/ 229334 h 380485"/>
                    <a:gd name="connsiteX54" fmla="*/ 528955 w 605264"/>
                    <a:gd name="connsiteY54" fmla="*/ 257924 h 380485"/>
                    <a:gd name="connsiteX55" fmla="*/ 545756 w 605264"/>
                    <a:gd name="connsiteY55" fmla="*/ 270676 h 380485"/>
                    <a:gd name="connsiteX56" fmla="*/ 555320 w 605264"/>
                    <a:gd name="connsiteY56" fmla="*/ 298053 h 380485"/>
                    <a:gd name="connsiteX57" fmla="*/ 509777 w 605264"/>
                    <a:gd name="connsiteY57" fmla="*/ 337624 h 380485"/>
                    <a:gd name="connsiteX58" fmla="*/ 449964 w 605264"/>
                    <a:gd name="connsiteY58" fmla="*/ 324417 h 380485"/>
                    <a:gd name="connsiteX59" fmla="*/ 429672 w 605264"/>
                    <a:gd name="connsiteY59" fmla="*/ 344760 h 380485"/>
                    <a:gd name="connsiteX60" fmla="*/ 445612 w 605264"/>
                    <a:gd name="connsiteY60" fmla="*/ 366215 h 380485"/>
                    <a:gd name="connsiteX61" fmla="*/ 510384 w 605264"/>
                    <a:gd name="connsiteY61" fmla="*/ 380485 h 380485"/>
                    <a:gd name="connsiteX62" fmla="*/ 580621 w 605264"/>
                    <a:gd name="connsiteY62" fmla="*/ 356297 h 380485"/>
                    <a:gd name="connsiteX63" fmla="*/ 584467 w 605264"/>
                    <a:gd name="connsiteY63" fmla="*/ 352299 h 380485"/>
                    <a:gd name="connsiteX64" fmla="*/ 605265 w 605264"/>
                    <a:gd name="connsiteY64" fmla="*/ 298053 h 380485"/>
                    <a:gd name="connsiteX65" fmla="*/ 559165 w 605264"/>
                    <a:gd name="connsiteY65" fmla="*/ 220023 h 38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grpFill/>
                <a:ln w="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416EB74A-00CD-695B-AEA0-1443B3E2DF57}"/>
                    </a:ext>
                  </a:extLst>
                </p:cNvPr>
                <p:cNvSpPr/>
                <p:nvPr/>
              </p:nvSpPr>
              <p:spPr>
                <a:xfrm>
                  <a:off x="439539" y="2580150"/>
                  <a:ext cx="5060" cy="151"/>
                </a:xfrm>
                <a:custGeom>
                  <a:avLst/>
                  <a:gdLst>
                    <a:gd name="connsiteX0" fmla="*/ 0 w 5060"/>
                    <a:gd name="connsiteY0" fmla="*/ 0 h 151"/>
                    <a:gd name="connsiteX1" fmla="*/ 0 w 5060"/>
                    <a:gd name="connsiteY1" fmla="*/ 0 h 151"/>
                    <a:gd name="connsiteX2" fmla="*/ 0 w 5060"/>
                    <a:gd name="connsiteY2" fmla="*/ 152 h 151"/>
                    <a:gd name="connsiteX3" fmla="*/ 0 w 5060"/>
                    <a:gd name="connsiteY3" fmla="*/ 0 h 151"/>
                  </a:gdLst>
                  <a:ahLst/>
                  <a:cxnLst>
                    <a:cxn ang="0">
                      <a:pos x="connsiteX0" y="connsiteY0"/>
                    </a:cxn>
                    <a:cxn ang="0">
                      <a:pos x="connsiteX1" y="connsiteY1"/>
                    </a:cxn>
                    <a:cxn ang="0">
                      <a:pos x="connsiteX2" y="connsiteY2"/>
                    </a:cxn>
                    <a:cxn ang="0">
                      <a:pos x="connsiteX3" y="connsiteY3"/>
                    </a:cxn>
                  </a:cxnLst>
                  <a:rect l="l" t="t" r="r" b="b"/>
                  <a:pathLst>
                    <a:path w="5060" h="151">
                      <a:moveTo>
                        <a:pt x="0" y="0"/>
                      </a:moveTo>
                      <a:cubicBezTo>
                        <a:pt x="0" y="0"/>
                        <a:pt x="0" y="0"/>
                        <a:pt x="0" y="0"/>
                      </a:cubicBezTo>
                      <a:cubicBezTo>
                        <a:pt x="0" y="51"/>
                        <a:pt x="0" y="101"/>
                        <a:pt x="0" y="152"/>
                      </a:cubicBezTo>
                      <a:cubicBezTo>
                        <a:pt x="0" y="152"/>
                        <a:pt x="0" y="51"/>
                        <a:pt x="0" y="0"/>
                      </a:cubicBezTo>
                      <a:close/>
                    </a:path>
                  </a:pathLst>
                </a:custGeom>
                <a:grpFill/>
                <a:ln w="0" cap="flat">
                  <a:noFill/>
                  <a:prstDash val="solid"/>
                  <a:miter/>
                </a:ln>
              </p:spPr>
              <p:txBody>
                <a:bodyPr rtlCol="0" anchor="ctr"/>
                <a:lstStyle/>
                <a:p>
                  <a:endParaRPr lang="en-US"/>
                </a:p>
              </p:txBody>
            </p:sp>
          </p:grpSp>
          <p:grpSp>
            <p:nvGrpSpPr>
              <p:cNvPr id="15" name="Graphic 8">
                <a:extLst>
                  <a:ext uri="{FF2B5EF4-FFF2-40B4-BE49-F238E27FC236}">
                    <a16:creationId xmlns:a16="http://schemas.microsoft.com/office/drawing/2014/main" id="{410C9176-1AD8-A2AB-D3BF-9189FF20E84E}"/>
                  </a:ext>
                </a:extLst>
              </p:cNvPr>
              <p:cNvGrpSpPr/>
              <p:nvPr/>
            </p:nvGrpSpPr>
            <p:grpSpPr>
              <a:xfrm>
                <a:off x="684661" y="2427986"/>
                <a:ext cx="896486" cy="379270"/>
                <a:chOff x="684661" y="2427986"/>
                <a:chExt cx="896486" cy="379270"/>
              </a:xfrm>
              <a:grpFill/>
            </p:grpSpPr>
            <p:sp>
              <p:nvSpPr>
                <p:cNvPr id="16" name="Freeform: Shape 15">
                  <a:extLst>
                    <a:ext uri="{FF2B5EF4-FFF2-40B4-BE49-F238E27FC236}">
                      <a16:creationId xmlns:a16="http://schemas.microsoft.com/office/drawing/2014/main" id="{41F8B051-FE45-69D2-C62E-32980CF6BC11}"/>
                    </a:ext>
                  </a:extLst>
                </p:cNvPr>
                <p:cNvSpPr/>
                <p:nvPr/>
              </p:nvSpPr>
              <p:spPr>
                <a:xfrm>
                  <a:off x="684712"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42E23AF5-F773-906A-C89F-19573600B6A7}"/>
                    </a:ext>
                  </a:extLst>
                </p:cNvPr>
                <p:cNvSpPr/>
                <p:nvPr/>
              </p:nvSpPr>
              <p:spPr>
                <a:xfrm>
                  <a:off x="766739" y="2427986"/>
                  <a:ext cx="111934" cy="94425"/>
                </a:xfrm>
                <a:custGeom>
                  <a:avLst/>
                  <a:gdLst>
                    <a:gd name="connsiteX0" fmla="*/ 36788 w 111934"/>
                    <a:gd name="connsiteY0" fmla="*/ 94426 h 94425"/>
                    <a:gd name="connsiteX1" fmla="*/ 55967 w 111934"/>
                    <a:gd name="connsiteY1" fmla="*/ 37952 h 94425"/>
                    <a:gd name="connsiteX2" fmla="*/ 75146 w 111934"/>
                    <a:gd name="connsiteY2" fmla="*/ 94426 h 94425"/>
                    <a:gd name="connsiteX3" fmla="*/ 111934 w 111934"/>
                    <a:gd name="connsiteY3" fmla="*/ 94426 h 94425"/>
                    <a:gd name="connsiteX4" fmla="*/ 75905 w 111934"/>
                    <a:gd name="connsiteY4" fmla="*/ 0 h 94425"/>
                    <a:gd name="connsiteX5" fmla="*/ 36080 w 111934"/>
                    <a:gd name="connsiteY5" fmla="*/ 0 h 94425"/>
                    <a:gd name="connsiteX6" fmla="*/ 0 w 111934"/>
                    <a:gd name="connsiteY6" fmla="*/ 94426 h 94425"/>
                    <a:gd name="connsiteX7" fmla="*/ 36788 w 11193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CC62FB20-34BC-78E0-E4F4-9DA6E0CFC9DF}"/>
                    </a:ext>
                  </a:extLst>
                </p:cNvPr>
                <p:cNvSpPr/>
                <p:nvPr/>
              </p:nvSpPr>
              <p:spPr>
                <a:xfrm>
                  <a:off x="869666"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570EE2D-3A65-6188-D791-704FFE3FF4CF}"/>
                    </a:ext>
                  </a:extLst>
                </p:cNvPr>
                <p:cNvSpPr/>
                <p:nvPr/>
              </p:nvSpPr>
              <p:spPr>
                <a:xfrm>
                  <a:off x="951694" y="2427986"/>
                  <a:ext cx="111984" cy="94425"/>
                </a:xfrm>
                <a:custGeom>
                  <a:avLst/>
                  <a:gdLst>
                    <a:gd name="connsiteX0" fmla="*/ 36788 w 111984"/>
                    <a:gd name="connsiteY0" fmla="*/ 94426 h 94425"/>
                    <a:gd name="connsiteX1" fmla="*/ 55967 w 111984"/>
                    <a:gd name="connsiteY1" fmla="*/ 37952 h 94425"/>
                    <a:gd name="connsiteX2" fmla="*/ 75146 w 111984"/>
                    <a:gd name="connsiteY2" fmla="*/ 94426 h 94425"/>
                    <a:gd name="connsiteX3" fmla="*/ 111985 w 111984"/>
                    <a:gd name="connsiteY3" fmla="*/ 94426 h 94425"/>
                    <a:gd name="connsiteX4" fmla="*/ 75905 w 111984"/>
                    <a:gd name="connsiteY4" fmla="*/ 0 h 94425"/>
                    <a:gd name="connsiteX5" fmla="*/ 36080 w 111984"/>
                    <a:gd name="connsiteY5" fmla="*/ 0 h 94425"/>
                    <a:gd name="connsiteX6" fmla="*/ 0 w 111984"/>
                    <a:gd name="connsiteY6" fmla="*/ 94426 h 94425"/>
                    <a:gd name="connsiteX7" fmla="*/ 36788 w 11198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83977CD8-391E-C32D-88DC-2CFC84975ACF}"/>
                    </a:ext>
                  </a:extLst>
                </p:cNvPr>
                <p:cNvSpPr/>
                <p:nvPr/>
              </p:nvSpPr>
              <p:spPr>
                <a:xfrm>
                  <a:off x="1334356" y="2569675"/>
                  <a:ext cx="74842" cy="94476"/>
                </a:xfrm>
                <a:custGeom>
                  <a:avLst/>
                  <a:gdLst>
                    <a:gd name="connsiteX0" fmla="*/ 15434 w 74842"/>
                    <a:gd name="connsiteY0" fmla="*/ 20292 h 94476"/>
                    <a:gd name="connsiteX1" fmla="*/ 32335 w 74842"/>
                    <a:gd name="connsiteY1" fmla="*/ 52880 h 94476"/>
                    <a:gd name="connsiteX2" fmla="*/ 56979 w 74842"/>
                    <a:gd name="connsiteY2" fmla="*/ 94426 h 94476"/>
                    <a:gd name="connsiteX3" fmla="*/ 74842 w 74842"/>
                    <a:gd name="connsiteY3" fmla="*/ 94426 h 94476"/>
                    <a:gd name="connsiteX4" fmla="*/ 74842 w 74842"/>
                    <a:gd name="connsiteY4" fmla="*/ 0 h 94476"/>
                    <a:gd name="connsiteX5" fmla="*/ 58902 w 74842"/>
                    <a:gd name="connsiteY5" fmla="*/ 0 h 94476"/>
                    <a:gd name="connsiteX6" fmla="*/ 58902 w 74842"/>
                    <a:gd name="connsiteY6" fmla="*/ 32943 h 94476"/>
                    <a:gd name="connsiteX7" fmla="*/ 60420 w 74842"/>
                    <a:gd name="connsiteY7" fmla="*/ 72110 h 94476"/>
                    <a:gd name="connsiteX8" fmla="*/ 60117 w 74842"/>
                    <a:gd name="connsiteY8" fmla="*/ 72211 h 94476"/>
                    <a:gd name="connsiteX9" fmla="*/ 44075 w 74842"/>
                    <a:gd name="connsiteY9" fmla="*/ 40584 h 94476"/>
                    <a:gd name="connsiteX10" fmla="*/ 19685 w 74842"/>
                    <a:gd name="connsiteY10" fmla="*/ 51 h 94476"/>
                    <a:gd name="connsiteX11" fmla="*/ 0 w 74842"/>
                    <a:gd name="connsiteY11" fmla="*/ 51 h 94476"/>
                    <a:gd name="connsiteX12" fmla="*/ 0 w 74842"/>
                    <a:gd name="connsiteY12" fmla="*/ 94476 h 94476"/>
                    <a:gd name="connsiteX13" fmla="*/ 15940 w 74842"/>
                    <a:gd name="connsiteY13" fmla="*/ 94476 h 94476"/>
                    <a:gd name="connsiteX14" fmla="*/ 15940 w 74842"/>
                    <a:gd name="connsiteY14" fmla="*/ 60673 h 94476"/>
                    <a:gd name="connsiteX15" fmla="*/ 15029 w 74842"/>
                    <a:gd name="connsiteY15" fmla="*/ 20444 h 94476"/>
                    <a:gd name="connsiteX16" fmla="*/ 15485 w 74842"/>
                    <a:gd name="connsiteY16" fmla="*/ 20342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grpFill/>
                <a:ln w="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FD5E44D3-F129-246C-641E-F1C80841F74A}"/>
                    </a:ext>
                  </a:extLst>
                </p:cNvPr>
                <p:cNvSpPr/>
                <p:nvPr/>
              </p:nvSpPr>
              <p:spPr>
                <a:xfrm>
                  <a:off x="1238412" y="2569624"/>
                  <a:ext cx="82837" cy="94425"/>
                </a:xfrm>
                <a:custGeom>
                  <a:avLst/>
                  <a:gdLst>
                    <a:gd name="connsiteX0" fmla="*/ 25858 w 82837"/>
                    <a:gd name="connsiteY0" fmla="*/ 67758 h 94425"/>
                    <a:gd name="connsiteX1" fmla="*/ 55815 w 82837"/>
                    <a:gd name="connsiteY1" fmla="*/ 67758 h 94425"/>
                    <a:gd name="connsiteX2" fmla="*/ 64367 w 82837"/>
                    <a:gd name="connsiteY2" fmla="*/ 94426 h 94425"/>
                    <a:gd name="connsiteX3" fmla="*/ 82838 w 82837"/>
                    <a:gd name="connsiteY3" fmla="*/ 94426 h 94425"/>
                    <a:gd name="connsiteX4" fmla="*/ 52172 w 82837"/>
                    <a:gd name="connsiteY4" fmla="*/ 0 h 94425"/>
                    <a:gd name="connsiteX5" fmla="*/ 30261 w 82837"/>
                    <a:gd name="connsiteY5" fmla="*/ 0 h 94425"/>
                    <a:gd name="connsiteX6" fmla="*/ 0 w 82837"/>
                    <a:gd name="connsiteY6" fmla="*/ 94426 h 94425"/>
                    <a:gd name="connsiteX7" fmla="*/ 17812 w 82837"/>
                    <a:gd name="connsiteY7" fmla="*/ 94426 h 94425"/>
                    <a:gd name="connsiteX8" fmla="*/ 25858 w 82837"/>
                    <a:gd name="connsiteY8" fmla="*/ 67758 h 94425"/>
                    <a:gd name="connsiteX9" fmla="*/ 35979 w 82837"/>
                    <a:gd name="connsiteY9" fmla="*/ 31374 h 94425"/>
                    <a:gd name="connsiteX10" fmla="*/ 40432 w 82837"/>
                    <a:gd name="connsiteY10" fmla="*/ 13663 h 94425"/>
                    <a:gd name="connsiteX11" fmla="*/ 40736 w 82837"/>
                    <a:gd name="connsiteY11" fmla="*/ 13663 h 94425"/>
                    <a:gd name="connsiteX12" fmla="*/ 45492 w 82837"/>
                    <a:gd name="connsiteY12" fmla="*/ 31425 h 94425"/>
                    <a:gd name="connsiteX13" fmla="*/ 52931 w 82837"/>
                    <a:gd name="connsiteY13" fmla="*/ 54702 h 94425"/>
                    <a:gd name="connsiteX14" fmla="*/ 28641 w 82837"/>
                    <a:gd name="connsiteY14" fmla="*/ 54702 h 94425"/>
                    <a:gd name="connsiteX15" fmla="*/ 35928 w 82837"/>
                    <a:gd name="connsiteY15" fmla="*/ 31374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grpFill/>
                <a:ln w="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2ECB8457-E4CC-C9D4-27F0-43E0E48A91C7}"/>
                    </a:ext>
                  </a:extLst>
                </p:cNvPr>
                <p:cNvSpPr/>
                <p:nvPr/>
              </p:nvSpPr>
              <p:spPr>
                <a:xfrm>
                  <a:off x="956906" y="2568157"/>
                  <a:ext cx="61280" cy="97411"/>
                </a:xfrm>
                <a:custGeom>
                  <a:avLst/>
                  <a:gdLst>
                    <a:gd name="connsiteX0" fmla="*/ 26617 w 61280"/>
                    <a:gd name="connsiteY0" fmla="*/ 83141 h 97411"/>
                    <a:gd name="connsiteX1" fmla="*/ 3846 w 61280"/>
                    <a:gd name="connsiteY1" fmla="*/ 77119 h 97411"/>
                    <a:gd name="connsiteX2" fmla="*/ 0 w 61280"/>
                    <a:gd name="connsiteY2" fmla="*/ 91389 h 97411"/>
                    <a:gd name="connsiteX3" fmla="*/ 25504 w 61280"/>
                    <a:gd name="connsiteY3" fmla="*/ 97411 h 97411"/>
                    <a:gd name="connsiteX4" fmla="*/ 61280 w 61280"/>
                    <a:gd name="connsiteY4" fmla="*/ 69023 h 97411"/>
                    <a:gd name="connsiteX5" fmla="*/ 37042 w 61280"/>
                    <a:gd name="connsiteY5" fmla="*/ 40938 h 97411"/>
                    <a:gd name="connsiteX6" fmla="*/ 18976 w 61280"/>
                    <a:gd name="connsiteY6" fmla="*/ 25453 h 97411"/>
                    <a:gd name="connsiteX7" fmla="*/ 34562 w 61280"/>
                    <a:gd name="connsiteY7" fmla="*/ 14068 h 97411"/>
                    <a:gd name="connsiteX8" fmla="*/ 53386 w 61280"/>
                    <a:gd name="connsiteY8" fmla="*/ 18571 h 97411"/>
                    <a:gd name="connsiteX9" fmla="*/ 57536 w 61280"/>
                    <a:gd name="connsiteY9" fmla="*/ 4655 h 97411"/>
                    <a:gd name="connsiteX10" fmla="*/ 34916 w 61280"/>
                    <a:gd name="connsiteY10" fmla="*/ 0 h 97411"/>
                    <a:gd name="connsiteX11" fmla="*/ 1569 w 61280"/>
                    <a:gd name="connsiteY11" fmla="*/ 27123 h 97411"/>
                    <a:gd name="connsiteX12" fmla="*/ 27123 w 61280"/>
                    <a:gd name="connsiteY12" fmla="*/ 54550 h 97411"/>
                    <a:gd name="connsiteX13" fmla="*/ 43822 w 61280"/>
                    <a:gd name="connsiteY13" fmla="*/ 70237 h 97411"/>
                    <a:gd name="connsiteX14" fmla="*/ 26668 w 61280"/>
                    <a:gd name="connsiteY14" fmla="*/ 83141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grpFill/>
                <a:ln w="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2ABB3DA-58BF-5A91-2566-E3D5291B7E0E}"/>
                    </a:ext>
                  </a:extLst>
                </p:cNvPr>
                <p:cNvSpPr/>
                <p:nvPr/>
              </p:nvSpPr>
              <p:spPr>
                <a:xfrm>
                  <a:off x="684661"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0227D585-A59A-9518-BB2C-801E62E90E35}"/>
                    </a:ext>
                  </a:extLst>
                </p:cNvPr>
                <p:cNvSpPr/>
                <p:nvPr/>
              </p:nvSpPr>
              <p:spPr>
                <a:xfrm>
                  <a:off x="1173286" y="2569675"/>
                  <a:ext cx="71350" cy="94425"/>
                </a:xfrm>
                <a:custGeom>
                  <a:avLst/>
                  <a:gdLst>
                    <a:gd name="connsiteX0" fmla="*/ 44177 w 71350"/>
                    <a:gd name="connsiteY0" fmla="*/ 94426 h 94425"/>
                    <a:gd name="connsiteX1" fmla="*/ 44177 w 71350"/>
                    <a:gd name="connsiteY1" fmla="*/ 14473 h 94425"/>
                    <a:gd name="connsiteX2" fmla="*/ 71351 w 71350"/>
                    <a:gd name="connsiteY2" fmla="*/ 14473 h 94425"/>
                    <a:gd name="connsiteX3" fmla="*/ 71351 w 71350"/>
                    <a:gd name="connsiteY3" fmla="*/ 0 h 94425"/>
                    <a:gd name="connsiteX4" fmla="*/ 0 w 71350"/>
                    <a:gd name="connsiteY4" fmla="*/ 0 h 94425"/>
                    <a:gd name="connsiteX5" fmla="*/ 0 w 71350"/>
                    <a:gd name="connsiteY5" fmla="*/ 14473 h 94425"/>
                    <a:gd name="connsiteX6" fmla="*/ 26921 w 71350"/>
                    <a:gd name="connsiteY6" fmla="*/ 14473 h 94425"/>
                    <a:gd name="connsiteX7" fmla="*/ 26921 w 71350"/>
                    <a:gd name="connsiteY7" fmla="*/ 94426 h 94425"/>
                    <a:gd name="connsiteX8" fmla="*/ 44177 w 71350"/>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grpFill/>
                <a:ln w="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C72FD284-387C-5288-2174-7C14634B5B5A}"/>
                    </a:ext>
                  </a:extLst>
                </p:cNvPr>
                <p:cNvSpPr/>
                <p:nvPr/>
              </p:nvSpPr>
              <p:spPr>
                <a:xfrm>
                  <a:off x="1502763" y="2569675"/>
                  <a:ext cx="78384" cy="94476"/>
                </a:xfrm>
                <a:custGeom>
                  <a:avLst/>
                  <a:gdLst>
                    <a:gd name="connsiteX0" fmla="*/ 58953 w 78384"/>
                    <a:gd name="connsiteY0" fmla="*/ 0 h 94476"/>
                    <a:gd name="connsiteX1" fmla="*/ 47618 w 78384"/>
                    <a:gd name="connsiteY1" fmla="*/ 24188 h 94476"/>
                    <a:gd name="connsiteX2" fmla="*/ 39470 w 78384"/>
                    <a:gd name="connsiteY2" fmla="*/ 42962 h 94476"/>
                    <a:gd name="connsiteX3" fmla="*/ 39167 w 78384"/>
                    <a:gd name="connsiteY3" fmla="*/ 42962 h 94476"/>
                    <a:gd name="connsiteX4" fmla="*/ 30918 w 78384"/>
                    <a:gd name="connsiteY4" fmla="*/ 24239 h 94476"/>
                    <a:gd name="connsiteX5" fmla="*/ 19685 w 78384"/>
                    <a:gd name="connsiteY5" fmla="*/ 0 h 94476"/>
                    <a:gd name="connsiteX6" fmla="*/ 0 w 78384"/>
                    <a:gd name="connsiteY6" fmla="*/ 0 h 94476"/>
                    <a:gd name="connsiteX7" fmla="*/ 29805 w 78384"/>
                    <a:gd name="connsiteY7" fmla="*/ 55157 h 94476"/>
                    <a:gd name="connsiteX8" fmla="*/ 29805 w 78384"/>
                    <a:gd name="connsiteY8" fmla="*/ 94476 h 94476"/>
                    <a:gd name="connsiteX9" fmla="*/ 47061 w 78384"/>
                    <a:gd name="connsiteY9" fmla="*/ 94476 h 94476"/>
                    <a:gd name="connsiteX10" fmla="*/ 47061 w 78384"/>
                    <a:gd name="connsiteY10" fmla="*/ 54702 h 94476"/>
                    <a:gd name="connsiteX11" fmla="*/ 78384 w 78384"/>
                    <a:gd name="connsiteY11" fmla="*/ 51 h 94476"/>
                    <a:gd name="connsiteX12" fmla="*/ 58953 w 78384"/>
                    <a:gd name="connsiteY12"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grpFill/>
                <a:ln w="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5A5653B7-E6CD-B8D7-1EAB-93B4412293F2}"/>
                    </a:ext>
                  </a:extLst>
                </p:cNvPr>
                <p:cNvSpPr/>
                <p:nvPr/>
              </p:nvSpPr>
              <p:spPr>
                <a:xfrm>
                  <a:off x="763045" y="2568106"/>
                  <a:ext cx="88656" cy="97562"/>
                </a:xfrm>
                <a:custGeom>
                  <a:avLst/>
                  <a:gdLst>
                    <a:gd name="connsiteX0" fmla="*/ 44936 w 88656"/>
                    <a:gd name="connsiteY0" fmla="*/ 0 h 97562"/>
                    <a:gd name="connsiteX1" fmla="*/ 0 w 88656"/>
                    <a:gd name="connsiteY1" fmla="*/ 49490 h 97562"/>
                    <a:gd name="connsiteX2" fmla="*/ 43519 w 88656"/>
                    <a:gd name="connsiteY2" fmla="*/ 97563 h 97562"/>
                    <a:gd name="connsiteX3" fmla="*/ 43671 w 88656"/>
                    <a:gd name="connsiteY3" fmla="*/ 97563 h 97562"/>
                    <a:gd name="connsiteX4" fmla="*/ 88657 w 88656"/>
                    <a:gd name="connsiteY4" fmla="*/ 47820 h 97562"/>
                    <a:gd name="connsiteX5" fmla="*/ 44936 w 88656"/>
                    <a:gd name="connsiteY5" fmla="*/ 0 h 97562"/>
                    <a:gd name="connsiteX6" fmla="*/ 44278 w 88656"/>
                    <a:gd name="connsiteY6" fmla="*/ 83748 h 97562"/>
                    <a:gd name="connsiteX7" fmla="*/ 44126 w 88656"/>
                    <a:gd name="connsiteY7" fmla="*/ 83748 h 97562"/>
                    <a:gd name="connsiteX8" fmla="*/ 18065 w 88656"/>
                    <a:gd name="connsiteY8" fmla="*/ 49085 h 97562"/>
                    <a:gd name="connsiteX9" fmla="*/ 44278 w 88656"/>
                    <a:gd name="connsiteY9" fmla="*/ 13815 h 97562"/>
                    <a:gd name="connsiteX10" fmla="*/ 70288 w 88656"/>
                    <a:gd name="connsiteY10" fmla="*/ 48478 h 97562"/>
                    <a:gd name="connsiteX11" fmla="*/ 44227 w 88656"/>
                    <a:gd name="connsiteY11" fmla="*/ 83748 h 97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grp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5378740-B4A6-8B2D-F2A2-E356CCC6F9FC}"/>
                    </a:ext>
                  </a:extLst>
                </p:cNvPr>
                <p:cNvSpPr/>
                <p:nvPr/>
              </p:nvSpPr>
              <p:spPr>
                <a:xfrm>
                  <a:off x="1423923"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5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6D497C07-9715-8560-CBE5-961E9887ACA6}"/>
                    </a:ext>
                  </a:extLst>
                </p:cNvPr>
                <p:cNvSpPr/>
                <p:nvPr/>
              </p:nvSpPr>
              <p:spPr>
                <a:xfrm>
                  <a:off x="1126832" y="2569675"/>
                  <a:ext cx="56017" cy="94425"/>
                </a:xfrm>
                <a:custGeom>
                  <a:avLst/>
                  <a:gdLst>
                    <a:gd name="connsiteX0" fmla="*/ 17205 w 56017"/>
                    <a:gd name="connsiteY0" fmla="*/ 0 h 94425"/>
                    <a:gd name="connsiteX1" fmla="*/ 0 w 56017"/>
                    <a:gd name="connsiteY1" fmla="*/ 0 h 94425"/>
                    <a:gd name="connsiteX2" fmla="*/ 0 w 56017"/>
                    <a:gd name="connsiteY2" fmla="*/ 94426 h 94425"/>
                    <a:gd name="connsiteX3" fmla="*/ 56018 w 56017"/>
                    <a:gd name="connsiteY3" fmla="*/ 94426 h 94425"/>
                    <a:gd name="connsiteX4" fmla="*/ 56018 w 56017"/>
                    <a:gd name="connsiteY4" fmla="*/ 79953 h 94425"/>
                    <a:gd name="connsiteX5" fmla="*/ 17205 w 56017"/>
                    <a:gd name="connsiteY5" fmla="*/ 79953 h 94425"/>
                    <a:gd name="connsiteX6" fmla="*/ 17205 w 56017"/>
                    <a:gd name="connsiteY6" fmla="*/ 0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17" h="94425">
                      <a:moveTo>
                        <a:pt x="17205" y="0"/>
                      </a:moveTo>
                      <a:lnTo>
                        <a:pt x="0" y="0"/>
                      </a:lnTo>
                      <a:lnTo>
                        <a:pt x="0" y="94426"/>
                      </a:lnTo>
                      <a:lnTo>
                        <a:pt x="56018" y="94426"/>
                      </a:lnTo>
                      <a:lnTo>
                        <a:pt x="56018" y="79953"/>
                      </a:lnTo>
                      <a:lnTo>
                        <a:pt x="17205" y="79953"/>
                      </a:lnTo>
                      <a:lnTo>
                        <a:pt x="17205" y="0"/>
                      </a:lnTo>
                      <a:close/>
                    </a:path>
                  </a:pathLst>
                </a:custGeom>
                <a:grpFill/>
                <a:ln w="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B6E7AB9-FEB9-581F-1BF9-0387E6723649}"/>
                    </a:ext>
                  </a:extLst>
                </p:cNvPr>
                <p:cNvSpPr/>
                <p:nvPr/>
              </p:nvSpPr>
              <p:spPr>
                <a:xfrm>
                  <a:off x="1033469" y="2569675"/>
                  <a:ext cx="73728" cy="95994"/>
                </a:xfrm>
                <a:custGeom>
                  <a:avLst/>
                  <a:gdLst>
                    <a:gd name="connsiteX0" fmla="*/ 73729 w 73728"/>
                    <a:gd name="connsiteY0" fmla="*/ 53943 h 95994"/>
                    <a:gd name="connsiteX1" fmla="*/ 73729 w 73728"/>
                    <a:gd name="connsiteY1" fmla="*/ 0 h 95994"/>
                    <a:gd name="connsiteX2" fmla="*/ 56473 w 73728"/>
                    <a:gd name="connsiteY2" fmla="*/ 0 h 95994"/>
                    <a:gd name="connsiteX3" fmla="*/ 56473 w 73728"/>
                    <a:gd name="connsiteY3" fmla="*/ 55056 h 95994"/>
                    <a:gd name="connsiteX4" fmla="*/ 36586 w 73728"/>
                    <a:gd name="connsiteY4" fmla="*/ 82078 h 95994"/>
                    <a:gd name="connsiteX5" fmla="*/ 17256 w 73728"/>
                    <a:gd name="connsiteY5" fmla="*/ 55056 h 95994"/>
                    <a:gd name="connsiteX6" fmla="*/ 17256 w 73728"/>
                    <a:gd name="connsiteY6" fmla="*/ 0 h 95994"/>
                    <a:gd name="connsiteX7" fmla="*/ 0 w 73728"/>
                    <a:gd name="connsiteY7" fmla="*/ 0 h 95994"/>
                    <a:gd name="connsiteX8" fmla="*/ 0 w 73728"/>
                    <a:gd name="connsiteY8" fmla="*/ 54044 h 95994"/>
                    <a:gd name="connsiteX9" fmla="*/ 35928 w 73728"/>
                    <a:gd name="connsiteY9" fmla="*/ 95994 h 95994"/>
                    <a:gd name="connsiteX10" fmla="*/ 73678 w 73728"/>
                    <a:gd name="connsiteY10" fmla="*/ 53943 h 95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grpFill/>
                <a:ln w="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872FC62B-E036-B606-96DD-60BD3CC20553}"/>
                    </a:ext>
                  </a:extLst>
                </p:cNvPr>
                <p:cNvSpPr/>
                <p:nvPr/>
              </p:nvSpPr>
              <p:spPr>
                <a:xfrm>
                  <a:off x="866428" y="2569675"/>
                  <a:ext cx="74892" cy="94476"/>
                </a:xfrm>
                <a:custGeom>
                  <a:avLst/>
                  <a:gdLst>
                    <a:gd name="connsiteX0" fmla="*/ 74842 w 74892"/>
                    <a:gd name="connsiteY0" fmla="*/ 0 h 94476"/>
                    <a:gd name="connsiteX1" fmla="*/ 58902 w 74892"/>
                    <a:gd name="connsiteY1" fmla="*/ 0 h 94476"/>
                    <a:gd name="connsiteX2" fmla="*/ 58902 w 74892"/>
                    <a:gd name="connsiteY2" fmla="*/ 32943 h 94476"/>
                    <a:gd name="connsiteX3" fmla="*/ 60420 w 74892"/>
                    <a:gd name="connsiteY3" fmla="*/ 72110 h 94476"/>
                    <a:gd name="connsiteX4" fmla="*/ 60117 w 74892"/>
                    <a:gd name="connsiteY4" fmla="*/ 72211 h 94476"/>
                    <a:gd name="connsiteX5" fmla="*/ 44075 w 74892"/>
                    <a:gd name="connsiteY5" fmla="*/ 40584 h 94476"/>
                    <a:gd name="connsiteX6" fmla="*/ 19685 w 74892"/>
                    <a:gd name="connsiteY6" fmla="*/ 51 h 94476"/>
                    <a:gd name="connsiteX7" fmla="*/ 0 w 74892"/>
                    <a:gd name="connsiteY7" fmla="*/ 51 h 94476"/>
                    <a:gd name="connsiteX8" fmla="*/ 0 w 74892"/>
                    <a:gd name="connsiteY8" fmla="*/ 94476 h 94476"/>
                    <a:gd name="connsiteX9" fmla="*/ 15940 w 74892"/>
                    <a:gd name="connsiteY9" fmla="*/ 94476 h 94476"/>
                    <a:gd name="connsiteX10" fmla="*/ 15940 w 74892"/>
                    <a:gd name="connsiteY10" fmla="*/ 60673 h 94476"/>
                    <a:gd name="connsiteX11" fmla="*/ 15029 w 74892"/>
                    <a:gd name="connsiteY11" fmla="*/ 20444 h 94476"/>
                    <a:gd name="connsiteX12" fmla="*/ 15485 w 74892"/>
                    <a:gd name="connsiteY12" fmla="*/ 20342 h 94476"/>
                    <a:gd name="connsiteX13" fmla="*/ 32386 w 74892"/>
                    <a:gd name="connsiteY13" fmla="*/ 52931 h 94476"/>
                    <a:gd name="connsiteX14" fmla="*/ 57030 w 74892"/>
                    <a:gd name="connsiteY14" fmla="*/ 94476 h 94476"/>
                    <a:gd name="connsiteX15" fmla="*/ 74893 w 74892"/>
                    <a:gd name="connsiteY15" fmla="*/ 94476 h 94476"/>
                    <a:gd name="connsiteX16" fmla="*/ 74893 w 74892"/>
                    <a:gd name="connsiteY16"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grpFill/>
                <a:ln w="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DEA767F3-C1A8-68DB-D889-E907086EA6BB}"/>
                    </a:ext>
                  </a:extLst>
                </p:cNvPr>
                <p:cNvSpPr/>
                <p:nvPr/>
              </p:nvSpPr>
              <p:spPr>
                <a:xfrm>
                  <a:off x="997743" y="2711313"/>
                  <a:ext cx="17205" cy="94425"/>
                </a:xfrm>
                <a:custGeom>
                  <a:avLst/>
                  <a:gdLst>
                    <a:gd name="connsiteX0" fmla="*/ 0 w 17205"/>
                    <a:gd name="connsiteY0" fmla="*/ 0 h 94425"/>
                    <a:gd name="connsiteX1" fmla="*/ 17205 w 17205"/>
                    <a:gd name="connsiteY1" fmla="*/ 0 h 94425"/>
                    <a:gd name="connsiteX2" fmla="*/ 17205 w 17205"/>
                    <a:gd name="connsiteY2" fmla="*/ 94426 h 94425"/>
                    <a:gd name="connsiteX3" fmla="*/ 0 w 17205"/>
                    <a:gd name="connsiteY3" fmla="*/ 94426 h 94425"/>
                  </a:gdLst>
                  <a:ahLst/>
                  <a:cxnLst>
                    <a:cxn ang="0">
                      <a:pos x="connsiteX0" y="connsiteY0"/>
                    </a:cxn>
                    <a:cxn ang="0">
                      <a:pos x="connsiteX1" y="connsiteY1"/>
                    </a:cxn>
                    <a:cxn ang="0">
                      <a:pos x="connsiteX2" y="connsiteY2"/>
                    </a:cxn>
                    <a:cxn ang="0">
                      <a:pos x="connsiteX3" y="connsiteY3"/>
                    </a:cxn>
                  </a:cxnLst>
                  <a:rect l="l" t="t" r="r" b="b"/>
                  <a:pathLst>
                    <a:path w="17205" h="94425">
                      <a:moveTo>
                        <a:pt x="0" y="0"/>
                      </a:moveTo>
                      <a:lnTo>
                        <a:pt x="17205" y="0"/>
                      </a:lnTo>
                      <a:lnTo>
                        <a:pt x="17205" y="94426"/>
                      </a:lnTo>
                      <a:lnTo>
                        <a:pt x="0" y="94426"/>
                      </a:lnTo>
                      <a:close/>
                    </a:path>
                  </a:pathLst>
                </a:custGeom>
                <a:grpFill/>
                <a:ln w="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047D4F2A-9490-5517-5E86-AA94D5497A6F}"/>
                    </a:ext>
                  </a:extLst>
                </p:cNvPr>
                <p:cNvSpPr/>
                <p:nvPr/>
              </p:nvSpPr>
              <p:spPr>
                <a:xfrm>
                  <a:off x="833536" y="2711262"/>
                  <a:ext cx="66239" cy="94476"/>
                </a:xfrm>
                <a:custGeom>
                  <a:avLst/>
                  <a:gdLst>
                    <a:gd name="connsiteX0" fmla="*/ 45796 w 66239"/>
                    <a:gd name="connsiteY0" fmla="*/ 50198 h 94476"/>
                    <a:gd name="connsiteX1" fmla="*/ 45796 w 66239"/>
                    <a:gd name="connsiteY1" fmla="*/ 49794 h 94476"/>
                    <a:gd name="connsiteX2" fmla="*/ 62799 w 66239"/>
                    <a:gd name="connsiteY2" fmla="*/ 26364 h 94476"/>
                    <a:gd name="connsiteX3" fmla="*/ 54753 w 66239"/>
                    <a:gd name="connsiteY3" fmla="*/ 7540 h 94476"/>
                    <a:gd name="connsiteX4" fmla="*/ 25909 w 66239"/>
                    <a:gd name="connsiteY4" fmla="*/ 0 h 94476"/>
                    <a:gd name="connsiteX5" fmla="*/ 0 w 66239"/>
                    <a:gd name="connsiteY5" fmla="*/ 2024 h 94476"/>
                    <a:gd name="connsiteX6" fmla="*/ 0 w 66239"/>
                    <a:gd name="connsiteY6" fmla="*/ 94476 h 94476"/>
                    <a:gd name="connsiteX7" fmla="*/ 16952 w 66239"/>
                    <a:gd name="connsiteY7" fmla="*/ 94476 h 94476"/>
                    <a:gd name="connsiteX8" fmla="*/ 16952 w 66239"/>
                    <a:gd name="connsiteY8" fmla="*/ 55967 h 94476"/>
                    <a:gd name="connsiteX9" fmla="*/ 25555 w 66239"/>
                    <a:gd name="connsiteY9" fmla="*/ 55967 h 94476"/>
                    <a:gd name="connsiteX10" fmla="*/ 42406 w 66239"/>
                    <a:gd name="connsiteY10" fmla="*/ 72363 h 94476"/>
                    <a:gd name="connsiteX11" fmla="*/ 48680 w 66239"/>
                    <a:gd name="connsiteY11" fmla="*/ 94476 h 94476"/>
                    <a:gd name="connsiteX12" fmla="*/ 66240 w 66239"/>
                    <a:gd name="connsiteY12" fmla="*/ 94476 h 94476"/>
                    <a:gd name="connsiteX13" fmla="*/ 58852 w 66239"/>
                    <a:gd name="connsiteY13" fmla="*/ 68365 h 94476"/>
                    <a:gd name="connsiteX14" fmla="*/ 45796 w 66239"/>
                    <a:gd name="connsiteY14" fmla="*/ 50249 h 94476"/>
                    <a:gd name="connsiteX15" fmla="*/ 27022 w 66239"/>
                    <a:gd name="connsiteY15" fmla="*/ 43367 h 94476"/>
                    <a:gd name="connsiteX16" fmla="*/ 16901 w 66239"/>
                    <a:gd name="connsiteY16" fmla="*/ 43367 h 94476"/>
                    <a:gd name="connsiteX17" fmla="*/ 16901 w 66239"/>
                    <a:gd name="connsiteY17" fmla="*/ 13764 h 94476"/>
                    <a:gd name="connsiteX18" fmla="*/ 27528 w 66239"/>
                    <a:gd name="connsiteY18" fmla="*/ 12904 h 94476"/>
                    <a:gd name="connsiteX19" fmla="*/ 45745 w 66239"/>
                    <a:gd name="connsiteY19" fmla="*/ 27933 h 94476"/>
                    <a:gd name="connsiteX20" fmla="*/ 27022 w 66239"/>
                    <a:gd name="connsiteY20" fmla="*/ 43367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grpFill/>
                <a:ln w="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F2D6FFEA-F2A8-737A-112A-7609A9A57043}"/>
                    </a:ext>
                  </a:extLst>
                </p:cNvPr>
                <p:cNvSpPr/>
                <p:nvPr/>
              </p:nvSpPr>
              <p:spPr>
                <a:xfrm>
                  <a:off x="904835" y="2711313"/>
                  <a:ext cx="82837" cy="94425"/>
                </a:xfrm>
                <a:custGeom>
                  <a:avLst/>
                  <a:gdLst>
                    <a:gd name="connsiteX0" fmla="*/ 50704 w 82837"/>
                    <a:gd name="connsiteY0" fmla="*/ 43215 h 94425"/>
                    <a:gd name="connsiteX1" fmla="*/ 41140 w 82837"/>
                    <a:gd name="connsiteY1" fmla="*/ 77372 h 94425"/>
                    <a:gd name="connsiteX2" fmla="*/ 40837 w 82837"/>
                    <a:gd name="connsiteY2" fmla="*/ 77372 h 94425"/>
                    <a:gd name="connsiteX3" fmla="*/ 31627 w 82837"/>
                    <a:gd name="connsiteY3" fmla="*/ 42962 h 94425"/>
                    <a:gd name="connsiteX4" fmla="*/ 18774 w 82837"/>
                    <a:gd name="connsiteY4" fmla="*/ 0 h 94425"/>
                    <a:gd name="connsiteX5" fmla="*/ 0 w 82837"/>
                    <a:gd name="connsiteY5" fmla="*/ 0 h 94425"/>
                    <a:gd name="connsiteX6" fmla="*/ 30514 w 82837"/>
                    <a:gd name="connsiteY6" fmla="*/ 94426 h 94425"/>
                    <a:gd name="connsiteX7" fmla="*/ 50249 w 82837"/>
                    <a:gd name="connsiteY7" fmla="*/ 94426 h 94425"/>
                    <a:gd name="connsiteX8" fmla="*/ 82837 w 82837"/>
                    <a:gd name="connsiteY8" fmla="*/ 0 h 94425"/>
                    <a:gd name="connsiteX9" fmla="*/ 64519 w 82837"/>
                    <a:gd name="connsiteY9" fmla="*/ 0 h 94425"/>
                    <a:gd name="connsiteX10" fmla="*/ 50755 w 82837"/>
                    <a:gd name="connsiteY10" fmla="*/ 43215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grpFill/>
                <a:ln w="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FC703AE0-71E3-9D45-4510-03B5A98783C5}"/>
                    </a:ext>
                  </a:extLst>
                </p:cNvPr>
                <p:cNvSpPr/>
                <p:nvPr/>
              </p:nvSpPr>
              <p:spPr>
                <a:xfrm>
                  <a:off x="1116964" y="2711313"/>
                  <a:ext cx="56979" cy="94425"/>
                </a:xfrm>
                <a:custGeom>
                  <a:avLst/>
                  <a:gdLst>
                    <a:gd name="connsiteX0" fmla="*/ 17205 w 56979"/>
                    <a:gd name="connsiteY0" fmla="*/ 52526 h 94425"/>
                    <a:gd name="connsiteX1" fmla="*/ 52779 w 56979"/>
                    <a:gd name="connsiteY1" fmla="*/ 52526 h 94425"/>
                    <a:gd name="connsiteX2" fmla="*/ 52779 w 56979"/>
                    <a:gd name="connsiteY2" fmla="*/ 38458 h 94425"/>
                    <a:gd name="connsiteX3" fmla="*/ 17205 w 56979"/>
                    <a:gd name="connsiteY3" fmla="*/ 38458 h 94425"/>
                    <a:gd name="connsiteX4" fmla="*/ 17205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05 w 56979"/>
                    <a:gd name="connsiteY11" fmla="*/ 80257 h 94425"/>
                    <a:gd name="connsiteX12" fmla="*/ 17205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grpFill/>
                <a:ln w="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675ADADE-CC17-8546-2462-848F91E60DCD}"/>
                    </a:ext>
                  </a:extLst>
                </p:cNvPr>
                <p:cNvSpPr/>
                <p:nvPr/>
              </p:nvSpPr>
              <p:spPr>
                <a:xfrm>
                  <a:off x="1029724" y="2709846"/>
                  <a:ext cx="73374" cy="97411"/>
                </a:xfrm>
                <a:custGeom>
                  <a:avLst/>
                  <a:gdLst>
                    <a:gd name="connsiteX0" fmla="*/ 51261 w 73374"/>
                    <a:gd name="connsiteY0" fmla="*/ 14219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19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grp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3B5CA8A9-8D1C-6DC4-A8BB-D25C19E6CAC3}"/>
                    </a:ext>
                  </a:extLst>
                </p:cNvPr>
                <p:cNvSpPr/>
                <p:nvPr/>
              </p:nvSpPr>
              <p:spPr>
                <a:xfrm>
                  <a:off x="684712"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70D9E64A-FE1C-F590-F821-734466A76A30}"/>
                    </a:ext>
                  </a:extLst>
                </p:cNvPr>
                <p:cNvSpPr/>
                <p:nvPr/>
              </p:nvSpPr>
              <p:spPr>
                <a:xfrm>
                  <a:off x="761426" y="2711313"/>
                  <a:ext cx="56979" cy="94425"/>
                </a:xfrm>
                <a:custGeom>
                  <a:avLst/>
                  <a:gdLst>
                    <a:gd name="connsiteX0" fmla="*/ 17256 w 56979"/>
                    <a:gd name="connsiteY0" fmla="*/ 52526 h 94425"/>
                    <a:gd name="connsiteX1" fmla="*/ 52779 w 56979"/>
                    <a:gd name="connsiteY1" fmla="*/ 52526 h 94425"/>
                    <a:gd name="connsiteX2" fmla="*/ 52779 w 56979"/>
                    <a:gd name="connsiteY2" fmla="*/ 38458 h 94425"/>
                    <a:gd name="connsiteX3" fmla="*/ 17256 w 56979"/>
                    <a:gd name="connsiteY3" fmla="*/ 38458 h 94425"/>
                    <a:gd name="connsiteX4" fmla="*/ 17256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56 w 56979"/>
                    <a:gd name="connsiteY11" fmla="*/ 80257 h 94425"/>
                    <a:gd name="connsiteX12" fmla="*/ 17256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grpFill/>
                <a:ln w="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0C6D082C-3140-3A39-CC41-9FE71FFFB60D}"/>
                    </a:ext>
                  </a:extLst>
                </p:cNvPr>
                <p:cNvSpPr/>
                <p:nvPr/>
              </p:nvSpPr>
              <p:spPr>
                <a:xfrm>
                  <a:off x="1184874"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grpSp>
        </p:grpSp>
        <p:grpSp>
          <p:nvGrpSpPr>
            <p:cNvPr id="6" name="Graphic 8">
              <a:extLst>
                <a:ext uri="{FF2B5EF4-FFF2-40B4-BE49-F238E27FC236}">
                  <a16:creationId xmlns:a16="http://schemas.microsoft.com/office/drawing/2014/main" id="{A3DF53A1-73C1-0D43-22FA-A3EA05CE0A86}"/>
                </a:ext>
              </a:extLst>
            </p:cNvPr>
            <p:cNvGrpSpPr/>
            <p:nvPr/>
          </p:nvGrpSpPr>
          <p:grpSpPr>
            <a:xfrm>
              <a:off x="8352719" y="159185"/>
              <a:ext cx="509877" cy="453727"/>
              <a:chOff x="8599610" y="2333965"/>
              <a:chExt cx="542618" cy="474759"/>
            </a:xfrm>
            <a:grpFill/>
          </p:grpSpPr>
          <p:sp>
            <p:nvSpPr>
              <p:cNvPr id="7" name="Freeform: Shape 6">
                <a:extLst>
                  <a:ext uri="{FF2B5EF4-FFF2-40B4-BE49-F238E27FC236}">
                    <a16:creationId xmlns:a16="http://schemas.microsoft.com/office/drawing/2014/main" id="{8B758C9B-3E5E-1985-2E73-72DF3C7B1E1C}"/>
                  </a:ext>
                </a:extLst>
              </p:cNvPr>
              <p:cNvSpPr/>
              <p:nvPr/>
            </p:nvSpPr>
            <p:spPr>
              <a:xfrm>
                <a:off x="859961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160 w 130657"/>
                  <a:gd name="connsiteY3" fmla="*/ 39723 h 135211"/>
                  <a:gd name="connsiteX4" fmla="*/ 93160 w 130657"/>
                  <a:gd name="connsiteY4" fmla="*/ 135212 h 135211"/>
                  <a:gd name="connsiteX5" fmla="*/ 38711 w 130657"/>
                  <a:gd name="connsiteY5" fmla="*/ 135212 h 135211"/>
                  <a:gd name="connsiteX6" fmla="*/ 38711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grpFill/>
              <a:ln w="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0B647EDF-3207-2E63-F2FE-8D715A119C50}"/>
                  </a:ext>
                </a:extLst>
              </p:cNvPr>
              <p:cNvSpPr/>
              <p:nvPr/>
            </p:nvSpPr>
            <p:spPr>
              <a:xfrm>
                <a:off x="8716605" y="2673513"/>
                <a:ext cx="160563" cy="135211"/>
              </a:xfrm>
              <a:custGeom>
                <a:avLst/>
                <a:gdLst>
                  <a:gd name="connsiteX0" fmla="*/ 79801 w 160563"/>
                  <a:gd name="connsiteY0" fmla="*/ 54651 h 135211"/>
                  <a:gd name="connsiteX1" fmla="*/ 52324 w 160563"/>
                  <a:gd name="connsiteY1" fmla="*/ 135212 h 135211"/>
                  <a:gd name="connsiteX2" fmla="*/ 0 w 160563"/>
                  <a:gd name="connsiteY2" fmla="*/ 135212 h 135211"/>
                  <a:gd name="connsiteX3" fmla="*/ 51312 w 160563"/>
                  <a:gd name="connsiteY3" fmla="*/ 0 h 135211"/>
                  <a:gd name="connsiteX4" fmla="*/ 108088 w 160563"/>
                  <a:gd name="connsiteY4" fmla="*/ 0 h 135211"/>
                  <a:gd name="connsiteX5" fmla="*/ 160564 w 160563"/>
                  <a:gd name="connsiteY5" fmla="*/ 135212 h 135211"/>
                  <a:gd name="connsiteX6" fmla="*/ 107633 w 160563"/>
                  <a:gd name="connsiteY6" fmla="*/ 135212 h 135211"/>
                  <a:gd name="connsiteX7" fmla="*/ 79801 w 16056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grpFill/>
              <a:ln w="0"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B854DFCB-9AC5-CE9B-3A4A-A566A428D66E}"/>
                  </a:ext>
                </a:extLst>
              </p:cNvPr>
              <p:cNvSpPr/>
              <p:nvPr/>
            </p:nvSpPr>
            <p:spPr>
              <a:xfrm>
                <a:off x="886467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211 w 130657"/>
                  <a:gd name="connsiteY3" fmla="*/ 39723 h 135211"/>
                  <a:gd name="connsiteX4" fmla="*/ 93211 w 130657"/>
                  <a:gd name="connsiteY4" fmla="*/ 135212 h 135211"/>
                  <a:gd name="connsiteX5" fmla="*/ 38762 w 130657"/>
                  <a:gd name="connsiteY5" fmla="*/ 135212 h 135211"/>
                  <a:gd name="connsiteX6" fmla="*/ 38762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grpFill/>
              <a:ln w="0"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E69A03F-E307-77C2-CEA7-01B897EC886E}"/>
                  </a:ext>
                </a:extLst>
              </p:cNvPr>
              <p:cNvSpPr/>
              <p:nvPr/>
            </p:nvSpPr>
            <p:spPr>
              <a:xfrm>
                <a:off x="8981715" y="2673513"/>
                <a:ext cx="160513" cy="135211"/>
              </a:xfrm>
              <a:custGeom>
                <a:avLst/>
                <a:gdLst>
                  <a:gd name="connsiteX0" fmla="*/ 79750 w 160513"/>
                  <a:gd name="connsiteY0" fmla="*/ 54651 h 135211"/>
                  <a:gd name="connsiteX1" fmla="*/ 52273 w 160513"/>
                  <a:gd name="connsiteY1" fmla="*/ 135212 h 135211"/>
                  <a:gd name="connsiteX2" fmla="*/ 0 w 160513"/>
                  <a:gd name="connsiteY2" fmla="*/ 135212 h 135211"/>
                  <a:gd name="connsiteX3" fmla="*/ 51261 w 160513"/>
                  <a:gd name="connsiteY3" fmla="*/ 0 h 135211"/>
                  <a:gd name="connsiteX4" fmla="*/ 108038 w 160513"/>
                  <a:gd name="connsiteY4" fmla="*/ 0 h 135211"/>
                  <a:gd name="connsiteX5" fmla="*/ 160513 w 160513"/>
                  <a:gd name="connsiteY5" fmla="*/ 135212 h 135211"/>
                  <a:gd name="connsiteX6" fmla="*/ 107633 w 160513"/>
                  <a:gd name="connsiteY6" fmla="*/ 135212 h 135211"/>
                  <a:gd name="connsiteX7" fmla="*/ 79750 w 16051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grpFill/>
              <a:ln w="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F4399F9-A76E-4086-9675-07EEB39138B2}"/>
                  </a:ext>
                </a:extLst>
              </p:cNvPr>
              <p:cNvSpPr/>
              <p:nvPr/>
            </p:nvSpPr>
            <p:spPr>
              <a:xfrm>
                <a:off x="8678855" y="2333965"/>
                <a:ext cx="384685" cy="271536"/>
              </a:xfrm>
              <a:custGeom>
                <a:avLst/>
                <a:gdLst>
                  <a:gd name="connsiteX0" fmla="*/ 384584 w 384685"/>
                  <a:gd name="connsiteY0" fmla="*/ 91086 h 271536"/>
                  <a:gd name="connsiteX1" fmla="*/ 365305 w 384685"/>
                  <a:gd name="connsiteY1" fmla="*/ 63709 h 271536"/>
                  <a:gd name="connsiteX2" fmla="*/ 292032 w 384685"/>
                  <a:gd name="connsiteY2" fmla="*/ 17104 h 271536"/>
                  <a:gd name="connsiteX3" fmla="*/ 192292 w 384685"/>
                  <a:gd name="connsiteY3" fmla="*/ 0 h 271536"/>
                  <a:gd name="connsiteX4" fmla="*/ 92553 w 384685"/>
                  <a:gd name="connsiteY4" fmla="*/ 17104 h 271536"/>
                  <a:gd name="connsiteX5" fmla="*/ 19280 w 384685"/>
                  <a:gd name="connsiteY5" fmla="*/ 63709 h 271536"/>
                  <a:gd name="connsiteX6" fmla="*/ 0 w 384685"/>
                  <a:gd name="connsiteY6" fmla="*/ 91136 h 271536"/>
                  <a:gd name="connsiteX7" fmla="*/ 167800 w 384685"/>
                  <a:gd name="connsiteY7" fmla="*/ 67909 h 271536"/>
                  <a:gd name="connsiteX8" fmla="*/ 180603 w 384685"/>
                  <a:gd name="connsiteY8" fmla="*/ 73122 h 271536"/>
                  <a:gd name="connsiteX9" fmla="*/ 183589 w 384685"/>
                  <a:gd name="connsiteY9" fmla="*/ 98879 h 271536"/>
                  <a:gd name="connsiteX10" fmla="*/ 181818 w 384685"/>
                  <a:gd name="connsiteY10" fmla="*/ 271334 h 271536"/>
                  <a:gd name="connsiteX11" fmla="*/ 192343 w 384685"/>
                  <a:gd name="connsiteY11" fmla="*/ 271537 h 271536"/>
                  <a:gd name="connsiteX12" fmla="*/ 202919 w 384685"/>
                  <a:gd name="connsiteY12" fmla="*/ 271334 h 271536"/>
                  <a:gd name="connsiteX13" fmla="*/ 201148 w 384685"/>
                  <a:gd name="connsiteY13" fmla="*/ 98879 h 271536"/>
                  <a:gd name="connsiteX14" fmla="*/ 204134 w 384685"/>
                  <a:gd name="connsiteY14" fmla="*/ 73122 h 271536"/>
                  <a:gd name="connsiteX15" fmla="*/ 216936 w 384685"/>
                  <a:gd name="connsiteY15" fmla="*/ 67909 h 271536"/>
                  <a:gd name="connsiteX16" fmla="*/ 384686 w 384685"/>
                  <a:gd name="connsiteY16" fmla="*/ 91086 h 27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grpFill/>
              <a:ln w="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CDE89D94-7935-B81B-A689-AB992D758F94}"/>
                  </a:ext>
                </a:extLst>
              </p:cNvPr>
              <p:cNvSpPr/>
              <p:nvPr/>
            </p:nvSpPr>
            <p:spPr>
              <a:xfrm>
                <a:off x="8907519" y="2429876"/>
                <a:ext cx="166901" cy="168288"/>
              </a:xfrm>
              <a:custGeom>
                <a:avLst/>
                <a:gdLst>
                  <a:gd name="connsiteX0" fmla="*/ 164219 w 166901"/>
                  <a:gd name="connsiteY0" fmla="*/ 17592 h 168288"/>
                  <a:gd name="connsiteX1" fmla="*/ 31284 w 166901"/>
                  <a:gd name="connsiteY1" fmla="*/ 184 h 168288"/>
                  <a:gd name="connsiteX2" fmla="*/ 1328 w 166901"/>
                  <a:gd name="connsiteY2" fmla="*/ 32469 h 168288"/>
                  <a:gd name="connsiteX3" fmla="*/ 2137 w 166901"/>
                  <a:gd name="connsiteY3" fmla="*/ 37530 h 168288"/>
                  <a:gd name="connsiteX4" fmla="*/ 29210 w 166901"/>
                  <a:gd name="connsiteY4" fmla="*/ 168288 h 168288"/>
                  <a:gd name="connsiteX5" fmla="*/ 166901 w 166901"/>
                  <a:gd name="connsiteY5" fmla="*/ 39807 h 168288"/>
                  <a:gd name="connsiteX6" fmla="*/ 164219 w 166901"/>
                  <a:gd name="connsiteY6" fmla="*/ 17592 h 16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grpFill/>
              <a:ln w="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9CCB17D0-8395-9A47-EB9E-4330F2B4E946}"/>
                  </a:ext>
                </a:extLst>
              </p:cNvPr>
              <p:cNvSpPr/>
              <p:nvPr/>
            </p:nvSpPr>
            <p:spPr>
              <a:xfrm>
                <a:off x="8667823" y="2429927"/>
                <a:ext cx="166901" cy="168389"/>
              </a:xfrm>
              <a:custGeom>
                <a:avLst/>
                <a:gdLst>
                  <a:gd name="connsiteX0" fmla="*/ 165574 w 166901"/>
                  <a:gd name="connsiteY0" fmla="*/ 32469 h 168389"/>
                  <a:gd name="connsiteX1" fmla="*/ 135616 w 166901"/>
                  <a:gd name="connsiteY1" fmla="*/ 184 h 168389"/>
                  <a:gd name="connsiteX2" fmla="*/ 2631 w 166901"/>
                  <a:gd name="connsiteY2" fmla="*/ 17592 h 168389"/>
                  <a:gd name="connsiteX3" fmla="*/ 0 w 166901"/>
                  <a:gd name="connsiteY3" fmla="*/ 39807 h 168389"/>
                  <a:gd name="connsiteX4" fmla="*/ 30261 w 166901"/>
                  <a:gd name="connsiteY4" fmla="*/ 111815 h 168389"/>
                  <a:gd name="connsiteX5" fmla="*/ 103534 w 166901"/>
                  <a:gd name="connsiteY5" fmla="*/ 158421 h 168389"/>
                  <a:gd name="connsiteX6" fmla="*/ 137640 w 166901"/>
                  <a:gd name="connsiteY6" fmla="*/ 168389 h 168389"/>
                  <a:gd name="connsiteX7" fmla="*/ 165017 w 166901"/>
                  <a:gd name="connsiteY7" fmla="*/ 35860 h 168389"/>
                  <a:gd name="connsiteX8" fmla="*/ 165523 w 166901"/>
                  <a:gd name="connsiteY8" fmla="*/ 32469 h 168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grpFill/>
              <a:ln w="0" cap="flat">
                <a:noFill/>
                <a:prstDash val="solid"/>
                <a:miter/>
              </a:ln>
            </p:spPr>
            <p:txBody>
              <a:bodyPr rtlCol="0" anchor="ctr"/>
              <a:lstStyle/>
              <a:p>
                <a:endParaRPr lang="en-US"/>
              </a:p>
            </p:txBody>
          </p:sp>
        </p:grpSp>
      </p:grpSp>
      <p:pic>
        <p:nvPicPr>
          <p:cNvPr id="46" name="Graphic 45">
            <a:extLst>
              <a:ext uri="{FF2B5EF4-FFF2-40B4-BE49-F238E27FC236}">
                <a16:creationId xmlns:a16="http://schemas.microsoft.com/office/drawing/2014/main" id="{A30F9311-EBB8-A343-9086-8BA6FFD727A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485043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tile Slide_Black with full wave_Option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B4C1E-9D56-3F0B-29DD-309F9B711AD1}"/>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4" name="Text Placeholder 3">
            <a:extLst>
              <a:ext uri="{FF2B5EF4-FFF2-40B4-BE49-F238E27FC236}">
                <a16:creationId xmlns:a16="http://schemas.microsoft.com/office/drawing/2014/main" id="{687711BE-BDB7-5335-742C-157DC127259D}"/>
              </a:ext>
            </a:extLst>
          </p:cNvPr>
          <p:cNvSpPr>
            <a:spLocks noGrp="1"/>
          </p:cNvSpPr>
          <p:nvPr>
            <p:ph type="body" sz="quarter" idx="10"/>
          </p:nvPr>
        </p:nvSpPr>
        <p:spPr>
          <a:xfrm>
            <a:off x="287191" y="2139490"/>
            <a:ext cx="4042988" cy="355867"/>
          </a:xfrm>
        </p:spPr>
        <p:txBody>
          <a:bodyPr vert="horz" wrap="square" lIns="0" tIns="17145" rIns="0" bIns="0" rtlCol="0">
            <a:spAutoFit/>
          </a:bodyPr>
          <a:lstStyle>
            <a:lvl1pPr>
              <a:defRPr lang="en-US" dirty="0">
                <a:solidFill>
                  <a:schemeClr val="bg1"/>
                </a:solidFill>
              </a:defRPr>
            </a:lvl1pPr>
          </a:lstStyle>
          <a:p>
            <a:pPr lvl="0"/>
            <a:r>
              <a:rPr lang="en-US"/>
              <a:t>Click to edit Master text styles</a:t>
            </a:r>
          </a:p>
        </p:txBody>
      </p:sp>
      <p:pic>
        <p:nvPicPr>
          <p:cNvPr id="7" name="Graphic 6">
            <a:extLst>
              <a:ext uri="{FF2B5EF4-FFF2-40B4-BE49-F238E27FC236}">
                <a16:creationId xmlns:a16="http://schemas.microsoft.com/office/drawing/2014/main" id="{78E4E07D-997E-B568-6AE6-895B7AC5ED7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9144000" cy="5143500"/>
          </a:xfrm>
          <a:prstGeom prst="rect">
            <a:avLst/>
          </a:prstGeom>
        </p:spPr>
      </p:pic>
      <p:sp>
        <p:nvSpPr>
          <p:cNvPr id="8" name="Rectangle 7">
            <a:extLst>
              <a:ext uri="{FF2B5EF4-FFF2-40B4-BE49-F238E27FC236}">
                <a16:creationId xmlns:a16="http://schemas.microsoft.com/office/drawing/2014/main" id="{F85DA422-34A4-42C4-B88D-8E0E3D2E20D8}"/>
              </a:ext>
            </a:extLst>
          </p:cNvPr>
          <p:cNvSpPr/>
          <p:nvPr userDrawn="1"/>
        </p:nvSpPr>
        <p:spPr>
          <a:xfrm>
            <a:off x="70640" y="100727"/>
            <a:ext cx="148437" cy="145788"/>
          </a:xfrm>
          <a:prstGeom prst="rect">
            <a:avLst/>
          </a:prstGeom>
          <a:solidFill>
            <a:srgbClr val="E411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p>
        </p:txBody>
      </p:sp>
      <p:cxnSp>
        <p:nvCxnSpPr>
          <p:cNvPr id="10" name="Straight Connector 9">
            <a:extLst>
              <a:ext uri="{FF2B5EF4-FFF2-40B4-BE49-F238E27FC236}">
                <a16:creationId xmlns:a16="http://schemas.microsoft.com/office/drawing/2014/main" id="{A6C0BBD5-766E-4A60-979B-6D5475DC8CF6}"/>
              </a:ext>
            </a:extLst>
          </p:cNvPr>
          <p:cNvCxnSpPr>
            <a:cxnSpLocks/>
          </p:cNvCxnSpPr>
          <p:nvPr userDrawn="1"/>
        </p:nvCxnSpPr>
        <p:spPr>
          <a:xfrm>
            <a:off x="91079" y="273502"/>
            <a:ext cx="107556" cy="0"/>
          </a:xfrm>
          <a:prstGeom prst="line">
            <a:avLst/>
          </a:prstGeom>
          <a:ln>
            <a:solidFill>
              <a:srgbClr val="E41165"/>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CB82FAD-D870-4603-AD13-A81E1BF404DA}"/>
              </a:ext>
            </a:extLst>
          </p:cNvPr>
          <p:cNvSpPr txBox="1"/>
          <p:nvPr userDrawn="1"/>
        </p:nvSpPr>
        <p:spPr>
          <a:xfrm>
            <a:off x="70640" y="330802"/>
            <a:ext cx="148437" cy="145788"/>
          </a:xfrm>
          <a:prstGeom prst="rect">
            <a:avLst/>
          </a:prstGeom>
          <a:noFill/>
        </p:spPr>
        <p:txBody>
          <a:bodyPr wrap="none" lIns="0" tIns="0" rIns="0" bIns="0" rtlCol="0" anchor="ctr" anchorCtr="0">
            <a:noAutofit/>
          </a:bodyPr>
          <a:lstStyle/>
          <a:p>
            <a:pPr algn="ctr"/>
            <a:endParaRPr lang="en-US" sz="1600">
              <a:solidFill>
                <a:schemeClr val="tx1"/>
              </a:solidFill>
            </a:endParaRPr>
          </a:p>
        </p:txBody>
      </p:sp>
      <p:sp>
        <p:nvSpPr>
          <p:cNvPr id="12" name="Rectangle 11">
            <a:extLst>
              <a:ext uri="{FF2B5EF4-FFF2-40B4-BE49-F238E27FC236}">
                <a16:creationId xmlns:a16="http://schemas.microsoft.com/office/drawing/2014/main" id="{02F1AA33-B6EC-4360-84C1-7F601A5C35DD}"/>
              </a:ext>
            </a:extLst>
          </p:cNvPr>
          <p:cNvSpPr/>
          <p:nvPr userDrawn="1"/>
        </p:nvSpPr>
        <p:spPr>
          <a:xfrm>
            <a:off x="37301" y="63763"/>
            <a:ext cx="215112" cy="39566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1"/>
          </a:p>
        </p:txBody>
      </p:sp>
      <p:grpSp>
        <p:nvGrpSpPr>
          <p:cNvPr id="9" name="Group 8">
            <a:extLst>
              <a:ext uri="{FF2B5EF4-FFF2-40B4-BE49-F238E27FC236}">
                <a16:creationId xmlns:a16="http://schemas.microsoft.com/office/drawing/2014/main" id="{674C9F2B-AA1E-F0DB-19C2-313D3586118D}"/>
              </a:ext>
            </a:extLst>
          </p:cNvPr>
          <p:cNvGrpSpPr/>
          <p:nvPr userDrawn="1"/>
        </p:nvGrpSpPr>
        <p:grpSpPr>
          <a:xfrm>
            <a:off x="268664" y="159185"/>
            <a:ext cx="8556433" cy="451747"/>
            <a:chOff x="268664" y="159185"/>
            <a:chExt cx="8593932" cy="453727"/>
          </a:xfrm>
          <a:solidFill>
            <a:schemeClr val="bg1"/>
          </a:solidFill>
        </p:grpSpPr>
        <p:grpSp>
          <p:nvGrpSpPr>
            <p:cNvPr id="13" name="Group 12">
              <a:extLst>
                <a:ext uri="{FF2B5EF4-FFF2-40B4-BE49-F238E27FC236}">
                  <a16:creationId xmlns:a16="http://schemas.microsoft.com/office/drawing/2014/main" id="{B2ECF215-ED7A-F63D-13B9-A404221E54B4}"/>
                </a:ext>
              </a:extLst>
            </p:cNvPr>
            <p:cNvGrpSpPr/>
            <p:nvPr userDrawn="1"/>
          </p:nvGrpSpPr>
          <p:grpSpPr>
            <a:xfrm>
              <a:off x="268664" y="259103"/>
              <a:ext cx="1481677" cy="353809"/>
              <a:chOff x="0" y="2427986"/>
              <a:chExt cx="1581147" cy="380839"/>
            </a:xfrm>
            <a:grpFill/>
          </p:grpSpPr>
          <p:grpSp>
            <p:nvGrpSpPr>
              <p:cNvPr id="22" name="Graphic 8">
                <a:extLst>
                  <a:ext uri="{FF2B5EF4-FFF2-40B4-BE49-F238E27FC236}">
                    <a16:creationId xmlns:a16="http://schemas.microsoft.com/office/drawing/2014/main" id="{F62B31B7-41B5-ED61-8DD5-78686BC0002B}"/>
                  </a:ext>
                </a:extLst>
              </p:cNvPr>
              <p:cNvGrpSpPr/>
              <p:nvPr/>
            </p:nvGrpSpPr>
            <p:grpSpPr>
              <a:xfrm>
                <a:off x="0" y="2428340"/>
                <a:ext cx="605264" cy="380485"/>
                <a:chOff x="0" y="2428340"/>
                <a:chExt cx="605264" cy="380485"/>
              </a:xfrm>
              <a:grpFill/>
            </p:grpSpPr>
            <p:sp>
              <p:nvSpPr>
                <p:cNvPr id="47" name="Freeform: Shape 46">
                  <a:extLst>
                    <a:ext uri="{FF2B5EF4-FFF2-40B4-BE49-F238E27FC236}">
                      <a16:creationId xmlns:a16="http://schemas.microsoft.com/office/drawing/2014/main" id="{2CB83C32-8B19-0E48-F544-79AE8AE6DE51}"/>
                    </a:ext>
                  </a:extLst>
                </p:cNvPr>
                <p:cNvSpPr/>
                <p:nvPr/>
              </p:nvSpPr>
              <p:spPr>
                <a:xfrm>
                  <a:off x="0" y="2428340"/>
                  <a:ext cx="605264" cy="380485"/>
                </a:xfrm>
                <a:custGeom>
                  <a:avLst/>
                  <a:gdLst>
                    <a:gd name="connsiteX0" fmla="*/ 559165 w 605264"/>
                    <a:gd name="connsiteY0" fmla="*/ 219921 h 380485"/>
                    <a:gd name="connsiteX1" fmla="*/ 514179 w 605264"/>
                    <a:gd name="connsiteY1" fmla="*/ 188598 h 380485"/>
                    <a:gd name="connsiteX2" fmla="*/ 512459 w 605264"/>
                    <a:gd name="connsiteY2" fmla="*/ 187384 h 380485"/>
                    <a:gd name="connsiteX3" fmla="*/ 488928 w 605264"/>
                    <a:gd name="connsiteY3" fmla="*/ 150747 h 380485"/>
                    <a:gd name="connsiteX4" fmla="*/ 523490 w 605264"/>
                    <a:gd name="connsiteY4" fmla="*/ 122156 h 380485"/>
                    <a:gd name="connsiteX5" fmla="*/ 576725 w 605264"/>
                    <a:gd name="connsiteY5" fmla="*/ 134250 h 380485"/>
                    <a:gd name="connsiteX6" fmla="*/ 597017 w 605264"/>
                    <a:gd name="connsiteY6" fmla="*/ 113908 h 380485"/>
                    <a:gd name="connsiteX7" fmla="*/ 581077 w 605264"/>
                    <a:gd name="connsiteY7" fmla="*/ 92452 h 380485"/>
                    <a:gd name="connsiteX8" fmla="*/ 521820 w 605264"/>
                    <a:gd name="connsiteY8" fmla="*/ 80358 h 380485"/>
                    <a:gd name="connsiteX9" fmla="*/ 465297 w 605264"/>
                    <a:gd name="connsiteY9" fmla="*/ 97968 h 380485"/>
                    <a:gd name="connsiteX10" fmla="*/ 458111 w 605264"/>
                    <a:gd name="connsiteY10" fmla="*/ 111023 h 380485"/>
                    <a:gd name="connsiteX11" fmla="*/ 465297 w 605264"/>
                    <a:gd name="connsiteY11" fmla="*/ 97917 h 380485"/>
                    <a:gd name="connsiteX12" fmla="*/ 457048 w 605264"/>
                    <a:gd name="connsiteY12" fmla="*/ 105052 h 380485"/>
                    <a:gd name="connsiteX13" fmla="*/ 456846 w 605264"/>
                    <a:gd name="connsiteY13" fmla="*/ 105305 h 380485"/>
                    <a:gd name="connsiteX14" fmla="*/ 415908 w 605264"/>
                    <a:gd name="connsiteY14" fmla="*/ 184752 h 380485"/>
                    <a:gd name="connsiteX15" fmla="*/ 403308 w 605264"/>
                    <a:gd name="connsiteY15" fmla="*/ 226500 h 380485"/>
                    <a:gd name="connsiteX16" fmla="*/ 289703 w 605264"/>
                    <a:gd name="connsiteY16" fmla="*/ 335297 h 380485"/>
                    <a:gd name="connsiteX17" fmla="*/ 190369 w 605264"/>
                    <a:gd name="connsiteY17" fmla="*/ 230346 h 380485"/>
                    <a:gd name="connsiteX18" fmla="*/ 281050 w 605264"/>
                    <a:gd name="connsiteY18" fmla="*/ 124889 h 380485"/>
                    <a:gd name="connsiteX19" fmla="*/ 284188 w 605264"/>
                    <a:gd name="connsiteY19" fmla="*/ 124838 h 380485"/>
                    <a:gd name="connsiteX20" fmla="*/ 336866 w 605264"/>
                    <a:gd name="connsiteY20" fmla="*/ 136376 h 380485"/>
                    <a:gd name="connsiteX21" fmla="*/ 355538 w 605264"/>
                    <a:gd name="connsiteY21" fmla="*/ 140778 h 380485"/>
                    <a:gd name="connsiteX22" fmla="*/ 377500 w 605264"/>
                    <a:gd name="connsiteY22" fmla="*/ 118766 h 380485"/>
                    <a:gd name="connsiteX23" fmla="*/ 377500 w 605264"/>
                    <a:gd name="connsiteY23" fmla="*/ 118766 h 380485"/>
                    <a:gd name="connsiteX24" fmla="*/ 377500 w 605264"/>
                    <a:gd name="connsiteY24" fmla="*/ 118766 h 380485"/>
                    <a:gd name="connsiteX25" fmla="*/ 361054 w 605264"/>
                    <a:gd name="connsiteY25" fmla="*/ 96804 h 380485"/>
                    <a:gd name="connsiteX26" fmla="*/ 284238 w 605264"/>
                    <a:gd name="connsiteY26" fmla="*/ 80307 h 380485"/>
                    <a:gd name="connsiteX27" fmla="*/ 137742 w 605264"/>
                    <a:gd name="connsiteY27" fmla="*/ 231459 h 380485"/>
                    <a:gd name="connsiteX28" fmla="*/ 137742 w 605264"/>
                    <a:gd name="connsiteY28" fmla="*/ 231459 h 380485"/>
                    <a:gd name="connsiteX29" fmla="*/ 137742 w 605264"/>
                    <a:gd name="connsiteY29" fmla="*/ 231459 h 380485"/>
                    <a:gd name="connsiteX30" fmla="*/ 137742 w 605264"/>
                    <a:gd name="connsiteY30" fmla="*/ 231459 h 380485"/>
                    <a:gd name="connsiteX31" fmla="*/ 149786 w 605264"/>
                    <a:gd name="connsiteY31" fmla="*/ 295725 h 380485"/>
                    <a:gd name="connsiteX32" fmla="*/ 98221 w 605264"/>
                    <a:gd name="connsiteY32" fmla="*/ 333677 h 380485"/>
                    <a:gd name="connsiteX33" fmla="*/ 52678 w 605264"/>
                    <a:gd name="connsiteY33" fmla="*/ 281455 h 380485"/>
                    <a:gd name="connsiteX34" fmla="*/ 52678 w 605264"/>
                    <a:gd name="connsiteY34" fmla="*/ 126457 h 380485"/>
                    <a:gd name="connsiteX35" fmla="*/ 116893 w 605264"/>
                    <a:gd name="connsiteY35" fmla="*/ 126457 h 380485"/>
                    <a:gd name="connsiteX36" fmla="*/ 141588 w 605264"/>
                    <a:gd name="connsiteY36" fmla="*/ 105002 h 380485"/>
                    <a:gd name="connsiteX37" fmla="*/ 116893 w 605264"/>
                    <a:gd name="connsiteY37" fmla="*/ 83546 h 380485"/>
                    <a:gd name="connsiteX38" fmla="*/ 52678 w 605264"/>
                    <a:gd name="connsiteY38" fmla="*/ 83546 h 380485"/>
                    <a:gd name="connsiteX39" fmla="*/ 52678 w 605264"/>
                    <a:gd name="connsiteY39" fmla="*/ 27478 h 380485"/>
                    <a:gd name="connsiteX40" fmla="*/ 26314 w 605264"/>
                    <a:gd name="connsiteY40" fmla="*/ 0 h 380485"/>
                    <a:gd name="connsiteX41" fmla="*/ 0 w 605264"/>
                    <a:gd name="connsiteY41" fmla="*/ 27579 h 380485"/>
                    <a:gd name="connsiteX42" fmla="*/ 0 w 605264"/>
                    <a:gd name="connsiteY42" fmla="*/ 287527 h 380485"/>
                    <a:gd name="connsiteX43" fmla="*/ 93312 w 605264"/>
                    <a:gd name="connsiteY43" fmla="*/ 379878 h 380485"/>
                    <a:gd name="connsiteX44" fmla="*/ 129291 w 605264"/>
                    <a:gd name="connsiteY44" fmla="*/ 373856 h 380485"/>
                    <a:gd name="connsiteX45" fmla="*/ 129494 w 605264"/>
                    <a:gd name="connsiteY45" fmla="*/ 373856 h 380485"/>
                    <a:gd name="connsiteX46" fmla="*/ 175087 w 605264"/>
                    <a:gd name="connsiteY46" fmla="*/ 335702 h 380485"/>
                    <a:gd name="connsiteX47" fmla="*/ 288084 w 605264"/>
                    <a:gd name="connsiteY47" fmla="*/ 380435 h 380485"/>
                    <a:gd name="connsiteX48" fmla="*/ 354931 w 605264"/>
                    <a:gd name="connsiteY48" fmla="*/ 365102 h 380485"/>
                    <a:gd name="connsiteX49" fmla="*/ 354982 w 605264"/>
                    <a:gd name="connsiteY49" fmla="*/ 365102 h 380485"/>
                    <a:gd name="connsiteX50" fmla="*/ 443335 w 605264"/>
                    <a:gd name="connsiteY50" fmla="*/ 237025 h 380485"/>
                    <a:gd name="connsiteX51" fmla="*/ 454872 w 605264"/>
                    <a:gd name="connsiteY51" fmla="*/ 199124 h 380485"/>
                    <a:gd name="connsiteX52" fmla="*/ 454720 w 605264"/>
                    <a:gd name="connsiteY52" fmla="*/ 198921 h 380485"/>
                    <a:gd name="connsiteX53" fmla="*/ 487815 w 605264"/>
                    <a:gd name="connsiteY53" fmla="*/ 229334 h 380485"/>
                    <a:gd name="connsiteX54" fmla="*/ 528955 w 605264"/>
                    <a:gd name="connsiteY54" fmla="*/ 257924 h 380485"/>
                    <a:gd name="connsiteX55" fmla="*/ 545756 w 605264"/>
                    <a:gd name="connsiteY55" fmla="*/ 270676 h 380485"/>
                    <a:gd name="connsiteX56" fmla="*/ 555320 w 605264"/>
                    <a:gd name="connsiteY56" fmla="*/ 298053 h 380485"/>
                    <a:gd name="connsiteX57" fmla="*/ 509777 w 605264"/>
                    <a:gd name="connsiteY57" fmla="*/ 337624 h 380485"/>
                    <a:gd name="connsiteX58" fmla="*/ 449964 w 605264"/>
                    <a:gd name="connsiteY58" fmla="*/ 324417 h 380485"/>
                    <a:gd name="connsiteX59" fmla="*/ 429672 w 605264"/>
                    <a:gd name="connsiteY59" fmla="*/ 344760 h 380485"/>
                    <a:gd name="connsiteX60" fmla="*/ 445612 w 605264"/>
                    <a:gd name="connsiteY60" fmla="*/ 366215 h 380485"/>
                    <a:gd name="connsiteX61" fmla="*/ 510384 w 605264"/>
                    <a:gd name="connsiteY61" fmla="*/ 380485 h 380485"/>
                    <a:gd name="connsiteX62" fmla="*/ 580621 w 605264"/>
                    <a:gd name="connsiteY62" fmla="*/ 356297 h 380485"/>
                    <a:gd name="connsiteX63" fmla="*/ 584467 w 605264"/>
                    <a:gd name="connsiteY63" fmla="*/ 352299 h 380485"/>
                    <a:gd name="connsiteX64" fmla="*/ 605265 w 605264"/>
                    <a:gd name="connsiteY64" fmla="*/ 298053 h 380485"/>
                    <a:gd name="connsiteX65" fmla="*/ 559165 w 605264"/>
                    <a:gd name="connsiteY65" fmla="*/ 220023 h 38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grpFill/>
                <a:ln w="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35ED9827-E636-39A7-1838-D5C73003F00D}"/>
                    </a:ext>
                  </a:extLst>
                </p:cNvPr>
                <p:cNvSpPr/>
                <p:nvPr/>
              </p:nvSpPr>
              <p:spPr>
                <a:xfrm>
                  <a:off x="439539" y="2580150"/>
                  <a:ext cx="5060" cy="151"/>
                </a:xfrm>
                <a:custGeom>
                  <a:avLst/>
                  <a:gdLst>
                    <a:gd name="connsiteX0" fmla="*/ 0 w 5060"/>
                    <a:gd name="connsiteY0" fmla="*/ 0 h 151"/>
                    <a:gd name="connsiteX1" fmla="*/ 0 w 5060"/>
                    <a:gd name="connsiteY1" fmla="*/ 0 h 151"/>
                    <a:gd name="connsiteX2" fmla="*/ 0 w 5060"/>
                    <a:gd name="connsiteY2" fmla="*/ 152 h 151"/>
                    <a:gd name="connsiteX3" fmla="*/ 0 w 5060"/>
                    <a:gd name="connsiteY3" fmla="*/ 0 h 151"/>
                  </a:gdLst>
                  <a:ahLst/>
                  <a:cxnLst>
                    <a:cxn ang="0">
                      <a:pos x="connsiteX0" y="connsiteY0"/>
                    </a:cxn>
                    <a:cxn ang="0">
                      <a:pos x="connsiteX1" y="connsiteY1"/>
                    </a:cxn>
                    <a:cxn ang="0">
                      <a:pos x="connsiteX2" y="connsiteY2"/>
                    </a:cxn>
                    <a:cxn ang="0">
                      <a:pos x="connsiteX3" y="connsiteY3"/>
                    </a:cxn>
                  </a:cxnLst>
                  <a:rect l="l" t="t" r="r" b="b"/>
                  <a:pathLst>
                    <a:path w="5060" h="151">
                      <a:moveTo>
                        <a:pt x="0" y="0"/>
                      </a:moveTo>
                      <a:cubicBezTo>
                        <a:pt x="0" y="0"/>
                        <a:pt x="0" y="0"/>
                        <a:pt x="0" y="0"/>
                      </a:cubicBezTo>
                      <a:cubicBezTo>
                        <a:pt x="0" y="51"/>
                        <a:pt x="0" y="101"/>
                        <a:pt x="0" y="152"/>
                      </a:cubicBezTo>
                      <a:cubicBezTo>
                        <a:pt x="0" y="152"/>
                        <a:pt x="0" y="51"/>
                        <a:pt x="0" y="0"/>
                      </a:cubicBezTo>
                      <a:close/>
                    </a:path>
                  </a:pathLst>
                </a:custGeom>
                <a:grpFill/>
                <a:ln w="0" cap="flat">
                  <a:noFill/>
                  <a:prstDash val="solid"/>
                  <a:miter/>
                </a:ln>
              </p:spPr>
              <p:txBody>
                <a:bodyPr rtlCol="0" anchor="ctr"/>
                <a:lstStyle/>
                <a:p>
                  <a:endParaRPr lang="en-US"/>
                </a:p>
              </p:txBody>
            </p:sp>
          </p:grpSp>
          <p:grpSp>
            <p:nvGrpSpPr>
              <p:cNvPr id="23" name="Graphic 8">
                <a:extLst>
                  <a:ext uri="{FF2B5EF4-FFF2-40B4-BE49-F238E27FC236}">
                    <a16:creationId xmlns:a16="http://schemas.microsoft.com/office/drawing/2014/main" id="{F3EC113F-91C5-117E-63E1-55362567E3DA}"/>
                  </a:ext>
                </a:extLst>
              </p:cNvPr>
              <p:cNvGrpSpPr/>
              <p:nvPr/>
            </p:nvGrpSpPr>
            <p:grpSpPr>
              <a:xfrm>
                <a:off x="684661" y="2427986"/>
                <a:ext cx="896486" cy="379270"/>
                <a:chOff x="684661" y="2427986"/>
                <a:chExt cx="896486" cy="379270"/>
              </a:xfrm>
              <a:grpFill/>
            </p:grpSpPr>
            <p:sp>
              <p:nvSpPr>
                <p:cNvPr id="24" name="Freeform: Shape 23">
                  <a:extLst>
                    <a:ext uri="{FF2B5EF4-FFF2-40B4-BE49-F238E27FC236}">
                      <a16:creationId xmlns:a16="http://schemas.microsoft.com/office/drawing/2014/main" id="{46764517-382E-B465-ED24-A6A9AE451002}"/>
                    </a:ext>
                  </a:extLst>
                </p:cNvPr>
                <p:cNvSpPr/>
                <p:nvPr/>
              </p:nvSpPr>
              <p:spPr>
                <a:xfrm>
                  <a:off x="684712"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138D5EC-BE85-10E8-0700-B19654F9D5BF}"/>
                    </a:ext>
                  </a:extLst>
                </p:cNvPr>
                <p:cNvSpPr/>
                <p:nvPr/>
              </p:nvSpPr>
              <p:spPr>
                <a:xfrm>
                  <a:off x="766739" y="2427986"/>
                  <a:ext cx="111934" cy="94425"/>
                </a:xfrm>
                <a:custGeom>
                  <a:avLst/>
                  <a:gdLst>
                    <a:gd name="connsiteX0" fmla="*/ 36788 w 111934"/>
                    <a:gd name="connsiteY0" fmla="*/ 94426 h 94425"/>
                    <a:gd name="connsiteX1" fmla="*/ 55967 w 111934"/>
                    <a:gd name="connsiteY1" fmla="*/ 37952 h 94425"/>
                    <a:gd name="connsiteX2" fmla="*/ 75146 w 111934"/>
                    <a:gd name="connsiteY2" fmla="*/ 94426 h 94425"/>
                    <a:gd name="connsiteX3" fmla="*/ 111934 w 111934"/>
                    <a:gd name="connsiteY3" fmla="*/ 94426 h 94425"/>
                    <a:gd name="connsiteX4" fmla="*/ 75905 w 111934"/>
                    <a:gd name="connsiteY4" fmla="*/ 0 h 94425"/>
                    <a:gd name="connsiteX5" fmla="*/ 36080 w 111934"/>
                    <a:gd name="connsiteY5" fmla="*/ 0 h 94425"/>
                    <a:gd name="connsiteX6" fmla="*/ 0 w 111934"/>
                    <a:gd name="connsiteY6" fmla="*/ 94426 h 94425"/>
                    <a:gd name="connsiteX7" fmla="*/ 36788 w 11193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05CAE345-476E-EF66-7F21-2462D7A45BCF}"/>
                    </a:ext>
                  </a:extLst>
                </p:cNvPr>
                <p:cNvSpPr/>
                <p:nvPr/>
              </p:nvSpPr>
              <p:spPr>
                <a:xfrm>
                  <a:off x="869666"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F28C4B26-03FB-94EF-19AD-309B234B24F5}"/>
                    </a:ext>
                  </a:extLst>
                </p:cNvPr>
                <p:cNvSpPr/>
                <p:nvPr/>
              </p:nvSpPr>
              <p:spPr>
                <a:xfrm>
                  <a:off x="951694" y="2427986"/>
                  <a:ext cx="111984" cy="94425"/>
                </a:xfrm>
                <a:custGeom>
                  <a:avLst/>
                  <a:gdLst>
                    <a:gd name="connsiteX0" fmla="*/ 36788 w 111984"/>
                    <a:gd name="connsiteY0" fmla="*/ 94426 h 94425"/>
                    <a:gd name="connsiteX1" fmla="*/ 55967 w 111984"/>
                    <a:gd name="connsiteY1" fmla="*/ 37952 h 94425"/>
                    <a:gd name="connsiteX2" fmla="*/ 75146 w 111984"/>
                    <a:gd name="connsiteY2" fmla="*/ 94426 h 94425"/>
                    <a:gd name="connsiteX3" fmla="*/ 111985 w 111984"/>
                    <a:gd name="connsiteY3" fmla="*/ 94426 h 94425"/>
                    <a:gd name="connsiteX4" fmla="*/ 75905 w 111984"/>
                    <a:gd name="connsiteY4" fmla="*/ 0 h 94425"/>
                    <a:gd name="connsiteX5" fmla="*/ 36080 w 111984"/>
                    <a:gd name="connsiteY5" fmla="*/ 0 h 94425"/>
                    <a:gd name="connsiteX6" fmla="*/ 0 w 111984"/>
                    <a:gd name="connsiteY6" fmla="*/ 94426 h 94425"/>
                    <a:gd name="connsiteX7" fmla="*/ 36788 w 11198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67065AF1-D9F8-9DEC-89E2-88A08F330285}"/>
                    </a:ext>
                  </a:extLst>
                </p:cNvPr>
                <p:cNvSpPr/>
                <p:nvPr/>
              </p:nvSpPr>
              <p:spPr>
                <a:xfrm>
                  <a:off x="1334356" y="2569675"/>
                  <a:ext cx="74842" cy="94476"/>
                </a:xfrm>
                <a:custGeom>
                  <a:avLst/>
                  <a:gdLst>
                    <a:gd name="connsiteX0" fmla="*/ 15434 w 74842"/>
                    <a:gd name="connsiteY0" fmla="*/ 20292 h 94476"/>
                    <a:gd name="connsiteX1" fmla="*/ 32335 w 74842"/>
                    <a:gd name="connsiteY1" fmla="*/ 52880 h 94476"/>
                    <a:gd name="connsiteX2" fmla="*/ 56979 w 74842"/>
                    <a:gd name="connsiteY2" fmla="*/ 94426 h 94476"/>
                    <a:gd name="connsiteX3" fmla="*/ 74842 w 74842"/>
                    <a:gd name="connsiteY3" fmla="*/ 94426 h 94476"/>
                    <a:gd name="connsiteX4" fmla="*/ 74842 w 74842"/>
                    <a:gd name="connsiteY4" fmla="*/ 0 h 94476"/>
                    <a:gd name="connsiteX5" fmla="*/ 58902 w 74842"/>
                    <a:gd name="connsiteY5" fmla="*/ 0 h 94476"/>
                    <a:gd name="connsiteX6" fmla="*/ 58902 w 74842"/>
                    <a:gd name="connsiteY6" fmla="*/ 32943 h 94476"/>
                    <a:gd name="connsiteX7" fmla="*/ 60420 w 74842"/>
                    <a:gd name="connsiteY7" fmla="*/ 72110 h 94476"/>
                    <a:gd name="connsiteX8" fmla="*/ 60117 w 74842"/>
                    <a:gd name="connsiteY8" fmla="*/ 72211 h 94476"/>
                    <a:gd name="connsiteX9" fmla="*/ 44075 w 74842"/>
                    <a:gd name="connsiteY9" fmla="*/ 40584 h 94476"/>
                    <a:gd name="connsiteX10" fmla="*/ 19685 w 74842"/>
                    <a:gd name="connsiteY10" fmla="*/ 51 h 94476"/>
                    <a:gd name="connsiteX11" fmla="*/ 0 w 74842"/>
                    <a:gd name="connsiteY11" fmla="*/ 51 h 94476"/>
                    <a:gd name="connsiteX12" fmla="*/ 0 w 74842"/>
                    <a:gd name="connsiteY12" fmla="*/ 94476 h 94476"/>
                    <a:gd name="connsiteX13" fmla="*/ 15940 w 74842"/>
                    <a:gd name="connsiteY13" fmla="*/ 94476 h 94476"/>
                    <a:gd name="connsiteX14" fmla="*/ 15940 w 74842"/>
                    <a:gd name="connsiteY14" fmla="*/ 60673 h 94476"/>
                    <a:gd name="connsiteX15" fmla="*/ 15029 w 74842"/>
                    <a:gd name="connsiteY15" fmla="*/ 20444 h 94476"/>
                    <a:gd name="connsiteX16" fmla="*/ 15485 w 74842"/>
                    <a:gd name="connsiteY16" fmla="*/ 20342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grpFill/>
                <a:ln w="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AAE1ECE7-91F8-06E1-09E3-5D0119B5715D}"/>
                    </a:ext>
                  </a:extLst>
                </p:cNvPr>
                <p:cNvSpPr/>
                <p:nvPr/>
              </p:nvSpPr>
              <p:spPr>
                <a:xfrm>
                  <a:off x="1238412" y="2569624"/>
                  <a:ext cx="82837" cy="94425"/>
                </a:xfrm>
                <a:custGeom>
                  <a:avLst/>
                  <a:gdLst>
                    <a:gd name="connsiteX0" fmla="*/ 25858 w 82837"/>
                    <a:gd name="connsiteY0" fmla="*/ 67758 h 94425"/>
                    <a:gd name="connsiteX1" fmla="*/ 55815 w 82837"/>
                    <a:gd name="connsiteY1" fmla="*/ 67758 h 94425"/>
                    <a:gd name="connsiteX2" fmla="*/ 64367 w 82837"/>
                    <a:gd name="connsiteY2" fmla="*/ 94426 h 94425"/>
                    <a:gd name="connsiteX3" fmla="*/ 82838 w 82837"/>
                    <a:gd name="connsiteY3" fmla="*/ 94426 h 94425"/>
                    <a:gd name="connsiteX4" fmla="*/ 52172 w 82837"/>
                    <a:gd name="connsiteY4" fmla="*/ 0 h 94425"/>
                    <a:gd name="connsiteX5" fmla="*/ 30261 w 82837"/>
                    <a:gd name="connsiteY5" fmla="*/ 0 h 94425"/>
                    <a:gd name="connsiteX6" fmla="*/ 0 w 82837"/>
                    <a:gd name="connsiteY6" fmla="*/ 94426 h 94425"/>
                    <a:gd name="connsiteX7" fmla="*/ 17812 w 82837"/>
                    <a:gd name="connsiteY7" fmla="*/ 94426 h 94425"/>
                    <a:gd name="connsiteX8" fmla="*/ 25858 w 82837"/>
                    <a:gd name="connsiteY8" fmla="*/ 67758 h 94425"/>
                    <a:gd name="connsiteX9" fmla="*/ 35979 w 82837"/>
                    <a:gd name="connsiteY9" fmla="*/ 31374 h 94425"/>
                    <a:gd name="connsiteX10" fmla="*/ 40432 w 82837"/>
                    <a:gd name="connsiteY10" fmla="*/ 13663 h 94425"/>
                    <a:gd name="connsiteX11" fmla="*/ 40736 w 82837"/>
                    <a:gd name="connsiteY11" fmla="*/ 13663 h 94425"/>
                    <a:gd name="connsiteX12" fmla="*/ 45492 w 82837"/>
                    <a:gd name="connsiteY12" fmla="*/ 31425 h 94425"/>
                    <a:gd name="connsiteX13" fmla="*/ 52931 w 82837"/>
                    <a:gd name="connsiteY13" fmla="*/ 54702 h 94425"/>
                    <a:gd name="connsiteX14" fmla="*/ 28641 w 82837"/>
                    <a:gd name="connsiteY14" fmla="*/ 54702 h 94425"/>
                    <a:gd name="connsiteX15" fmla="*/ 35928 w 82837"/>
                    <a:gd name="connsiteY15" fmla="*/ 31374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grpFill/>
                <a:ln w="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D59121FD-8AAC-E938-EFC4-8069594472D5}"/>
                    </a:ext>
                  </a:extLst>
                </p:cNvPr>
                <p:cNvSpPr/>
                <p:nvPr/>
              </p:nvSpPr>
              <p:spPr>
                <a:xfrm>
                  <a:off x="956906" y="2568157"/>
                  <a:ext cx="61280" cy="97411"/>
                </a:xfrm>
                <a:custGeom>
                  <a:avLst/>
                  <a:gdLst>
                    <a:gd name="connsiteX0" fmla="*/ 26617 w 61280"/>
                    <a:gd name="connsiteY0" fmla="*/ 83141 h 97411"/>
                    <a:gd name="connsiteX1" fmla="*/ 3846 w 61280"/>
                    <a:gd name="connsiteY1" fmla="*/ 77119 h 97411"/>
                    <a:gd name="connsiteX2" fmla="*/ 0 w 61280"/>
                    <a:gd name="connsiteY2" fmla="*/ 91389 h 97411"/>
                    <a:gd name="connsiteX3" fmla="*/ 25504 w 61280"/>
                    <a:gd name="connsiteY3" fmla="*/ 97411 h 97411"/>
                    <a:gd name="connsiteX4" fmla="*/ 61280 w 61280"/>
                    <a:gd name="connsiteY4" fmla="*/ 69023 h 97411"/>
                    <a:gd name="connsiteX5" fmla="*/ 37042 w 61280"/>
                    <a:gd name="connsiteY5" fmla="*/ 40938 h 97411"/>
                    <a:gd name="connsiteX6" fmla="*/ 18976 w 61280"/>
                    <a:gd name="connsiteY6" fmla="*/ 25453 h 97411"/>
                    <a:gd name="connsiteX7" fmla="*/ 34562 w 61280"/>
                    <a:gd name="connsiteY7" fmla="*/ 14068 h 97411"/>
                    <a:gd name="connsiteX8" fmla="*/ 53386 w 61280"/>
                    <a:gd name="connsiteY8" fmla="*/ 18571 h 97411"/>
                    <a:gd name="connsiteX9" fmla="*/ 57536 w 61280"/>
                    <a:gd name="connsiteY9" fmla="*/ 4655 h 97411"/>
                    <a:gd name="connsiteX10" fmla="*/ 34916 w 61280"/>
                    <a:gd name="connsiteY10" fmla="*/ 0 h 97411"/>
                    <a:gd name="connsiteX11" fmla="*/ 1569 w 61280"/>
                    <a:gd name="connsiteY11" fmla="*/ 27123 h 97411"/>
                    <a:gd name="connsiteX12" fmla="*/ 27123 w 61280"/>
                    <a:gd name="connsiteY12" fmla="*/ 54550 h 97411"/>
                    <a:gd name="connsiteX13" fmla="*/ 43822 w 61280"/>
                    <a:gd name="connsiteY13" fmla="*/ 70237 h 97411"/>
                    <a:gd name="connsiteX14" fmla="*/ 26668 w 61280"/>
                    <a:gd name="connsiteY14" fmla="*/ 83141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grpFill/>
                <a:ln w="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372A9217-B8E4-88CB-DF21-E7D73AFD0EBE}"/>
                    </a:ext>
                  </a:extLst>
                </p:cNvPr>
                <p:cNvSpPr/>
                <p:nvPr/>
              </p:nvSpPr>
              <p:spPr>
                <a:xfrm>
                  <a:off x="684661"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50F9B27A-634E-1321-2688-F2363058D6D9}"/>
                    </a:ext>
                  </a:extLst>
                </p:cNvPr>
                <p:cNvSpPr/>
                <p:nvPr/>
              </p:nvSpPr>
              <p:spPr>
                <a:xfrm>
                  <a:off x="1173286" y="2569675"/>
                  <a:ext cx="71350" cy="94425"/>
                </a:xfrm>
                <a:custGeom>
                  <a:avLst/>
                  <a:gdLst>
                    <a:gd name="connsiteX0" fmla="*/ 44177 w 71350"/>
                    <a:gd name="connsiteY0" fmla="*/ 94426 h 94425"/>
                    <a:gd name="connsiteX1" fmla="*/ 44177 w 71350"/>
                    <a:gd name="connsiteY1" fmla="*/ 14473 h 94425"/>
                    <a:gd name="connsiteX2" fmla="*/ 71351 w 71350"/>
                    <a:gd name="connsiteY2" fmla="*/ 14473 h 94425"/>
                    <a:gd name="connsiteX3" fmla="*/ 71351 w 71350"/>
                    <a:gd name="connsiteY3" fmla="*/ 0 h 94425"/>
                    <a:gd name="connsiteX4" fmla="*/ 0 w 71350"/>
                    <a:gd name="connsiteY4" fmla="*/ 0 h 94425"/>
                    <a:gd name="connsiteX5" fmla="*/ 0 w 71350"/>
                    <a:gd name="connsiteY5" fmla="*/ 14473 h 94425"/>
                    <a:gd name="connsiteX6" fmla="*/ 26921 w 71350"/>
                    <a:gd name="connsiteY6" fmla="*/ 14473 h 94425"/>
                    <a:gd name="connsiteX7" fmla="*/ 26921 w 71350"/>
                    <a:gd name="connsiteY7" fmla="*/ 94426 h 94425"/>
                    <a:gd name="connsiteX8" fmla="*/ 44177 w 71350"/>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grpFill/>
                <a:ln w="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A54FB249-EFCA-46C0-C911-A91FC3FF25C6}"/>
                    </a:ext>
                  </a:extLst>
                </p:cNvPr>
                <p:cNvSpPr/>
                <p:nvPr/>
              </p:nvSpPr>
              <p:spPr>
                <a:xfrm>
                  <a:off x="1502763" y="2569675"/>
                  <a:ext cx="78384" cy="94476"/>
                </a:xfrm>
                <a:custGeom>
                  <a:avLst/>
                  <a:gdLst>
                    <a:gd name="connsiteX0" fmla="*/ 58953 w 78384"/>
                    <a:gd name="connsiteY0" fmla="*/ 0 h 94476"/>
                    <a:gd name="connsiteX1" fmla="*/ 47618 w 78384"/>
                    <a:gd name="connsiteY1" fmla="*/ 24188 h 94476"/>
                    <a:gd name="connsiteX2" fmla="*/ 39470 w 78384"/>
                    <a:gd name="connsiteY2" fmla="*/ 42962 h 94476"/>
                    <a:gd name="connsiteX3" fmla="*/ 39167 w 78384"/>
                    <a:gd name="connsiteY3" fmla="*/ 42962 h 94476"/>
                    <a:gd name="connsiteX4" fmla="*/ 30918 w 78384"/>
                    <a:gd name="connsiteY4" fmla="*/ 24239 h 94476"/>
                    <a:gd name="connsiteX5" fmla="*/ 19685 w 78384"/>
                    <a:gd name="connsiteY5" fmla="*/ 0 h 94476"/>
                    <a:gd name="connsiteX6" fmla="*/ 0 w 78384"/>
                    <a:gd name="connsiteY6" fmla="*/ 0 h 94476"/>
                    <a:gd name="connsiteX7" fmla="*/ 29805 w 78384"/>
                    <a:gd name="connsiteY7" fmla="*/ 55157 h 94476"/>
                    <a:gd name="connsiteX8" fmla="*/ 29805 w 78384"/>
                    <a:gd name="connsiteY8" fmla="*/ 94476 h 94476"/>
                    <a:gd name="connsiteX9" fmla="*/ 47061 w 78384"/>
                    <a:gd name="connsiteY9" fmla="*/ 94476 h 94476"/>
                    <a:gd name="connsiteX10" fmla="*/ 47061 w 78384"/>
                    <a:gd name="connsiteY10" fmla="*/ 54702 h 94476"/>
                    <a:gd name="connsiteX11" fmla="*/ 78384 w 78384"/>
                    <a:gd name="connsiteY11" fmla="*/ 51 h 94476"/>
                    <a:gd name="connsiteX12" fmla="*/ 58953 w 78384"/>
                    <a:gd name="connsiteY12"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grpFill/>
                <a:ln w="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F3D7AFA8-DE20-5630-3BB0-10B093A6CB34}"/>
                    </a:ext>
                  </a:extLst>
                </p:cNvPr>
                <p:cNvSpPr/>
                <p:nvPr/>
              </p:nvSpPr>
              <p:spPr>
                <a:xfrm>
                  <a:off x="763045" y="2568106"/>
                  <a:ext cx="88656" cy="97562"/>
                </a:xfrm>
                <a:custGeom>
                  <a:avLst/>
                  <a:gdLst>
                    <a:gd name="connsiteX0" fmla="*/ 44936 w 88656"/>
                    <a:gd name="connsiteY0" fmla="*/ 0 h 97562"/>
                    <a:gd name="connsiteX1" fmla="*/ 0 w 88656"/>
                    <a:gd name="connsiteY1" fmla="*/ 49490 h 97562"/>
                    <a:gd name="connsiteX2" fmla="*/ 43519 w 88656"/>
                    <a:gd name="connsiteY2" fmla="*/ 97563 h 97562"/>
                    <a:gd name="connsiteX3" fmla="*/ 43671 w 88656"/>
                    <a:gd name="connsiteY3" fmla="*/ 97563 h 97562"/>
                    <a:gd name="connsiteX4" fmla="*/ 88657 w 88656"/>
                    <a:gd name="connsiteY4" fmla="*/ 47820 h 97562"/>
                    <a:gd name="connsiteX5" fmla="*/ 44936 w 88656"/>
                    <a:gd name="connsiteY5" fmla="*/ 0 h 97562"/>
                    <a:gd name="connsiteX6" fmla="*/ 44278 w 88656"/>
                    <a:gd name="connsiteY6" fmla="*/ 83748 h 97562"/>
                    <a:gd name="connsiteX7" fmla="*/ 44126 w 88656"/>
                    <a:gd name="connsiteY7" fmla="*/ 83748 h 97562"/>
                    <a:gd name="connsiteX8" fmla="*/ 18065 w 88656"/>
                    <a:gd name="connsiteY8" fmla="*/ 49085 h 97562"/>
                    <a:gd name="connsiteX9" fmla="*/ 44278 w 88656"/>
                    <a:gd name="connsiteY9" fmla="*/ 13815 h 97562"/>
                    <a:gd name="connsiteX10" fmla="*/ 70288 w 88656"/>
                    <a:gd name="connsiteY10" fmla="*/ 48478 h 97562"/>
                    <a:gd name="connsiteX11" fmla="*/ 44227 w 88656"/>
                    <a:gd name="connsiteY11" fmla="*/ 83748 h 97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grpFill/>
                <a:ln w="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2A136ECE-8EE2-E0E0-CAB8-2D196A530503}"/>
                    </a:ext>
                  </a:extLst>
                </p:cNvPr>
                <p:cNvSpPr/>
                <p:nvPr/>
              </p:nvSpPr>
              <p:spPr>
                <a:xfrm>
                  <a:off x="1423923"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5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618431D4-9B1D-B719-BD9E-0B669744A42E}"/>
                    </a:ext>
                  </a:extLst>
                </p:cNvPr>
                <p:cNvSpPr/>
                <p:nvPr/>
              </p:nvSpPr>
              <p:spPr>
                <a:xfrm>
                  <a:off x="1126832" y="2569675"/>
                  <a:ext cx="56017" cy="94425"/>
                </a:xfrm>
                <a:custGeom>
                  <a:avLst/>
                  <a:gdLst>
                    <a:gd name="connsiteX0" fmla="*/ 17205 w 56017"/>
                    <a:gd name="connsiteY0" fmla="*/ 0 h 94425"/>
                    <a:gd name="connsiteX1" fmla="*/ 0 w 56017"/>
                    <a:gd name="connsiteY1" fmla="*/ 0 h 94425"/>
                    <a:gd name="connsiteX2" fmla="*/ 0 w 56017"/>
                    <a:gd name="connsiteY2" fmla="*/ 94426 h 94425"/>
                    <a:gd name="connsiteX3" fmla="*/ 56018 w 56017"/>
                    <a:gd name="connsiteY3" fmla="*/ 94426 h 94425"/>
                    <a:gd name="connsiteX4" fmla="*/ 56018 w 56017"/>
                    <a:gd name="connsiteY4" fmla="*/ 79953 h 94425"/>
                    <a:gd name="connsiteX5" fmla="*/ 17205 w 56017"/>
                    <a:gd name="connsiteY5" fmla="*/ 79953 h 94425"/>
                    <a:gd name="connsiteX6" fmla="*/ 17205 w 56017"/>
                    <a:gd name="connsiteY6" fmla="*/ 0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17" h="94425">
                      <a:moveTo>
                        <a:pt x="17205" y="0"/>
                      </a:moveTo>
                      <a:lnTo>
                        <a:pt x="0" y="0"/>
                      </a:lnTo>
                      <a:lnTo>
                        <a:pt x="0" y="94426"/>
                      </a:lnTo>
                      <a:lnTo>
                        <a:pt x="56018" y="94426"/>
                      </a:lnTo>
                      <a:lnTo>
                        <a:pt x="56018" y="79953"/>
                      </a:lnTo>
                      <a:lnTo>
                        <a:pt x="17205" y="79953"/>
                      </a:lnTo>
                      <a:lnTo>
                        <a:pt x="17205" y="0"/>
                      </a:lnTo>
                      <a:close/>
                    </a:path>
                  </a:pathLst>
                </a:custGeom>
                <a:grpFill/>
                <a:ln w="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B75C3961-85A8-A367-CB00-7D3C37F0A0C0}"/>
                    </a:ext>
                  </a:extLst>
                </p:cNvPr>
                <p:cNvSpPr/>
                <p:nvPr/>
              </p:nvSpPr>
              <p:spPr>
                <a:xfrm>
                  <a:off x="1033469" y="2569675"/>
                  <a:ext cx="73728" cy="95994"/>
                </a:xfrm>
                <a:custGeom>
                  <a:avLst/>
                  <a:gdLst>
                    <a:gd name="connsiteX0" fmla="*/ 73729 w 73728"/>
                    <a:gd name="connsiteY0" fmla="*/ 53943 h 95994"/>
                    <a:gd name="connsiteX1" fmla="*/ 73729 w 73728"/>
                    <a:gd name="connsiteY1" fmla="*/ 0 h 95994"/>
                    <a:gd name="connsiteX2" fmla="*/ 56473 w 73728"/>
                    <a:gd name="connsiteY2" fmla="*/ 0 h 95994"/>
                    <a:gd name="connsiteX3" fmla="*/ 56473 w 73728"/>
                    <a:gd name="connsiteY3" fmla="*/ 55056 h 95994"/>
                    <a:gd name="connsiteX4" fmla="*/ 36586 w 73728"/>
                    <a:gd name="connsiteY4" fmla="*/ 82078 h 95994"/>
                    <a:gd name="connsiteX5" fmla="*/ 17256 w 73728"/>
                    <a:gd name="connsiteY5" fmla="*/ 55056 h 95994"/>
                    <a:gd name="connsiteX6" fmla="*/ 17256 w 73728"/>
                    <a:gd name="connsiteY6" fmla="*/ 0 h 95994"/>
                    <a:gd name="connsiteX7" fmla="*/ 0 w 73728"/>
                    <a:gd name="connsiteY7" fmla="*/ 0 h 95994"/>
                    <a:gd name="connsiteX8" fmla="*/ 0 w 73728"/>
                    <a:gd name="connsiteY8" fmla="*/ 54044 h 95994"/>
                    <a:gd name="connsiteX9" fmla="*/ 35928 w 73728"/>
                    <a:gd name="connsiteY9" fmla="*/ 95994 h 95994"/>
                    <a:gd name="connsiteX10" fmla="*/ 73678 w 73728"/>
                    <a:gd name="connsiteY10" fmla="*/ 53943 h 95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grpFill/>
                <a:ln w="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5A64C4C-D98A-20E4-264D-0D6A6FB174A1}"/>
                    </a:ext>
                  </a:extLst>
                </p:cNvPr>
                <p:cNvSpPr/>
                <p:nvPr/>
              </p:nvSpPr>
              <p:spPr>
                <a:xfrm>
                  <a:off x="866428" y="2569675"/>
                  <a:ext cx="74892" cy="94476"/>
                </a:xfrm>
                <a:custGeom>
                  <a:avLst/>
                  <a:gdLst>
                    <a:gd name="connsiteX0" fmla="*/ 74842 w 74892"/>
                    <a:gd name="connsiteY0" fmla="*/ 0 h 94476"/>
                    <a:gd name="connsiteX1" fmla="*/ 58902 w 74892"/>
                    <a:gd name="connsiteY1" fmla="*/ 0 h 94476"/>
                    <a:gd name="connsiteX2" fmla="*/ 58902 w 74892"/>
                    <a:gd name="connsiteY2" fmla="*/ 32943 h 94476"/>
                    <a:gd name="connsiteX3" fmla="*/ 60420 w 74892"/>
                    <a:gd name="connsiteY3" fmla="*/ 72110 h 94476"/>
                    <a:gd name="connsiteX4" fmla="*/ 60117 w 74892"/>
                    <a:gd name="connsiteY4" fmla="*/ 72211 h 94476"/>
                    <a:gd name="connsiteX5" fmla="*/ 44075 w 74892"/>
                    <a:gd name="connsiteY5" fmla="*/ 40584 h 94476"/>
                    <a:gd name="connsiteX6" fmla="*/ 19685 w 74892"/>
                    <a:gd name="connsiteY6" fmla="*/ 51 h 94476"/>
                    <a:gd name="connsiteX7" fmla="*/ 0 w 74892"/>
                    <a:gd name="connsiteY7" fmla="*/ 51 h 94476"/>
                    <a:gd name="connsiteX8" fmla="*/ 0 w 74892"/>
                    <a:gd name="connsiteY8" fmla="*/ 94476 h 94476"/>
                    <a:gd name="connsiteX9" fmla="*/ 15940 w 74892"/>
                    <a:gd name="connsiteY9" fmla="*/ 94476 h 94476"/>
                    <a:gd name="connsiteX10" fmla="*/ 15940 w 74892"/>
                    <a:gd name="connsiteY10" fmla="*/ 60673 h 94476"/>
                    <a:gd name="connsiteX11" fmla="*/ 15029 w 74892"/>
                    <a:gd name="connsiteY11" fmla="*/ 20444 h 94476"/>
                    <a:gd name="connsiteX12" fmla="*/ 15485 w 74892"/>
                    <a:gd name="connsiteY12" fmla="*/ 20342 h 94476"/>
                    <a:gd name="connsiteX13" fmla="*/ 32386 w 74892"/>
                    <a:gd name="connsiteY13" fmla="*/ 52931 h 94476"/>
                    <a:gd name="connsiteX14" fmla="*/ 57030 w 74892"/>
                    <a:gd name="connsiteY14" fmla="*/ 94476 h 94476"/>
                    <a:gd name="connsiteX15" fmla="*/ 74893 w 74892"/>
                    <a:gd name="connsiteY15" fmla="*/ 94476 h 94476"/>
                    <a:gd name="connsiteX16" fmla="*/ 74893 w 74892"/>
                    <a:gd name="connsiteY16"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grpFill/>
                <a:ln w="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4AB68A03-652E-1163-21A3-759F36C8553E}"/>
                    </a:ext>
                  </a:extLst>
                </p:cNvPr>
                <p:cNvSpPr/>
                <p:nvPr/>
              </p:nvSpPr>
              <p:spPr>
                <a:xfrm>
                  <a:off x="997743" y="2711313"/>
                  <a:ext cx="17205" cy="94425"/>
                </a:xfrm>
                <a:custGeom>
                  <a:avLst/>
                  <a:gdLst>
                    <a:gd name="connsiteX0" fmla="*/ 0 w 17205"/>
                    <a:gd name="connsiteY0" fmla="*/ 0 h 94425"/>
                    <a:gd name="connsiteX1" fmla="*/ 17205 w 17205"/>
                    <a:gd name="connsiteY1" fmla="*/ 0 h 94425"/>
                    <a:gd name="connsiteX2" fmla="*/ 17205 w 17205"/>
                    <a:gd name="connsiteY2" fmla="*/ 94426 h 94425"/>
                    <a:gd name="connsiteX3" fmla="*/ 0 w 17205"/>
                    <a:gd name="connsiteY3" fmla="*/ 94426 h 94425"/>
                  </a:gdLst>
                  <a:ahLst/>
                  <a:cxnLst>
                    <a:cxn ang="0">
                      <a:pos x="connsiteX0" y="connsiteY0"/>
                    </a:cxn>
                    <a:cxn ang="0">
                      <a:pos x="connsiteX1" y="connsiteY1"/>
                    </a:cxn>
                    <a:cxn ang="0">
                      <a:pos x="connsiteX2" y="connsiteY2"/>
                    </a:cxn>
                    <a:cxn ang="0">
                      <a:pos x="connsiteX3" y="connsiteY3"/>
                    </a:cxn>
                  </a:cxnLst>
                  <a:rect l="l" t="t" r="r" b="b"/>
                  <a:pathLst>
                    <a:path w="17205" h="94425">
                      <a:moveTo>
                        <a:pt x="0" y="0"/>
                      </a:moveTo>
                      <a:lnTo>
                        <a:pt x="17205" y="0"/>
                      </a:lnTo>
                      <a:lnTo>
                        <a:pt x="17205" y="94426"/>
                      </a:lnTo>
                      <a:lnTo>
                        <a:pt x="0" y="94426"/>
                      </a:lnTo>
                      <a:close/>
                    </a:path>
                  </a:pathLst>
                </a:custGeom>
                <a:grpFill/>
                <a:ln w="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EEB9CC3F-EDBE-96BC-2605-5DAD7A118F64}"/>
                    </a:ext>
                  </a:extLst>
                </p:cNvPr>
                <p:cNvSpPr/>
                <p:nvPr/>
              </p:nvSpPr>
              <p:spPr>
                <a:xfrm>
                  <a:off x="833536" y="2711262"/>
                  <a:ext cx="66239" cy="94476"/>
                </a:xfrm>
                <a:custGeom>
                  <a:avLst/>
                  <a:gdLst>
                    <a:gd name="connsiteX0" fmla="*/ 45796 w 66239"/>
                    <a:gd name="connsiteY0" fmla="*/ 50198 h 94476"/>
                    <a:gd name="connsiteX1" fmla="*/ 45796 w 66239"/>
                    <a:gd name="connsiteY1" fmla="*/ 49794 h 94476"/>
                    <a:gd name="connsiteX2" fmla="*/ 62799 w 66239"/>
                    <a:gd name="connsiteY2" fmla="*/ 26364 h 94476"/>
                    <a:gd name="connsiteX3" fmla="*/ 54753 w 66239"/>
                    <a:gd name="connsiteY3" fmla="*/ 7540 h 94476"/>
                    <a:gd name="connsiteX4" fmla="*/ 25909 w 66239"/>
                    <a:gd name="connsiteY4" fmla="*/ 0 h 94476"/>
                    <a:gd name="connsiteX5" fmla="*/ 0 w 66239"/>
                    <a:gd name="connsiteY5" fmla="*/ 2024 h 94476"/>
                    <a:gd name="connsiteX6" fmla="*/ 0 w 66239"/>
                    <a:gd name="connsiteY6" fmla="*/ 94476 h 94476"/>
                    <a:gd name="connsiteX7" fmla="*/ 16952 w 66239"/>
                    <a:gd name="connsiteY7" fmla="*/ 94476 h 94476"/>
                    <a:gd name="connsiteX8" fmla="*/ 16952 w 66239"/>
                    <a:gd name="connsiteY8" fmla="*/ 55967 h 94476"/>
                    <a:gd name="connsiteX9" fmla="*/ 25555 w 66239"/>
                    <a:gd name="connsiteY9" fmla="*/ 55967 h 94476"/>
                    <a:gd name="connsiteX10" fmla="*/ 42406 w 66239"/>
                    <a:gd name="connsiteY10" fmla="*/ 72363 h 94476"/>
                    <a:gd name="connsiteX11" fmla="*/ 48680 w 66239"/>
                    <a:gd name="connsiteY11" fmla="*/ 94476 h 94476"/>
                    <a:gd name="connsiteX12" fmla="*/ 66240 w 66239"/>
                    <a:gd name="connsiteY12" fmla="*/ 94476 h 94476"/>
                    <a:gd name="connsiteX13" fmla="*/ 58852 w 66239"/>
                    <a:gd name="connsiteY13" fmla="*/ 68365 h 94476"/>
                    <a:gd name="connsiteX14" fmla="*/ 45796 w 66239"/>
                    <a:gd name="connsiteY14" fmla="*/ 50249 h 94476"/>
                    <a:gd name="connsiteX15" fmla="*/ 27022 w 66239"/>
                    <a:gd name="connsiteY15" fmla="*/ 43367 h 94476"/>
                    <a:gd name="connsiteX16" fmla="*/ 16901 w 66239"/>
                    <a:gd name="connsiteY16" fmla="*/ 43367 h 94476"/>
                    <a:gd name="connsiteX17" fmla="*/ 16901 w 66239"/>
                    <a:gd name="connsiteY17" fmla="*/ 13764 h 94476"/>
                    <a:gd name="connsiteX18" fmla="*/ 27528 w 66239"/>
                    <a:gd name="connsiteY18" fmla="*/ 12904 h 94476"/>
                    <a:gd name="connsiteX19" fmla="*/ 45745 w 66239"/>
                    <a:gd name="connsiteY19" fmla="*/ 27933 h 94476"/>
                    <a:gd name="connsiteX20" fmla="*/ 27022 w 66239"/>
                    <a:gd name="connsiteY20" fmla="*/ 43367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grpFill/>
                <a:ln w="0"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C7689AB8-90EA-6AFD-EEE7-DC6F0416541E}"/>
                    </a:ext>
                  </a:extLst>
                </p:cNvPr>
                <p:cNvSpPr/>
                <p:nvPr/>
              </p:nvSpPr>
              <p:spPr>
                <a:xfrm>
                  <a:off x="904835" y="2711313"/>
                  <a:ext cx="82837" cy="94425"/>
                </a:xfrm>
                <a:custGeom>
                  <a:avLst/>
                  <a:gdLst>
                    <a:gd name="connsiteX0" fmla="*/ 50704 w 82837"/>
                    <a:gd name="connsiteY0" fmla="*/ 43215 h 94425"/>
                    <a:gd name="connsiteX1" fmla="*/ 41140 w 82837"/>
                    <a:gd name="connsiteY1" fmla="*/ 77372 h 94425"/>
                    <a:gd name="connsiteX2" fmla="*/ 40837 w 82837"/>
                    <a:gd name="connsiteY2" fmla="*/ 77372 h 94425"/>
                    <a:gd name="connsiteX3" fmla="*/ 31627 w 82837"/>
                    <a:gd name="connsiteY3" fmla="*/ 42962 h 94425"/>
                    <a:gd name="connsiteX4" fmla="*/ 18774 w 82837"/>
                    <a:gd name="connsiteY4" fmla="*/ 0 h 94425"/>
                    <a:gd name="connsiteX5" fmla="*/ 0 w 82837"/>
                    <a:gd name="connsiteY5" fmla="*/ 0 h 94425"/>
                    <a:gd name="connsiteX6" fmla="*/ 30514 w 82837"/>
                    <a:gd name="connsiteY6" fmla="*/ 94426 h 94425"/>
                    <a:gd name="connsiteX7" fmla="*/ 50249 w 82837"/>
                    <a:gd name="connsiteY7" fmla="*/ 94426 h 94425"/>
                    <a:gd name="connsiteX8" fmla="*/ 82837 w 82837"/>
                    <a:gd name="connsiteY8" fmla="*/ 0 h 94425"/>
                    <a:gd name="connsiteX9" fmla="*/ 64519 w 82837"/>
                    <a:gd name="connsiteY9" fmla="*/ 0 h 94425"/>
                    <a:gd name="connsiteX10" fmla="*/ 50755 w 82837"/>
                    <a:gd name="connsiteY10" fmla="*/ 43215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grpFill/>
                <a:ln w="0"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ABFD5E45-9BAD-F25B-89BF-263F193E406C}"/>
                    </a:ext>
                  </a:extLst>
                </p:cNvPr>
                <p:cNvSpPr/>
                <p:nvPr/>
              </p:nvSpPr>
              <p:spPr>
                <a:xfrm>
                  <a:off x="1116964" y="2711313"/>
                  <a:ext cx="56979" cy="94425"/>
                </a:xfrm>
                <a:custGeom>
                  <a:avLst/>
                  <a:gdLst>
                    <a:gd name="connsiteX0" fmla="*/ 17205 w 56979"/>
                    <a:gd name="connsiteY0" fmla="*/ 52526 h 94425"/>
                    <a:gd name="connsiteX1" fmla="*/ 52779 w 56979"/>
                    <a:gd name="connsiteY1" fmla="*/ 52526 h 94425"/>
                    <a:gd name="connsiteX2" fmla="*/ 52779 w 56979"/>
                    <a:gd name="connsiteY2" fmla="*/ 38458 h 94425"/>
                    <a:gd name="connsiteX3" fmla="*/ 17205 w 56979"/>
                    <a:gd name="connsiteY3" fmla="*/ 38458 h 94425"/>
                    <a:gd name="connsiteX4" fmla="*/ 17205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05 w 56979"/>
                    <a:gd name="connsiteY11" fmla="*/ 80257 h 94425"/>
                    <a:gd name="connsiteX12" fmla="*/ 17205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grpFill/>
                <a:ln w="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004F9822-5EE8-BB07-1953-BC4538B08F4A}"/>
                    </a:ext>
                  </a:extLst>
                </p:cNvPr>
                <p:cNvSpPr/>
                <p:nvPr/>
              </p:nvSpPr>
              <p:spPr>
                <a:xfrm>
                  <a:off x="1029724" y="2709846"/>
                  <a:ext cx="73374" cy="97411"/>
                </a:xfrm>
                <a:custGeom>
                  <a:avLst/>
                  <a:gdLst>
                    <a:gd name="connsiteX0" fmla="*/ 51261 w 73374"/>
                    <a:gd name="connsiteY0" fmla="*/ 14219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19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grpFill/>
                <a:ln w="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76C90182-0BA3-6457-6688-E97E2B59B264}"/>
                    </a:ext>
                  </a:extLst>
                </p:cNvPr>
                <p:cNvSpPr/>
                <p:nvPr/>
              </p:nvSpPr>
              <p:spPr>
                <a:xfrm>
                  <a:off x="684712"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B972E437-0CE1-4851-C873-C183DAF6D403}"/>
                    </a:ext>
                  </a:extLst>
                </p:cNvPr>
                <p:cNvSpPr/>
                <p:nvPr/>
              </p:nvSpPr>
              <p:spPr>
                <a:xfrm>
                  <a:off x="761426" y="2711313"/>
                  <a:ext cx="56979" cy="94425"/>
                </a:xfrm>
                <a:custGeom>
                  <a:avLst/>
                  <a:gdLst>
                    <a:gd name="connsiteX0" fmla="*/ 17256 w 56979"/>
                    <a:gd name="connsiteY0" fmla="*/ 52526 h 94425"/>
                    <a:gd name="connsiteX1" fmla="*/ 52779 w 56979"/>
                    <a:gd name="connsiteY1" fmla="*/ 52526 h 94425"/>
                    <a:gd name="connsiteX2" fmla="*/ 52779 w 56979"/>
                    <a:gd name="connsiteY2" fmla="*/ 38458 h 94425"/>
                    <a:gd name="connsiteX3" fmla="*/ 17256 w 56979"/>
                    <a:gd name="connsiteY3" fmla="*/ 38458 h 94425"/>
                    <a:gd name="connsiteX4" fmla="*/ 17256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56 w 56979"/>
                    <a:gd name="connsiteY11" fmla="*/ 80257 h 94425"/>
                    <a:gd name="connsiteX12" fmla="*/ 17256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grpFill/>
                <a:ln w="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2B1C1646-A7D5-36A1-3422-071D3E30AEE0}"/>
                    </a:ext>
                  </a:extLst>
                </p:cNvPr>
                <p:cNvSpPr/>
                <p:nvPr/>
              </p:nvSpPr>
              <p:spPr>
                <a:xfrm>
                  <a:off x="1184874"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grpSp>
        </p:grpSp>
        <p:grpSp>
          <p:nvGrpSpPr>
            <p:cNvPr id="14" name="Graphic 8">
              <a:extLst>
                <a:ext uri="{FF2B5EF4-FFF2-40B4-BE49-F238E27FC236}">
                  <a16:creationId xmlns:a16="http://schemas.microsoft.com/office/drawing/2014/main" id="{75FCD651-863C-D4C6-9818-6D2091BA62EB}"/>
                </a:ext>
              </a:extLst>
            </p:cNvPr>
            <p:cNvGrpSpPr/>
            <p:nvPr/>
          </p:nvGrpSpPr>
          <p:grpSpPr>
            <a:xfrm>
              <a:off x="8352719" y="159185"/>
              <a:ext cx="509877" cy="453727"/>
              <a:chOff x="8599610" y="2333965"/>
              <a:chExt cx="542618" cy="474759"/>
            </a:xfrm>
            <a:grpFill/>
          </p:grpSpPr>
          <p:sp>
            <p:nvSpPr>
              <p:cNvPr id="15" name="Freeform: Shape 14">
                <a:extLst>
                  <a:ext uri="{FF2B5EF4-FFF2-40B4-BE49-F238E27FC236}">
                    <a16:creationId xmlns:a16="http://schemas.microsoft.com/office/drawing/2014/main" id="{3D487052-05DA-F01B-887A-C6F430EE240E}"/>
                  </a:ext>
                </a:extLst>
              </p:cNvPr>
              <p:cNvSpPr/>
              <p:nvPr/>
            </p:nvSpPr>
            <p:spPr>
              <a:xfrm>
                <a:off x="859961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160 w 130657"/>
                  <a:gd name="connsiteY3" fmla="*/ 39723 h 135211"/>
                  <a:gd name="connsiteX4" fmla="*/ 93160 w 130657"/>
                  <a:gd name="connsiteY4" fmla="*/ 135212 h 135211"/>
                  <a:gd name="connsiteX5" fmla="*/ 38711 w 130657"/>
                  <a:gd name="connsiteY5" fmla="*/ 135212 h 135211"/>
                  <a:gd name="connsiteX6" fmla="*/ 38711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grpFill/>
              <a:ln w="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7B3118AB-65F5-21EC-3463-6D7B17E7A290}"/>
                  </a:ext>
                </a:extLst>
              </p:cNvPr>
              <p:cNvSpPr/>
              <p:nvPr/>
            </p:nvSpPr>
            <p:spPr>
              <a:xfrm>
                <a:off x="8716605" y="2673513"/>
                <a:ext cx="160563" cy="135211"/>
              </a:xfrm>
              <a:custGeom>
                <a:avLst/>
                <a:gdLst>
                  <a:gd name="connsiteX0" fmla="*/ 79801 w 160563"/>
                  <a:gd name="connsiteY0" fmla="*/ 54651 h 135211"/>
                  <a:gd name="connsiteX1" fmla="*/ 52324 w 160563"/>
                  <a:gd name="connsiteY1" fmla="*/ 135212 h 135211"/>
                  <a:gd name="connsiteX2" fmla="*/ 0 w 160563"/>
                  <a:gd name="connsiteY2" fmla="*/ 135212 h 135211"/>
                  <a:gd name="connsiteX3" fmla="*/ 51312 w 160563"/>
                  <a:gd name="connsiteY3" fmla="*/ 0 h 135211"/>
                  <a:gd name="connsiteX4" fmla="*/ 108088 w 160563"/>
                  <a:gd name="connsiteY4" fmla="*/ 0 h 135211"/>
                  <a:gd name="connsiteX5" fmla="*/ 160564 w 160563"/>
                  <a:gd name="connsiteY5" fmla="*/ 135212 h 135211"/>
                  <a:gd name="connsiteX6" fmla="*/ 107633 w 160563"/>
                  <a:gd name="connsiteY6" fmla="*/ 135212 h 135211"/>
                  <a:gd name="connsiteX7" fmla="*/ 79801 w 16056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grpFill/>
              <a:ln w="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7F9B534-8E46-FFF9-00F3-C5FB052F3DEB}"/>
                  </a:ext>
                </a:extLst>
              </p:cNvPr>
              <p:cNvSpPr/>
              <p:nvPr/>
            </p:nvSpPr>
            <p:spPr>
              <a:xfrm>
                <a:off x="886467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211 w 130657"/>
                  <a:gd name="connsiteY3" fmla="*/ 39723 h 135211"/>
                  <a:gd name="connsiteX4" fmla="*/ 93211 w 130657"/>
                  <a:gd name="connsiteY4" fmla="*/ 135212 h 135211"/>
                  <a:gd name="connsiteX5" fmla="*/ 38762 w 130657"/>
                  <a:gd name="connsiteY5" fmla="*/ 135212 h 135211"/>
                  <a:gd name="connsiteX6" fmla="*/ 38762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grpFill/>
              <a:ln w="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F08026BF-F7AC-43CE-A511-6E488BEDE114}"/>
                  </a:ext>
                </a:extLst>
              </p:cNvPr>
              <p:cNvSpPr/>
              <p:nvPr/>
            </p:nvSpPr>
            <p:spPr>
              <a:xfrm>
                <a:off x="8981715" y="2673513"/>
                <a:ext cx="160513" cy="135211"/>
              </a:xfrm>
              <a:custGeom>
                <a:avLst/>
                <a:gdLst>
                  <a:gd name="connsiteX0" fmla="*/ 79750 w 160513"/>
                  <a:gd name="connsiteY0" fmla="*/ 54651 h 135211"/>
                  <a:gd name="connsiteX1" fmla="*/ 52273 w 160513"/>
                  <a:gd name="connsiteY1" fmla="*/ 135212 h 135211"/>
                  <a:gd name="connsiteX2" fmla="*/ 0 w 160513"/>
                  <a:gd name="connsiteY2" fmla="*/ 135212 h 135211"/>
                  <a:gd name="connsiteX3" fmla="*/ 51261 w 160513"/>
                  <a:gd name="connsiteY3" fmla="*/ 0 h 135211"/>
                  <a:gd name="connsiteX4" fmla="*/ 108038 w 160513"/>
                  <a:gd name="connsiteY4" fmla="*/ 0 h 135211"/>
                  <a:gd name="connsiteX5" fmla="*/ 160513 w 160513"/>
                  <a:gd name="connsiteY5" fmla="*/ 135212 h 135211"/>
                  <a:gd name="connsiteX6" fmla="*/ 107633 w 160513"/>
                  <a:gd name="connsiteY6" fmla="*/ 135212 h 135211"/>
                  <a:gd name="connsiteX7" fmla="*/ 79750 w 16051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grpFill/>
              <a:ln w="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5D8C07E7-7320-CC4C-3F35-C717D722F6A1}"/>
                  </a:ext>
                </a:extLst>
              </p:cNvPr>
              <p:cNvSpPr/>
              <p:nvPr/>
            </p:nvSpPr>
            <p:spPr>
              <a:xfrm>
                <a:off x="8678855" y="2333965"/>
                <a:ext cx="384685" cy="271536"/>
              </a:xfrm>
              <a:custGeom>
                <a:avLst/>
                <a:gdLst>
                  <a:gd name="connsiteX0" fmla="*/ 384584 w 384685"/>
                  <a:gd name="connsiteY0" fmla="*/ 91086 h 271536"/>
                  <a:gd name="connsiteX1" fmla="*/ 365305 w 384685"/>
                  <a:gd name="connsiteY1" fmla="*/ 63709 h 271536"/>
                  <a:gd name="connsiteX2" fmla="*/ 292032 w 384685"/>
                  <a:gd name="connsiteY2" fmla="*/ 17104 h 271536"/>
                  <a:gd name="connsiteX3" fmla="*/ 192292 w 384685"/>
                  <a:gd name="connsiteY3" fmla="*/ 0 h 271536"/>
                  <a:gd name="connsiteX4" fmla="*/ 92553 w 384685"/>
                  <a:gd name="connsiteY4" fmla="*/ 17104 h 271536"/>
                  <a:gd name="connsiteX5" fmla="*/ 19280 w 384685"/>
                  <a:gd name="connsiteY5" fmla="*/ 63709 h 271536"/>
                  <a:gd name="connsiteX6" fmla="*/ 0 w 384685"/>
                  <a:gd name="connsiteY6" fmla="*/ 91136 h 271536"/>
                  <a:gd name="connsiteX7" fmla="*/ 167800 w 384685"/>
                  <a:gd name="connsiteY7" fmla="*/ 67909 h 271536"/>
                  <a:gd name="connsiteX8" fmla="*/ 180603 w 384685"/>
                  <a:gd name="connsiteY8" fmla="*/ 73122 h 271536"/>
                  <a:gd name="connsiteX9" fmla="*/ 183589 w 384685"/>
                  <a:gd name="connsiteY9" fmla="*/ 98879 h 271536"/>
                  <a:gd name="connsiteX10" fmla="*/ 181818 w 384685"/>
                  <a:gd name="connsiteY10" fmla="*/ 271334 h 271536"/>
                  <a:gd name="connsiteX11" fmla="*/ 192343 w 384685"/>
                  <a:gd name="connsiteY11" fmla="*/ 271537 h 271536"/>
                  <a:gd name="connsiteX12" fmla="*/ 202919 w 384685"/>
                  <a:gd name="connsiteY12" fmla="*/ 271334 h 271536"/>
                  <a:gd name="connsiteX13" fmla="*/ 201148 w 384685"/>
                  <a:gd name="connsiteY13" fmla="*/ 98879 h 271536"/>
                  <a:gd name="connsiteX14" fmla="*/ 204134 w 384685"/>
                  <a:gd name="connsiteY14" fmla="*/ 73122 h 271536"/>
                  <a:gd name="connsiteX15" fmla="*/ 216936 w 384685"/>
                  <a:gd name="connsiteY15" fmla="*/ 67909 h 271536"/>
                  <a:gd name="connsiteX16" fmla="*/ 384686 w 384685"/>
                  <a:gd name="connsiteY16" fmla="*/ 91086 h 27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grpFill/>
              <a:ln w="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7907FFF2-49FA-293D-5ED7-337F050FD2FB}"/>
                  </a:ext>
                </a:extLst>
              </p:cNvPr>
              <p:cNvSpPr/>
              <p:nvPr/>
            </p:nvSpPr>
            <p:spPr>
              <a:xfrm>
                <a:off x="8907519" y="2429876"/>
                <a:ext cx="166901" cy="168288"/>
              </a:xfrm>
              <a:custGeom>
                <a:avLst/>
                <a:gdLst>
                  <a:gd name="connsiteX0" fmla="*/ 164219 w 166901"/>
                  <a:gd name="connsiteY0" fmla="*/ 17592 h 168288"/>
                  <a:gd name="connsiteX1" fmla="*/ 31284 w 166901"/>
                  <a:gd name="connsiteY1" fmla="*/ 184 h 168288"/>
                  <a:gd name="connsiteX2" fmla="*/ 1328 w 166901"/>
                  <a:gd name="connsiteY2" fmla="*/ 32469 h 168288"/>
                  <a:gd name="connsiteX3" fmla="*/ 2137 w 166901"/>
                  <a:gd name="connsiteY3" fmla="*/ 37530 h 168288"/>
                  <a:gd name="connsiteX4" fmla="*/ 29210 w 166901"/>
                  <a:gd name="connsiteY4" fmla="*/ 168288 h 168288"/>
                  <a:gd name="connsiteX5" fmla="*/ 166901 w 166901"/>
                  <a:gd name="connsiteY5" fmla="*/ 39807 h 168288"/>
                  <a:gd name="connsiteX6" fmla="*/ 164219 w 166901"/>
                  <a:gd name="connsiteY6" fmla="*/ 17592 h 16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grpFill/>
              <a:ln w="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74885E1D-0765-D3A9-23F2-90E0FA0BFE12}"/>
                  </a:ext>
                </a:extLst>
              </p:cNvPr>
              <p:cNvSpPr/>
              <p:nvPr/>
            </p:nvSpPr>
            <p:spPr>
              <a:xfrm>
                <a:off x="8667823" y="2429927"/>
                <a:ext cx="166901" cy="168389"/>
              </a:xfrm>
              <a:custGeom>
                <a:avLst/>
                <a:gdLst>
                  <a:gd name="connsiteX0" fmla="*/ 165574 w 166901"/>
                  <a:gd name="connsiteY0" fmla="*/ 32469 h 168389"/>
                  <a:gd name="connsiteX1" fmla="*/ 135616 w 166901"/>
                  <a:gd name="connsiteY1" fmla="*/ 184 h 168389"/>
                  <a:gd name="connsiteX2" fmla="*/ 2631 w 166901"/>
                  <a:gd name="connsiteY2" fmla="*/ 17592 h 168389"/>
                  <a:gd name="connsiteX3" fmla="*/ 0 w 166901"/>
                  <a:gd name="connsiteY3" fmla="*/ 39807 h 168389"/>
                  <a:gd name="connsiteX4" fmla="*/ 30261 w 166901"/>
                  <a:gd name="connsiteY4" fmla="*/ 111815 h 168389"/>
                  <a:gd name="connsiteX5" fmla="*/ 103534 w 166901"/>
                  <a:gd name="connsiteY5" fmla="*/ 158421 h 168389"/>
                  <a:gd name="connsiteX6" fmla="*/ 137640 w 166901"/>
                  <a:gd name="connsiteY6" fmla="*/ 168389 h 168389"/>
                  <a:gd name="connsiteX7" fmla="*/ 165017 w 166901"/>
                  <a:gd name="connsiteY7" fmla="*/ 35860 h 168389"/>
                  <a:gd name="connsiteX8" fmla="*/ 165523 w 166901"/>
                  <a:gd name="connsiteY8" fmla="*/ 32469 h 168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grpFill/>
              <a:ln w="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9166321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White with Medium wav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B4C1E-9D56-3F0B-29DD-309F9B711AD1}"/>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Text Placeholder 3">
            <a:extLst>
              <a:ext uri="{FF2B5EF4-FFF2-40B4-BE49-F238E27FC236}">
                <a16:creationId xmlns:a16="http://schemas.microsoft.com/office/drawing/2014/main" id="{687711BE-BDB7-5335-742C-157DC127259D}"/>
              </a:ext>
            </a:extLst>
          </p:cNvPr>
          <p:cNvSpPr>
            <a:spLocks noGrp="1"/>
          </p:cNvSpPr>
          <p:nvPr>
            <p:ph type="body" sz="quarter" idx="10"/>
          </p:nvPr>
        </p:nvSpPr>
        <p:spPr>
          <a:xfrm>
            <a:off x="287191" y="2139490"/>
            <a:ext cx="4042988" cy="355867"/>
          </a:xfrm>
        </p:spPr>
        <p:txBody>
          <a:bodyPr vert="horz" wrap="square" lIns="0" tIns="17145" rIns="0" bIns="0" rtlCol="0">
            <a:spAutoFit/>
          </a:bodyPr>
          <a:lstStyle>
            <a:lvl1pPr>
              <a:defRPr lang="en-US" dirty="0">
                <a:solidFill>
                  <a:schemeClr val="tx1"/>
                </a:solidFill>
              </a:defRPr>
            </a:lvl1pPr>
          </a:lstStyle>
          <a:p>
            <a:pPr lvl="0"/>
            <a:r>
              <a:rPr lang="en-US"/>
              <a:t>Click to edit Master text styles</a:t>
            </a:r>
          </a:p>
        </p:txBody>
      </p:sp>
      <p:pic>
        <p:nvPicPr>
          <p:cNvPr id="5" name="Graphic 4">
            <a:extLst>
              <a:ext uri="{FF2B5EF4-FFF2-40B4-BE49-F238E27FC236}">
                <a16:creationId xmlns:a16="http://schemas.microsoft.com/office/drawing/2014/main" id="{CA9AFE34-A521-02E5-C3FD-3A06F355D42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0" y="0"/>
            <a:ext cx="9144000" cy="5143500"/>
          </a:xfrm>
          <a:prstGeom prst="rect">
            <a:avLst/>
          </a:prstGeom>
        </p:spPr>
      </p:pic>
      <p:grpSp>
        <p:nvGrpSpPr>
          <p:cNvPr id="7" name="Group 6">
            <a:extLst>
              <a:ext uri="{FF2B5EF4-FFF2-40B4-BE49-F238E27FC236}">
                <a16:creationId xmlns:a16="http://schemas.microsoft.com/office/drawing/2014/main" id="{8E0BC0AA-1C00-53EA-F674-76069458B38F}"/>
              </a:ext>
            </a:extLst>
          </p:cNvPr>
          <p:cNvGrpSpPr/>
          <p:nvPr userDrawn="1"/>
        </p:nvGrpSpPr>
        <p:grpSpPr>
          <a:xfrm>
            <a:off x="268664" y="159185"/>
            <a:ext cx="8556433" cy="451747"/>
            <a:chOff x="268664" y="159185"/>
            <a:chExt cx="8593932" cy="453727"/>
          </a:xfrm>
          <a:solidFill>
            <a:schemeClr val="tx1"/>
          </a:solidFill>
        </p:grpSpPr>
        <p:grpSp>
          <p:nvGrpSpPr>
            <p:cNvPr id="8" name="Group 7">
              <a:extLst>
                <a:ext uri="{FF2B5EF4-FFF2-40B4-BE49-F238E27FC236}">
                  <a16:creationId xmlns:a16="http://schemas.microsoft.com/office/drawing/2014/main" id="{8F38B36A-EDA8-48AE-4DF9-D6F4DF998A1C}"/>
                </a:ext>
              </a:extLst>
            </p:cNvPr>
            <p:cNvGrpSpPr/>
            <p:nvPr userDrawn="1"/>
          </p:nvGrpSpPr>
          <p:grpSpPr>
            <a:xfrm>
              <a:off x="268664" y="259103"/>
              <a:ext cx="1481677" cy="353809"/>
              <a:chOff x="0" y="2427986"/>
              <a:chExt cx="1581147" cy="380839"/>
            </a:xfrm>
            <a:grpFill/>
          </p:grpSpPr>
          <p:grpSp>
            <p:nvGrpSpPr>
              <p:cNvPr id="17" name="Graphic 8">
                <a:extLst>
                  <a:ext uri="{FF2B5EF4-FFF2-40B4-BE49-F238E27FC236}">
                    <a16:creationId xmlns:a16="http://schemas.microsoft.com/office/drawing/2014/main" id="{B21428D9-7936-C319-911C-E744C6EA2FC7}"/>
                  </a:ext>
                </a:extLst>
              </p:cNvPr>
              <p:cNvGrpSpPr/>
              <p:nvPr/>
            </p:nvGrpSpPr>
            <p:grpSpPr>
              <a:xfrm>
                <a:off x="0" y="2428340"/>
                <a:ext cx="605264" cy="380485"/>
                <a:chOff x="0" y="2428340"/>
                <a:chExt cx="605264" cy="380485"/>
              </a:xfrm>
              <a:grpFill/>
            </p:grpSpPr>
            <p:sp>
              <p:nvSpPr>
                <p:cNvPr id="42" name="Freeform: Shape 41">
                  <a:extLst>
                    <a:ext uri="{FF2B5EF4-FFF2-40B4-BE49-F238E27FC236}">
                      <a16:creationId xmlns:a16="http://schemas.microsoft.com/office/drawing/2014/main" id="{5EC37624-5B5C-D1D9-3E9C-8F33ADE729CE}"/>
                    </a:ext>
                  </a:extLst>
                </p:cNvPr>
                <p:cNvSpPr/>
                <p:nvPr/>
              </p:nvSpPr>
              <p:spPr>
                <a:xfrm>
                  <a:off x="0" y="2428340"/>
                  <a:ext cx="605264" cy="380485"/>
                </a:xfrm>
                <a:custGeom>
                  <a:avLst/>
                  <a:gdLst>
                    <a:gd name="connsiteX0" fmla="*/ 559165 w 605264"/>
                    <a:gd name="connsiteY0" fmla="*/ 219921 h 380485"/>
                    <a:gd name="connsiteX1" fmla="*/ 514179 w 605264"/>
                    <a:gd name="connsiteY1" fmla="*/ 188598 h 380485"/>
                    <a:gd name="connsiteX2" fmla="*/ 512459 w 605264"/>
                    <a:gd name="connsiteY2" fmla="*/ 187384 h 380485"/>
                    <a:gd name="connsiteX3" fmla="*/ 488928 w 605264"/>
                    <a:gd name="connsiteY3" fmla="*/ 150747 h 380485"/>
                    <a:gd name="connsiteX4" fmla="*/ 523490 w 605264"/>
                    <a:gd name="connsiteY4" fmla="*/ 122156 h 380485"/>
                    <a:gd name="connsiteX5" fmla="*/ 576725 w 605264"/>
                    <a:gd name="connsiteY5" fmla="*/ 134250 h 380485"/>
                    <a:gd name="connsiteX6" fmla="*/ 597017 w 605264"/>
                    <a:gd name="connsiteY6" fmla="*/ 113908 h 380485"/>
                    <a:gd name="connsiteX7" fmla="*/ 581077 w 605264"/>
                    <a:gd name="connsiteY7" fmla="*/ 92452 h 380485"/>
                    <a:gd name="connsiteX8" fmla="*/ 521820 w 605264"/>
                    <a:gd name="connsiteY8" fmla="*/ 80358 h 380485"/>
                    <a:gd name="connsiteX9" fmla="*/ 465297 w 605264"/>
                    <a:gd name="connsiteY9" fmla="*/ 97968 h 380485"/>
                    <a:gd name="connsiteX10" fmla="*/ 458111 w 605264"/>
                    <a:gd name="connsiteY10" fmla="*/ 111023 h 380485"/>
                    <a:gd name="connsiteX11" fmla="*/ 465297 w 605264"/>
                    <a:gd name="connsiteY11" fmla="*/ 97917 h 380485"/>
                    <a:gd name="connsiteX12" fmla="*/ 457048 w 605264"/>
                    <a:gd name="connsiteY12" fmla="*/ 105052 h 380485"/>
                    <a:gd name="connsiteX13" fmla="*/ 456846 w 605264"/>
                    <a:gd name="connsiteY13" fmla="*/ 105305 h 380485"/>
                    <a:gd name="connsiteX14" fmla="*/ 415908 w 605264"/>
                    <a:gd name="connsiteY14" fmla="*/ 184752 h 380485"/>
                    <a:gd name="connsiteX15" fmla="*/ 403308 w 605264"/>
                    <a:gd name="connsiteY15" fmla="*/ 226500 h 380485"/>
                    <a:gd name="connsiteX16" fmla="*/ 289703 w 605264"/>
                    <a:gd name="connsiteY16" fmla="*/ 335297 h 380485"/>
                    <a:gd name="connsiteX17" fmla="*/ 190369 w 605264"/>
                    <a:gd name="connsiteY17" fmla="*/ 230346 h 380485"/>
                    <a:gd name="connsiteX18" fmla="*/ 281050 w 605264"/>
                    <a:gd name="connsiteY18" fmla="*/ 124889 h 380485"/>
                    <a:gd name="connsiteX19" fmla="*/ 284188 w 605264"/>
                    <a:gd name="connsiteY19" fmla="*/ 124838 h 380485"/>
                    <a:gd name="connsiteX20" fmla="*/ 336866 w 605264"/>
                    <a:gd name="connsiteY20" fmla="*/ 136376 h 380485"/>
                    <a:gd name="connsiteX21" fmla="*/ 355538 w 605264"/>
                    <a:gd name="connsiteY21" fmla="*/ 140778 h 380485"/>
                    <a:gd name="connsiteX22" fmla="*/ 377500 w 605264"/>
                    <a:gd name="connsiteY22" fmla="*/ 118766 h 380485"/>
                    <a:gd name="connsiteX23" fmla="*/ 377500 w 605264"/>
                    <a:gd name="connsiteY23" fmla="*/ 118766 h 380485"/>
                    <a:gd name="connsiteX24" fmla="*/ 377500 w 605264"/>
                    <a:gd name="connsiteY24" fmla="*/ 118766 h 380485"/>
                    <a:gd name="connsiteX25" fmla="*/ 361054 w 605264"/>
                    <a:gd name="connsiteY25" fmla="*/ 96804 h 380485"/>
                    <a:gd name="connsiteX26" fmla="*/ 284238 w 605264"/>
                    <a:gd name="connsiteY26" fmla="*/ 80307 h 380485"/>
                    <a:gd name="connsiteX27" fmla="*/ 137742 w 605264"/>
                    <a:gd name="connsiteY27" fmla="*/ 231459 h 380485"/>
                    <a:gd name="connsiteX28" fmla="*/ 137742 w 605264"/>
                    <a:gd name="connsiteY28" fmla="*/ 231459 h 380485"/>
                    <a:gd name="connsiteX29" fmla="*/ 137742 w 605264"/>
                    <a:gd name="connsiteY29" fmla="*/ 231459 h 380485"/>
                    <a:gd name="connsiteX30" fmla="*/ 137742 w 605264"/>
                    <a:gd name="connsiteY30" fmla="*/ 231459 h 380485"/>
                    <a:gd name="connsiteX31" fmla="*/ 149786 w 605264"/>
                    <a:gd name="connsiteY31" fmla="*/ 295725 h 380485"/>
                    <a:gd name="connsiteX32" fmla="*/ 98221 w 605264"/>
                    <a:gd name="connsiteY32" fmla="*/ 333677 h 380485"/>
                    <a:gd name="connsiteX33" fmla="*/ 52678 w 605264"/>
                    <a:gd name="connsiteY33" fmla="*/ 281455 h 380485"/>
                    <a:gd name="connsiteX34" fmla="*/ 52678 w 605264"/>
                    <a:gd name="connsiteY34" fmla="*/ 126457 h 380485"/>
                    <a:gd name="connsiteX35" fmla="*/ 116893 w 605264"/>
                    <a:gd name="connsiteY35" fmla="*/ 126457 h 380485"/>
                    <a:gd name="connsiteX36" fmla="*/ 141588 w 605264"/>
                    <a:gd name="connsiteY36" fmla="*/ 105002 h 380485"/>
                    <a:gd name="connsiteX37" fmla="*/ 116893 w 605264"/>
                    <a:gd name="connsiteY37" fmla="*/ 83546 h 380485"/>
                    <a:gd name="connsiteX38" fmla="*/ 52678 w 605264"/>
                    <a:gd name="connsiteY38" fmla="*/ 83546 h 380485"/>
                    <a:gd name="connsiteX39" fmla="*/ 52678 w 605264"/>
                    <a:gd name="connsiteY39" fmla="*/ 27478 h 380485"/>
                    <a:gd name="connsiteX40" fmla="*/ 26314 w 605264"/>
                    <a:gd name="connsiteY40" fmla="*/ 0 h 380485"/>
                    <a:gd name="connsiteX41" fmla="*/ 0 w 605264"/>
                    <a:gd name="connsiteY41" fmla="*/ 27579 h 380485"/>
                    <a:gd name="connsiteX42" fmla="*/ 0 w 605264"/>
                    <a:gd name="connsiteY42" fmla="*/ 287527 h 380485"/>
                    <a:gd name="connsiteX43" fmla="*/ 93312 w 605264"/>
                    <a:gd name="connsiteY43" fmla="*/ 379878 h 380485"/>
                    <a:gd name="connsiteX44" fmla="*/ 129291 w 605264"/>
                    <a:gd name="connsiteY44" fmla="*/ 373856 h 380485"/>
                    <a:gd name="connsiteX45" fmla="*/ 129494 w 605264"/>
                    <a:gd name="connsiteY45" fmla="*/ 373856 h 380485"/>
                    <a:gd name="connsiteX46" fmla="*/ 175087 w 605264"/>
                    <a:gd name="connsiteY46" fmla="*/ 335702 h 380485"/>
                    <a:gd name="connsiteX47" fmla="*/ 288084 w 605264"/>
                    <a:gd name="connsiteY47" fmla="*/ 380435 h 380485"/>
                    <a:gd name="connsiteX48" fmla="*/ 354931 w 605264"/>
                    <a:gd name="connsiteY48" fmla="*/ 365102 h 380485"/>
                    <a:gd name="connsiteX49" fmla="*/ 354982 w 605264"/>
                    <a:gd name="connsiteY49" fmla="*/ 365102 h 380485"/>
                    <a:gd name="connsiteX50" fmla="*/ 443335 w 605264"/>
                    <a:gd name="connsiteY50" fmla="*/ 237025 h 380485"/>
                    <a:gd name="connsiteX51" fmla="*/ 454872 w 605264"/>
                    <a:gd name="connsiteY51" fmla="*/ 199124 h 380485"/>
                    <a:gd name="connsiteX52" fmla="*/ 454720 w 605264"/>
                    <a:gd name="connsiteY52" fmla="*/ 198921 h 380485"/>
                    <a:gd name="connsiteX53" fmla="*/ 487815 w 605264"/>
                    <a:gd name="connsiteY53" fmla="*/ 229334 h 380485"/>
                    <a:gd name="connsiteX54" fmla="*/ 528955 w 605264"/>
                    <a:gd name="connsiteY54" fmla="*/ 257924 h 380485"/>
                    <a:gd name="connsiteX55" fmla="*/ 545756 w 605264"/>
                    <a:gd name="connsiteY55" fmla="*/ 270676 h 380485"/>
                    <a:gd name="connsiteX56" fmla="*/ 555320 w 605264"/>
                    <a:gd name="connsiteY56" fmla="*/ 298053 h 380485"/>
                    <a:gd name="connsiteX57" fmla="*/ 509777 w 605264"/>
                    <a:gd name="connsiteY57" fmla="*/ 337624 h 380485"/>
                    <a:gd name="connsiteX58" fmla="*/ 449964 w 605264"/>
                    <a:gd name="connsiteY58" fmla="*/ 324417 h 380485"/>
                    <a:gd name="connsiteX59" fmla="*/ 429672 w 605264"/>
                    <a:gd name="connsiteY59" fmla="*/ 344760 h 380485"/>
                    <a:gd name="connsiteX60" fmla="*/ 445612 w 605264"/>
                    <a:gd name="connsiteY60" fmla="*/ 366215 h 380485"/>
                    <a:gd name="connsiteX61" fmla="*/ 510384 w 605264"/>
                    <a:gd name="connsiteY61" fmla="*/ 380485 h 380485"/>
                    <a:gd name="connsiteX62" fmla="*/ 580621 w 605264"/>
                    <a:gd name="connsiteY62" fmla="*/ 356297 h 380485"/>
                    <a:gd name="connsiteX63" fmla="*/ 584467 w 605264"/>
                    <a:gd name="connsiteY63" fmla="*/ 352299 h 380485"/>
                    <a:gd name="connsiteX64" fmla="*/ 605265 w 605264"/>
                    <a:gd name="connsiteY64" fmla="*/ 298053 h 380485"/>
                    <a:gd name="connsiteX65" fmla="*/ 559165 w 605264"/>
                    <a:gd name="connsiteY65" fmla="*/ 220023 h 38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grpFill/>
                <a:ln w="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57C39D41-711D-AA9B-DE60-414E6BE2CD45}"/>
                    </a:ext>
                  </a:extLst>
                </p:cNvPr>
                <p:cNvSpPr/>
                <p:nvPr/>
              </p:nvSpPr>
              <p:spPr>
                <a:xfrm>
                  <a:off x="439539" y="2580150"/>
                  <a:ext cx="5060" cy="151"/>
                </a:xfrm>
                <a:custGeom>
                  <a:avLst/>
                  <a:gdLst>
                    <a:gd name="connsiteX0" fmla="*/ 0 w 5060"/>
                    <a:gd name="connsiteY0" fmla="*/ 0 h 151"/>
                    <a:gd name="connsiteX1" fmla="*/ 0 w 5060"/>
                    <a:gd name="connsiteY1" fmla="*/ 0 h 151"/>
                    <a:gd name="connsiteX2" fmla="*/ 0 w 5060"/>
                    <a:gd name="connsiteY2" fmla="*/ 152 h 151"/>
                    <a:gd name="connsiteX3" fmla="*/ 0 w 5060"/>
                    <a:gd name="connsiteY3" fmla="*/ 0 h 151"/>
                  </a:gdLst>
                  <a:ahLst/>
                  <a:cxnLst>
                    <a:cxn ang="0">
                      <a:pos x="connsiteX0" y="connsiteY0"/>
                    </a:cxn>
                    <a:cxn ang="0">
                      <a:pos x="connsiteX1" y="connsiteY1"/>
                    </a:cxn>
                    <a:cxn ang="0">
                      <a:pos x="connsiteX2" y="connsiteY2"/>
                    </a:cxn>
                    <a:cxn ang="0">
                      <a:pos x="connsiteX3" y="connsiteY3"/>
                    </a:cxn>
                  </a:cxnLst>
                  <a:rect l="l" t="t" r="r" b="b"/>
                  <a:pathLst>
                    <a:path w="5060" h="151">
                      <a:moveTo>
                        <a:pt x="0" y="0"/>
                      </a:moveTo>
                      <a:cubicBezTo>
                        <a:pt x="0" y="0"/>
                        <a:pt x="0" y="0"/>
                        <a:pt x="0" y="0"/>
                      </a:cubicBezTo>
                      <a:cubicBezTo>
                        <a:pt x="0" y="51"/>
                        <a:pt x="0" y="101"/>
                        <a:pt x="0" y="152"/>
                      </a:cubicBezTo>
                      <a:cubicBezTo>
                        <a:pt x="0" y="152"/>
                        <a:pt x="0" y="51"/>
                        <a:pt x="0" y="0"/>
                      </a:cubicBezTo>
                      <a:close/>
                    </a:path>
                  </a:pathLst>
                </a:custGeom>
                <a:grpFill/>
                <a:ln w="0" cap="flat">
                  <a:noFill/>
                  <a:prstDash val="solid"/>
                  <a:miter/>
                </a:ln>
              </p:spPr>
              <p:txBody>
                <a:bodyPr rtlCol="0" anchor="ctr"/>
                <a:lstStyle/>
                <a:p>
                  <a:endParaRPr lang="en-US"/>
                </a:p>
              </p:txBody>
            </p:sp>
          </p:grpSp>
          <p:grpSp>
            <p:nvGrpSpPr>
              <p:cNvPr id="18" name="Graphic 8">
                <a:extLst>
                  <a:ext uri="{FF2B5EF4-FFF2-40B4-BE49-F238E27FC236}">
                    <a16:creationId xmlns:a16="http://schemas.microsoft.com/office/drawing/2014/main" id="{ABE1F10C-97F1-66C9-4270-8365A934E4A1}"/>
                  </a:ext>
                </a:extLst>
              </p:cNvPr>
              <p:cNvGrpSpPr/>
              <p:nvPr/>
            </p:nvGrpSpPr>
            <p:grpSpPr>
              <a:xfrm>
                <a:off x="684661" y="2427986"/>
                <a:ext cx="896486" cy="379270"/>
                <a:chOff x="684661" y="2427986"/>
                <a:chExt cx="896486" cy="379270"/>
              </a:xfrm>
              <a:grpFill/>
            </p:grpSpPr>
            <p:sp>
              <p:nvSpPr>
                <p:cNvPr id="19" name="Freeform: Shape 18">
                  <a:extLst>
                    <a:ext uri="{FF2B5EF4-FFF2-40B4-BE49-F238E27FC236}">
                      <a16:creationId xmlns:a16="http://schemas.microsoft.com/office/drawing/2014/main" id="{B6592BA9-29CC-BF5B-B651-E2CCE6B95AD2}"/>
                    </a:ext>
                  </a:extLst>
                </p:cNvPr>
                <p:cNvSpPr/>
                <p:nvPr/>
              </p:nvSpPr>
              <p:spPr>
                <a:xfrm>
                  <a:off x="684712"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3F8E3F0-6E5F-88D6-DBEB-2031E235BEA7}"/>
                    </a:ext>
                  </a:extLst>
                </p:cNvPr>
                <p:cNvSpPr/>
                <p:nvPr/>
              </p:nvSpPr>
              <p:spPr>
                <a:xfrm>
                  <a:off x="766739" y="2427986"/>
                  <a:ext cx="111934" cy="94425"/>
                </a:xfrm>
                <a:custGeom>
                  <a:avLst/>
                  <a:gdLst>
                    <a:gd name="connsiteX0" fmla="*/ 36788 w 111934"/>
                    <a:gd name="connsiteY0" fmla="*/ 94426 h 94425"/>
                    <a:gd name="connsiteX1" fmla="*/ 55967 w 111934"/>
                    <a:gd name="connsiteY1" fmla="*/ 37952 h 94425"/>
                    <a:gd name="connsiteX2" fmla="*/ 75146 w 111934"/>
                    <a:gd name="connsiteY2" fmla="*/ 94426 h 94425"/>
                    <a:gd name="connsiteX3" fmla="*/ 111934 w 111934"/>
                    <a:gd name="connsiteY3" fmla="*/ 94426 h 94425"/>
                    <a:gd name="connsiteX4" fmla="*/ 75905 w 111934"/>
                    <a:gd name="connsiteY4" fmla="*/ 0 h 94425"/>
                    <a:gd name="connsiteX5" fmla="*/ 36080 w 111934"/>
                    <a:gd name="connsiteY5" fmla="*/ 0 h 94425"/>
                    <a:gd name="connsiteX6" fmla="*/ 0 w 111934"/>
                    <a:gd name="connsiteY6" fmla="*/ 94426 h 94425"/>
                    <a:gd name="connsiteX7" fmla="*/ 36788 w 11193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30E43E72-11FC-E85B-0ECE-E4F5DB48317F}"/>
                    </a:ext>
                  </a:extLst>
                </p:cNvPr>
                <p:cNvSpPr/>
                <p:nvPr/>
              </p:nvSpPr>
              <p:spPr>
                <a:xfrm>
                  <a:off x="869666"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F61C5303-80CC-79C7-9D5D-F413490EAFFC}"/>
                    </a:ext>
                  </a:extLst>
                </p:cNvPr>
                <p:cNvSpPr/>
                <p:nvPr/>
              </p:nvSpPr>
              <p:spPr>
                <a:xfrm>
                  <a:off x="951694" y="2427986"/>
                  <a:ext cx="111984" cy="94425"/>
                </a:xfrm>
                <a:custGeom>
                  <a:avLst/>
                  <a:gdLst>
                    <a:gd name="connsiteX0" fmla="*/ 36788 w 111984"/>
                    <a:gd name="connsiteY0" fmla="*/ 94426 h 94425"/>
                    <a:gd name="connsiteX1" fmla="*/ 55967 w 111984"/>
                    <a:gd name="connsiteY1" fmla="*/ 37952 h 94425"/>
                    <a:gd name="connsiteX2" fmla="*/ 75146 w 111984"/>
                    <a:gd name="connsiteY2" fmla="*/ 94426 h 94425"/>
                    <a:gd name="connsiteX3" fmla="*/ 111985 w 111984"/>
                    <a:gd name="connsiteY3" fmla="*/ 94426 h 94425"/>
                    <a:gd name="connsiteX4" fmla="*/ 75905 w 111984"/>
                    <a:gd name="connsiteY4" fmla="*/ 0 h 94425"/>
                    <a:gd name="connsiteX5" fmla="*/ 36080 w 111984"/>
                    <a:gd name="connsiteY5" fmla="*/ 0 h 94425"/>
                    <a:gd name="connsiteX6" fmla="*/ 0 w 111984"/>
                    <a:gd name="connsiteY6" fmla="*/ 94426 h 94425"/>
                    <a:gd name="connsiteX7" fmla="*/ 36788 w 11198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A1CCE335-BE9B-C2DB-04D1-A9CDB7D22E11}"/>
                    </a:ext>
                  </a:extLst>
                </p:cNvPr>
                <p:cNvSpPr/>
                <p:nvPr/>
              </p:nvSpPr>
              <p:spPr>
                <a:xfrm>
                  <a:off x="1334356" y="2569675"/>
                  <a:ext cx="74842" cy="94476"/>
                </a:xfrm>
                <a:custGeom>
                  <a:avLst/>
                  <a:gdLst>
                    <a:gd name="connsiteX0" fmla="*/ 15434 w 74842"/>
                    <a:gd name="connsiteY0" fmla="*/ 20292 h 94476"/>
                    <a:gd name="connsiteX1" fmla="*/ 32335 w 74842"/>
                    <a:gd name="connsiteY1" fmla="*/ 52880 h 94476"/>
                    <a:gd name="connsiteX2" fmla="*/ 56979 w 74842"/>
                    <a:gd name="connsiteY2" fmla="*/ 94426 h 94476"/>
                    <a:gd name="connsiteX3" fmla="*/ 74842 w 74842"/>
                    <a:gd name="connsiteY3" fmla="*/ 94426 h 94476"/>
                    <a:gd name="connsiteX4" fmla="*/ 74842 w 74842"/>
                    <a:gd name="connsiteY4" fmla="*/ 0 h 94476"/>
                    <a:gd name="connsiteX5" fmla="*/ 58902 w 74842"/>
                    <a:gd name="connsiteY5" fmla="*/ 0 h 94476"/>
                    <a:gd name="connsiteX6" fmla="*/ 58902 w 74842"/>
                    <a:gd name="connsiteY6" fmla="*/ 32943 h 94476"/>
                    <a:gd name="connsiteX7" fmla="*/ 60420 w 74842"/>
                    <a:gd name="connsiteY7" fmla="*/ 72110 h 94476"/>
                    <a:gd name="connsiteX8" fmla="*/ 60117 w 74842"/>
                    <a:gd name="connsiteY8" fmla="*/ 72211 h 94476"/>
                    <a:gd name="connsiteX9" fmla="*/ 44075 w 74842"/>
                    <a:gd name="connsiteY9" fmla="*/ 40584 h 94476"/>
                    <a:gd name="connsiteX10" fmla="*/ 19685 w 74842"/>
                    <a:gd name="connsiteY10" fmla="*/ 51 h 94476"/>
                    <a:gd name="connsiteX11" fmla="*/ 0 w 74842"/>
                    <a:gd name="connsiteY11" fmla="*/ 51 h 94476"/>
                    <a:gd name="connsiteX12" fmla="*/ 0 w 74842"/>
                    <a:gd name="connsiteY12" fmla="*/ 94476 h 94476"/>
                    <a:gd name="connsiteX13" fmla="*/ 15940 w 74842"/>
                    <a:gd name="connsiteY13" fmla="*/ 94476 h 94476"/>
                    <a:gd name="connsiteX14" fmla="*/ 15940 w 74842"/>
                    <a:gd name="connsiteY14" fmla="*/ 60673 h 94476"/>
                    <a:gd name="connsiteX15" fmla="*/ 15029 w 74842"/>
                    <a:gd name="connsiteY15" fmla="*/ 20444 h 94476"/>
                    <a:gd name="connsiteX16" fmla="*/ 15485 w 74842"/>
                    <a:gd name="connsiteY16" fmla="*/ 20342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grpFill/>
                <a:ln w="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5D163E49-74C3-3135-4C49-25ADF887EFE6}"/>
                    </a:ext>
                  </a:extLst>
                </p:cNvPr>
                <p:cNvSpPr/>
                <p:nvPr/>
              </p:nvSpPr>
              <p:spPr>
                <a:xfrm>
                  <a:off x="1238412" y="2569624"/>
                  <a:ext cx="82837" cy="94425"/>
                </a:xfrm>
                <a:custGeom>
                  <a:avLst/>
                  <a:gdLst>
                    <a:gd name="connsiteX0" fmla="*/ 25858 w 82837"/>
                    <a:gd name="connsiteY0" fmla="*/ 67758 h 94425"/>
                    <a:gd name="connsiteX1" fmla="*/ 55815 w 82837"/>
                    <a:gd name="connsiteY1" fmla="*/ 67758 h 94425"/>
                    <a:gd name="connsiteX2" fmla="*/ 64367 w 82837"/>
                    <a:gd name="connsiteY2" fmla="*/ 94426 h 94425"/>
                    <a:gd name="connsiteX3" fmla="*/ 82838 w 82837"/>
                    <a:gd name="connsiteY3" fmla="*/ 94426 h 94425"/>
                    <a:gd name="connsiteX4" fmla="*/ 52172 w 82837"/>
                    <a:gd name="connsiteY4" fmla="*/ 0 h 94425"/>
                    <a:gd name="connsiteX5" fmla="*/ 30261 w 82837"/>
                    <a:gd name="connsiteY5" fmla="*/ 0 h 94425"/>
                    <a:gd name="connsiteX6" fmla="*/ 0 w 82837"/>
                    <a:gd name="connsiteY6" fmla="*/ 94426 h 94425"/>
                    <a:gd name="connsiteX7" fmla="*/ 17812 w 82837"/>
                    <a:gd name="connsiteY7" fmla="*/ 94426 h 94425"/>
                    <a:gd name="connsiteX8" fmla="*/ 25858 w 82837"/>
                    <a:gd name="connsiteY8" fmla="*/ 67758 h 94425"/>
                    <a:gd name="connsiteX9" fmla="*/ 35979 w 82837"/>
                    <a:gd name="connsiteY9" fmla="*/ 31374 h 94425"/>
                    <a:gd name="connsiteX10" fmla="*/ 40432 w 82837"/>
                    <a:gd name="connsiteY10" fmla="*/ 13663 h 94425"/>
                    <a:gd name="connsiteX11" fmla="*/ 40736 w 82837"/>
                    <a:gd name="connsiteY11" fmla="*/ 13663 h 94425"/>
                    <a:gd name="connsiteX12" fmla="*/ 45492 w 82837"/>
                    <a:gd name="connsiteY12" fmla="*/ 31425 h 94425"/>
                    <a:gd name="connsiteX13" fmla="*/ 52931 w 82837"/>
                    <a:gd name="connsiteY13" fmla="*/ 54702 h 94425"/>
                    <a:gd name="connsiteX14" fmla="*/ 28641 w 82837"/>
                    <a:gd name="connsiteY14" fmla="*/ 54702 h 94425"/>
                    <a:gd name="connsiteX15" fmla="*/ 35928 w 82837"/>
                    <a:gd name="connsiteY15" fmla="*/ 31374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grpFill/>
                <a:ln w="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884620B5-7439-9E11-0F3C-D38EF0B85259}"/>
                    </a:ext>
                  </a:extLst>
                </p:cNvPr>
                <p:cNvSpPr/>
                <p:nvPr/>
              </p:nvSpPr>
              <p:spPr>
                <a:xfrm>
                  <a:off x="956906" y="2568157"/>
                  <a:ext cx="61280" cy="97411"/>
                </a:xfrm>
                <a:custGeom>
                  <a:avLst/>
                  <a:gdLst>
                    <a:gd name="connsiteX0" fmla="*/ 26617 w 61280"/>
                    <a:gd name="connsiteY0" fmla="*/ 83141 h 97411"/>
                    <a:gd name="connsiteX1" fmla="*/ 3846 w 61280"/>
                    <a:gd name="connsiteY1" fmla="*/ 77119 h 97411"/>
                    <a:gd name="connsiteX2" fmla="*/ 0 w 61280"/>
                    <a:gd name="connsiteY2" fmla="*/ 91389 h 97411"/>
                    <a:gd name="connsiteX3" fmla="*/ 25504 w 61280"/>
                    <a:gd name="connsiteY3" fmla="*/ 97411 h 97411"/>
                    <a:gd name="connsiteX4" fmla="*/ 61280 w 61280"/>
                    <a:gd name="connsiteY4" fmla="*/ 69023 h 97411"/>
                    <a:gd name="connsiteX5" fmla="*/ 37042 w 61280"/>
                    <a:gd name="connsiteY5" fmla="*/ 40938 h 97411"/>
                    <a:gd name="connsiteX6" fmla="*/ 18976 w 61280"/>
                    <a:gd name="connsiteY6" fmla="*/ 25453 h 97411"/>
                    <a:gd name="connsiteX7" fmla="*/ 34562 w 61280"/>
                    <a:gd name="connsiteY7" fmla="*/ 14068 h 97411"/>
                    <a:gd name="connsiteX8" fmla="*/ 53386 w 61280"/>
                    <a:gd name="connsiteY8" fmla="*/ 18571 h 97411"/>
                    <a:gd name="connsiteX9" fmla="*/ 57536 w 61280"/>
                    <a:gd name="connsiteY9" fmla="*/ 4655 h 97411"/>
                    <a:gd name="connsiteX10" fmla="*/ 34916 w 61280"/>
                    <a:gd name="connsiteY10" fmla="*/ 0 h 97411"/>
                    <a:gd name="connsiteX11" fmla="*/ 1569 w 61280"/>
                    <a:gd name="connsiteY11" fmla="*/ 27123 h 97411"/>
                    <a:gd name="connsiteX12" fmla="*/ 27123 w 61280"/>
                    <a:gd name="connsiteY12" fmla="*/ 54550 h 97411"/>
                    <a:gd name="connsiteX13" fmla="*/ 43822 w 61280"/>
                    <a:gd name="connsiteY13" fmla="*/ 70237 h 97411"/>
                    <a:gd name="connsiteX14" fmla="*/ 26668 w 61280"/>
                    <a:gd name="connsiteY14" fmla="*/ 83141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grpFill/>
                <a:ln w="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54DAAC7A-B43C-46E5-6860-3790382C5837}"/>
                    </a:ext>
                  </a:extLst>
                </p:cNvPr>
                <p:cNvSpPr/>
                <p:nvPr/>
              </p:nvSpPr>
              <p:spPr>
                <a:xfrm>
                  <a:off x="684661"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3B9A379-7EA4-B272-3051-086C1705C02D}"/>
                    </a:ext>
                  </a:extLst>
                </p:cNvPr>
                <p:cNvSpPr/>
                <p:nvPr/>
              </p:nvSpPr>
              <p:spPr>
                <a:xfrm>
                  <a:off x="1173286" y="2569675"/>
                  <a:ext cx="71350" cy="94425"/>
                </a:xfrm>
                <a:custGeom>
                  <a:avLst/>
                  <a:gdLst>
                    <a:gd name="connsiteX0" fmla="*/ 44177 w 71350"/>
                    <a:gd name="connsiteY0" fmla="*/ 94426 h 94425"/>
                    <a:gd name="connsiteX1" fmla="*/ 44177 w 71350"/>
                    <a:gd name="connsiteY1" fmla="*/ 14473 h 94425"/>
                    <a:gd name="connsiteX2" fmla="*/ 71351 w 71350"/>
                    <a:gd name="connsiteY2" fmla="*/ 14473 h 94425"/>
                    <a:gd name="connsiteX3" fmla="*/ 71351 w 71350"/>
                    <a:gd name="connsiteY3" fmla="*/ 0 h 94425"/>
                    <a:gd name="connsiteX4" fmla="*/ 0 w 71350"/>
                    <a:gd name="connsiteY4" fmla="*/ 0 h 94425"/>
                    <a:gd name="connsiteX5" fmla="*/ 0 w 71350"/>
                    <a:gd name="connsiteY5" fmla="*/ 14473 h 94425"/>
                    <a:gd name="connsiteX6" fmla="*/ 26921 w 71350"/>
                    <a:gd name="connsiteY6" fmla="*/ 14473 h 94425"/>
                    <a:gd name="connsiteX7" fmla="*/ 26921 w 71350"/>
                    <a:gd name="connsiteY7" fmla="*/ 94426 h 94425"/>
                    <a:gd name="connsiteX8" fmla="*/ 44177 w 71350"/>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grpFill/>
                <a:ln w="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A173BD-B35F-F550-434E-A21A928F8238}"/>
                    </a:ext>
                  </a:extLst>
                </p:cNvPr>
                <p:cNvSpPr/>
                <p:nvPr/>
              </p:nvSpPr>
              <p:spPr>
                <a:xfrm>
                  <a:off x="1502763" y="2569675"/>
                  <a:ext cx="78384" cy="94476"/>
                </a:xfrm>
                <a:custGeom>
                  <a:avLst/>
                  <a:gdLst>
                    <a:gd name="connsiteX0" fmla="*/ 58953 w 78384"/>
                    <a:gd name="connsiteY0" fmla="*/ 0 h 94476"/>
                    <a:gd name="connsiteX1" fmla="*/ 47618 w 78384"/>
                    <a:gd name="connsiteY1" fmla="*/ 24188 h 94476"/>
                    <a:gd name="connsiteX2" fmla="*/ 39470 w 78384"/>
                    <a:gd name="connsiteY2" fmla="*/ 42962 h 94476"/>
                    <a:gd name="connsiteX3" fmla="*/ 39167 w 78384"/>
                    <a:gd name="connsiteY3" fmla="*/ 42962 h 94476"/>
                    <a:gd name="connsiteX4" fmla="*/ 30918 w 78384"/>
                    <a:gd name="connsiteY4" fmla="*/ 24239 h 94476"/>
                    <a:gd name="connsiteX5" fmla="*/ 19685 w 78384"/>
                    <a:gd name="connsiteY5" fmla="*/ 0 h 94476"/>
                    <a:gd name="connsiteX6" fmla="*/ 0 w 78384"/>
                    <a:gd name="connsiteY6" fmla="*/ 0 h 94476"/>
                    <a:gd name="connsiteX7" fmla="*/ 29805 w 78384"/>
                    <a:gd name="connsiteY7" fmla="*/ 55157 h 94476"/>
                    <a:gd name="connsiteX8" fmla="*/ 29805 w 78384"/>
                    <a:gd name="connsiteY8" fmla="*/ 94476 h 94476"/>
                    <a:gd name="connsiteX9" fmla="*/ 47061 w 78384"/>
                    <a:gd name="connsiteY9" fmla="*/ 94476 h 94476"/>
                    <a:gd name="connsiteX10" fmla="*/ 47061 w 78384"/>
                    <a:gd name="connsiteY10" fmla="*/ 54702 h 94476"/>
                    <a:gd name="connsiteX11" fmla="*/ 78384 w 78384"/>
                    <a:gd name="connsiteY11" fmla="*/ 51 h 94476"/>
                    <a:gd name="connsiteX12" fmla="*/ 58953 w 78384"/>
                    <a:gd name="connsiteY12"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grpFill/>
                <a:ln w="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44C8347-BB78-5DD5-537A-B4C6D847A549}"/>
                    </a:ext>
                  </a:extLst>
                </p:cNvPr>
                <p:cNvSpPr/>
                <p:nvPr/>
              </p:nvSpPr>
              <p:spPr>
                <a:xfrm>
                  <a:off x="763045" y="2568106"/>
                  <a:ext cx="88656" cy="97562"/>
                </a:xfrm>
                <a:custGeom>
                  <a:avLst/>
                  <a:gdLst>
                    <a:gd name="connsiteX0" fmla="*/ 44936 w 88656"/>
                    <a:gd name="connsiteY0" fmla="*/ 0 h 97562"/>
                    <a:gd name="connsiteX1" fmla="*/ 0 w 88656"/>
                    <a:gd name="connsiteY1" fmla="*/ 49490 h 97562"/>
                    <a:gd name="connsiteX2" fmla="*/ 43519 w 88656"/>
                    <a:gd name="connsiteY2" fmla="*/ 97563 h 97562"/>
                    <a:gd name="connsiteX3" fmla="*/ 43671 w 88656"/>
                    <a:gd name="connsiteY3" fmla="*/ 97563 h 97562"/>
                    <a:gd name="connsiteX4" fmla="*/ 88657 w 88656"/>
                    <a:gd name="connsiteY4" fmla="*/ 47820 h 97562"/>
                    <a:gd name="connsiteX5" fmla="*/ 44936 w 88656"/>
                    <a:gd name="connsiteY5" fmla="*/ 0 h 97562"/>
                    <a:gd name="connsiteX6" fmla="*/ 44278 w 88656"/>
                    <a:gd name="connsiteY6" fmla="*/ 83748 h 97562"/>
                    <a:gd name="connsiteX7" fmla="*/ 44126 w 88656"/>
                    <a:gd name="connsiteY7" fmla="*/ 83748 h 97562"/>
                    <a:gd name="connsiteX8" fmla="*/ 18065 w 88656"/>
                    <a:gd name="connsiteY8" fmla="*/ 49085 h 97562"/>
                    <a:gd name="connsiteX9" fmla="*/ 44278 w 88656"/>
                    <a:gd name="connsiteY9" fmla="*/ 13815 h 97562"/>
                    <a:gd name="connsiteX10" fmla="*/ 70288 w 88656"/>
                    <a:gd name="connsiteY10" fmla="*/ 48478 h 97562"/>
                    <a:gd name="connsiteX11" fmla="*/ 44227 w 88656"/>
                    <a:gd name="connsiteY11" fmla="*/ 83748 h 97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grpFill/>
                <a:ln w="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BCDB9967-7651-FD33-40ED-5B17BCC9256E}"/>
                    </a:ext>
                  </a:extLst>
                </p:cNvPr>
                <p:cNvSpPr/>
                <p:nvPr/>
              </p:nvSpPr>
              <p:spPr>
                <a:xfrm>
                  <a:off x="1423923"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5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E1B1D7FF-D2A0-B5CF-4D2D-F9D9E471DE84}"/>
                    </a:ext>
                  </a:extLst>
                </p:cNvPr>
                <p:cNvSpPr/>
                <p:nvPr/>
              </p:nvSpPr>
              <p:spPr>
                <a:xfrm>
                  <a:off x="1126832" y="2569675"/>
                  <a:ext cx="56017" cy="94425"/>
                </a:xfrm>
                <a:custGeom>
                  <a:avLst/>
                  <a:gdLst>
                    <a:gd name="connsiteX0" fmla="*/ 17205 w 56017"/>
                    <a:gd name="connsiteY0" fmla="*/ 0 h 94425"/>
                    <a:gd name="connsiteX1" fmla="*/ 0 w 56017"/>
                    <a:gd name="connsiteY1" fmla="*/ 0 h 94425"/>
                    <a:gd name="connsiteX2" fmla="*/ 0 w 56017"/>
                    <a:gd name="connsiteY2" fmla="*/ 94426 h 94425"/>
                    <a:gd name="connsiteX3" fmla="*/ 56018 w 56017"/>
                    <a:gd name="connsiteY3" fmla="*/ 94426 h 94425"/>
                    <a:gd name="connsiteX4" fmla="*/ 56018 w 56017"/>
                    <a:gd name="connsiteY4" fmla="*/ 79953 h 94425"/>
                    <a:gd name="connsiteX5" fmla="*/ 17205 w 56017"/>
                    <a:gd name="connsiteY5" fmla="*/ 79953 h 94425"/>
                    <a:gd name="connsiteX6" fmla="*/ 17205 w 56017"/>
                    <a:gd name="connsiteY6" fmla="*/ 0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17" h="94425">
                      <a:moveTo>
                        <a:pt x="17205" y="0"/>
                      </a:moveTo>
                      <a:lnTo>
                        <a:pt x="0" y="0"/>
                      </a:lnTo>
                      <a:lnTo>
                        <a:pt x="0" y="94426"/>
                      </a:lnTo>
                      <a:lnTo>
                        <a:pt x="56018" y="94426"/>
                      </a:lnTo>
                      <a:lnTo>
                        <a:pt x="56018" y="79953"/>
                      </a:lnTo>
                      <a:lnTo>
                        <a:pt x="17205" y="79953"/>
                      </a:lnTo>
                      <a:lnTo>
                        <a:pt x="17205" y="0"/>
                      </a:lnTo>
                      <a:close/>
                    </a:path>
                  </a:pathLst>
                </a:custGeom>
                <a:grpFill/>
                <a:ln w="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BFD47FD3-8C41-AB29-4014-B2CF56A5F8AC}"/>
                    </a:ext>
                  </a:extLst>
                </p:cNvPr>
                <p:cNvSpPr/>
                <p:nvPr/>
              </p:nvSpPr>
              <p:spPr>
                <a:xfrm>
                  <a:off x="1033469" y="2569675"/>
                  <a:ext cx="73728" cy="95994"/>
                </a:xfrm>
                <a:custGeom>
                  <a:avLst/>
                  <a:gdLst>
                    <a:gd name="connsiteX0" fmla="*/ 73729 w 73728"/>
                    <a:gd name="connsiteY0" fmla="*/ 53943 h 95994"/>
                    <a:gd name="connsiteX1" fmla="*/ 73729 w 73728"/>
                    <a:gd name="connsiteY1" fmla="*/ 0 h 95994"/>
                    <a:gd name="connsiteX2" fmla="*/ 56473 w 73728"/>
                    <a:gd name="connsiteY2" fmla="*/ 0 h 95994"/>
                    <a:gd name="connsiteX3" fmla="*/ 56473 w 73728"/>
                    <a:gd name="connsiteY3" fmla="*/ 55056 h 95994"/>
                    <a:gd name="connsiteX4" fmla="*/ 36586 w 73728"/>
                    <a:gd name="connsiteY4" fmla="*/ 82078 h 95994"/>
                    <a:gd name="connsiteX5" fmla="*/ 17256 w 73728"/>
                    <a:gd name="connsiteY5" fmla="*/ 55056 h 95994"/>
                    <a:gd name="connsiteX6" fmla="*/ 17256 w 73728"/>
                    <a:gd name="connsiteY6" fmla="*/ 0 h 95994"/>
                    <a:gd name="connsiteX7" fmla="*/ 0 w 73728"/>
                    <a:gd name="connsiteY7" fmla="*/ 0 h 95994"/>
                    <a:gd name="connsiteX8" fmla="*/ 0 w 73728"/>
                    <a:gd name="connsiteY8" fmla="*/ 54044 h 95994"/>
                    <a:gd name="connsiteX9" fmla="*/ 35928 w 73728"/>
                    <a:gd name="connsiteY9" fmla="*/ 95994 h 95994"/>
                    <a:gd name="connsiteX10" fmla="*/ 73678 w 73728"/>
                    <a:gd name="connsiteY10" fmla="*/ 53943 h 95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grpFill/>
                <a:ln w="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2181DEC8-92DE-0E8D-18A5-D0C37057E3FB}"/>
                    </a:ext>
                  </a:extLst>
                </p:cNvPr>
                <p:cNvSpPr/>
                <p:nvPr/>
              </p:nvSpPr>
              <p:spPr>
                <a:xfrm>
                  <a:off x="866428" y="2569675"/>
                  <a:ext cx="74892" cy="94476"/>
                </a:xfrm>
                <a:custGeom>
                  <a:avLst/>
                  <a:gdLst>
                    <a:gd name="connsiteX0" fmla="*/ 74842 w 74892"/>
                    <a:gd name="connsiteY0" fmla="*/ 0 h 94476"/>
                    <a:gd name="connsiteX1" fmla="*/ 58902 w 74892"/>
                    <a:gd name="connsiteY1" fmla="*/ 0 h 94476"/>
                    <a:gd name="connsiteX2" fmla="*/ 58902 w 74892"/>
                    <a:gd name="connsiteY2" fmla="*/ 32943 h 94476"/>
                    <a:gd name="connsiteX3" fmla="*/ 60420 w 74892"/>
                    <a:gd name="connsiteY3" fmla="*/ 72110 h 94476"/>
                    <a:gd name="connsiteX4" fmla="*/ 60117 w 74892"/>
                    <a:gd name="connsiteY4" fmla="*/ 72211 h 94476"/>
                    <a:gd name="connsiteX5" fmla="*/ 44075 w 74892"/>
                    <a:gd name="connsiteY5" fmla="*/ 40584 h 94476"/>
                    <a:gd name="connsiteX6" fmla="*/ 19685 w 74892"/>
                    <a:gd name="connsiteY6" fmla="*/ 51 h 94476"/>
                    <a:gd name="connsiteX7" fmla="*/ 0 w 74892"/>
                    <a:gd name="connsiteY7" fmla="*/ 51 h 94476"/>
                    <a:gd name="connsiteX8" fmla="*/ 0 w 74892"/>
                    <a:gd name="connsiteY8" fmla="*/ 94476 h 94476"/>
                    <a:gd name="connsiteX9" fmla="*/ 15940 w 74892"/>
                    <a:gd name="connsiteY9" fmla="*/ 94476 h 94476"/>
                    <a:gd name="connsiteX10" fmla="*/ 15940 w 74892"/>
                    <a:gd name="connsiteY10" fmla="*/ 60673 h 94476"/>
                    <a:gd name="connsiteX11" fmla="*/ 15029 w 74892"/>
                    <a:gd name="connsiteY11" fmla="*/ 20444 h 94476"/>
                    <a:gd name="connsiteX12" fmla="*/ 15485 w 74892"/>
                    <a:gd name="connsiteY12" fmla="*/ 20342 h 94476"/>
                    <a:gd name="connsiteX13" fmla="*/ 32386 w 74892"/>
                    <a:gd name="connsiteY13" fmla="*/ 52931 h 94476"/>
                    <a:gd name="connsiteX14" fmla="*/ 57030 w 74892"/>
                    <a:gd name="connsiteY14" fmla="*/ 94476 h 94476"/>
                    <a:gd name="connsiteX15" fmla="*/ 74893 w 74892"/>
                    <a:gd name="connsiteY15" fmla="*/ 94476 h 94476"/>
                    <a:gd name="connsiteX16" fmla="*/ 74893 w 74892"/>
                    <a:gd name="connsiteY16"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grpFill/>
                <a:ln w="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025F5A4C-C1E9-F793-B211-C75B1785DDE8}"/>
                    </a:ext>
                  </a:extLst>
                </p:cNvPr>
                <p:cNvSpPr/>
                <p:nvPr/>
              </p:nvSpPr>
              <p:spPr>
                <a:xfrm>
                  <a:off x="997743" y="2711313"/>
                  <a:ext cx="17205" cy="94425"/>
                </a:xfrm>
                <a:custGeom>
                  <a:avLst/>
                  <a:gdLst>
                    <a:gd name="connsiteX0" fmla="*/ 0 w 17205"/>
                    <a:gd name="connsiteY0" fmla="*/ 0 h 94425"/>
                    <a:gd name="connsiteX1" fmla="*/ 17205 w 17205"/>
                    <a:gd name="connsiteY1" fmla="*/ 0 h 94425"/>
                    <a:gd name="connsiteX2" fmla="*/ 17205 w 17205"/>
                    <a:gd name="connsiteY2" fmla="*/ 94426 h 94425"/>
                    <a:gd name="connsiteX3" fmla="*/ 0 w 17205"/>
                    <a:gd name="connsiteY3" fmla="*/ 94426 h 94425"/>
                  </a:gdLst>
                  <a:ahLst/>
                  <a:cxnLst>
                    <a:cxn ang="0">
                      <a:pos x="connsiteX0" y="connsiteY0"/>
                    </a:cxn>
                    <a:cxn ang="0">
                      <a:pos x="connsiteX1" y="connsiteY1"/>
                    </a:cxn>
                    <a:cxn ang="0">
                      <a:pos x="connsiteX2" y="connsiteY2"/>
                    </a:cxn>
                    <a:cxn ang="0">
                      <a:pos x="connsiteX3" y="connsiteY3"/>
                    </a:cxn>
                  </a:cxnLst>
                  <a:rect l="l" t="t" r="r" b="b"/>
                  <a:pathLst>
                    <a:path w="17205" h="94425">
                      <a:moveTo>
                        <a:pt x="0" y="0"/>
                      </a:moveTo>
                      <a:lnTo>
                        <a:pt x="17205" y="0"/>
                      </a:lnTo>
                      <a:lnTo>
                        <a:pt x="17205" y="94426"/>
                      </a:lnTo>
                      <a:lnTo>
                        <a:pt x="0" y="94426"/>
                      </a:lnTo>
                      <a:close/>
                    </a:path>
                  </a:pathLst>
                </a:custGeom>
                <a:grpFill/>
                <a:ln w="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F77E86D8-3A6A-6986-BD21-6675587F06FB}"/>
                    </a:ext>
                  </a:extLst>
                </p:cNvPr>
                <p:cNvSpPr/>
                <p:nvPr/>
              </p:nvSpPr>
              <p:spPr>
                <a:xfrm>
                  <a:off x="833536" y="2711262"/>
                  <a:ext cx="66239" cy="94476"/>
                </a:xfrm>
                <a:custGeom>
                  <a:avLst/>
                  <a:gdLst>
                    <a:gd name="connsiteX0" fmla="*/ 45796 w 66239"/>
                    <a:gd name="connsiteY0" fmla="*/ 50198 h 94476"/>
                    <a:gd name="connsiteX1" fmla="*/ 45796 w 66239"/>
                    <a:gd name="connsiteY1" fmla="*/ 49794 h 94476"/>
                    <a:gd name="connsiteX2" fmla="*/ 62799 w 66239"/>
                    <a:gd name="connsiteY2" fmla="*/ 26364 h 94476"/>
                    <a:gd name="connsiteX3" fmla="*/ 54753 w 66239"/>
                    <a:gd name="connsiteY3" fmla="*/ 7540 h 94476"/>
                    <a:gd name="connsiteX4" fmla="*/ 25909 w 66239"/>
                    <a:gd name="connsiteY4" fmla="*/ 0 h 94476"/>
                    <a:gd name="connsiteX5" fmla="*/ 0 w 66239"/>
                    <a:gd name="connsiteY5" fmla="*/ 2024 h 94476"/>
                    <a:gd name="connsiteX6" fmla="*/ 0 w 66239"/>
                    <a:gd name="connsiteY6" fmla="*/ 94476 h 94476"/>
                    <a:gd name="connsiteX7" fmla="*/ 16952 w 66239"/>
                    <a:gd name="connsiteY7" fmla="*/ 94476 h 94476"/>
                    <a:gd name="connsiteX8" fmla="*/ 16952 w 66239"/>
                    <a:gd name="connsiteY8" fmla="*/ 55967 h 94476"/>
                    <a:gd name="connsiteX9" fmla="*/ 25555 w 66239"/>
                    <a:gd name="connsiteY9" fmla="*/ 55967 h 94476"/>
                    <a:gd name="connsiteX10" fmla="*/ 42406 w 66239"/>
                    <a:gd name="connsiteY10" fmla="*/ 72363 h 94476"/>
                    <a:gd name="connsiteX11" fmla="*/ 48680 w 66239"/>
                    <a:gd name="connsiteY11" fmla="*/ 94476 h 94476"/>
                    <a:gd name="connsiteX12" fmla="*/ 66240 w 66239"/>
                    <a:gd name="connsiteY12" fmla="*/ 94476 h 94476"/>
                    <a:gd name="connsiteX13" fmla="*/ 58852 w 66239"/>
                    <a:gd name="connsiteY13" fmla="*/ 68365 h 94476"/>
                    <a:gd name="connsiteX14" fmla="*/ 45796 w 66239"/>
                    <a:gd name="connsiteY14" fmla="*/ 50249 h 94476"/>
                    <a:gd name="connsiteX15" fmla="*/ 27022 w 66239"/>
                    <a:gd name="connsiteY15" fmla="*/ 43367 h 94476"/>
                    <a:gd name="connsiteX16" fmla="*/ 16901 w 66239"/>
                    <a:gd name="connsiteY16" fmla="*/ 43367 h 94476"/>
                    <a:gd name="connsiteX17" fmla="*/ 16901 w 66239"/>
                    <a:gd name="connsiteY17" fmla="*/ 13764 h 94476"/>
                    <a:gd name="connsiteX18" fmla="*/ 27528 w 66239"/>
                    <a:gd name="connsiteY18" fmla="*/ 12904 h 94476"/>
                    <a:gd name="connsiteX19" fmla="*/ 45745 w 66239"/>
                    <a:gd name="connsiteY19" fmla="*/ 27933 h 94476"/>
                    <a:gd name="connsiteX20" fmla="*/ 27022 w 66239"/>
                    <a:gd name="connsiteY20" fmla="*/ 43367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grp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EE2389B6-3FC7-B6A4-A70B-6E8C5195C1F1}"/>
                    </a:ext>
                  </a:extLst>
                </p:cNvPr>
                <p:cNvSpPr/>
                <p:nvPr/>
              </p:nvSpPr>
              <p:spPr>
                <a:xfrm>
                  <a:off x="904835" y="2711313"/>
                  <a:ext cx="82837" cy="94425"/>
                </a:xfrm>
                <a:custGeom>
                  <a:avLst/>
                  <a:gdLst>
                    <a:gd name="connsiteX0" fmla="*/ 50704 w 82837"/>
                    <a:gd name="connsiteY0" fmla="*/ 43215 h 94425"/>
                    <a:gd name="connsiteX1" fmla="*/ 41140 w 82837"/>
                    <a:gd name="connsiteY1" fmla="*/ 77372 h 94425"/>
                    <a:gd name="connsiteX2" fmla="*/ 40837 w 82837"/>
                    <a:gd name="connsiteY2" fmla="*/ 77372 h 94425"/>
                    <a:gd name="connsiteX3" fmla="*/ 31627 w 82837"/>
                    <a:gd name="connsiteY3" fmla="*/ 42962 h 94425"/>
                    <a:gd name="connsiteX4" fmla="*/ 18774 w 82837"/>
                    <a:gd name="connsiteY4" fmla="*/ 0 h 94425"/>
                    <a:gd name="connsiteX5" fmla="*/ 0 w 82837"/>
                    <a:gd name="connsiteY5" fmla="*/ 0 h 94425"/>
                    <a:gd name="connsiteX6" fmla="*/ 30514 w 82837"/>
                    <a:gd name="connsiteY6" fmla="*/ 94426 h 94425"/>
                    <a:gd name="connsiteX7" fmla="*/ 50249 w 82837"/>
                    <a:gd name="connsiteY7" fmla="*/ 94426 h 94425"/>
                    <a:gd name="connsiteX8" fmla="*/ 82837 w 82837"/>
                    <a:gd name="connsiteY8" fmla="*/ 0 h 94425"/>
                    <a:gd name="connsiteX9" fmla="*/ 64519 w 82837"/>
                    <a:gd name="connsiteY9" fmla="*/ 0 h 94425"/>
                    <a:gd name="connsiteX10" fmla="*/ 50755 w 82837"/>
                    <a:gd name="connsiteY10" fmla="*/ 43215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grpFill/>
                <a:ln w="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E8305D0C-D65E-A011-D438-8031F0150AA6}"/>
                    </a:ext>
                  </a:extLst>
                </p:cNvPr>
                <p:cNvSpPr/>
                <p:nvPr/>
              </p:nvSpPr>
              <p:spPr>
                <a:xfrm>
                  <a:off x="1116964" y="2711313"/>
                  <a:ext cx="56979" cy="94425"/>
                </a:xfrm>
                <a:custGeom>
                  <a:avLst/>
                  <a:gdLst>
                    <a:gd name="connsiteX0" fmla="*/ 17205 w 56979"/>
                    <a:gd name="connsiteY0" fmla="*/ 52526 h 94425"/>
                    <a:gd name="connsiteX1" fmla="*/ 52779 w 56979"/>
                    <a:gd name="connsiteY1" fmla="*/ 52526 h 94425"/>
                    <a:gd name="connsiteX2" fmla="*/ 52779 w 56979"/>
                    <a:gd name="connsiteY2" fmla="*/ 38458 h 94425"/>
                    <a:gd name="connsiteX3" fmla="*/ 17205 w 56979"/>
                    <a:gd name="connsiteY3" fmla="*/ 38458 h 94425"/>
                    <a:gd name="connsiteX4" fmla="*/ 17205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05 w 56979"/>
                    <a:gd name="connsiteY11" fmla="*/ 80257 h 94425"/>
                    <a:gd name="connsiteX12" fmla="*/ 17205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grpFill/>
                <a:ln w="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29F9E58C-3C1A-3AA4-F7A7-BD5F44A4DA1F}"/>
                    </a:ext>
                  </a:extLst>
                </p:cNvPr>
                <p:cNvSpPr/>
                <p:nvPr/>
              </p:nvSpPr>
              <p:spPr>
                <a:xfrm>
                  <a:off x="1029724" y="2709846"/>
                  <a:ext cx="73374" cy="97411"/>
                </a:xfrm>
                <a:custGeom>
                  <a:avLst/>
                  <a:gdLst>
                    <a:gd name="connsiteX0" fmla="*/ 51261 w 73374"/>
                    <a:gd name="connsiteY0" fmla="*/ 14219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19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grpFill/>
                <a:ln w="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23EFE9CA-11E3-EADA-441F-24B2B6E38AEF}"/>
                    </a:ext>
                  </a:extLst>
                </p:cNvPr>
                <p:cNvSpPr/>
                <p:nvPr/>
              </p:nvSpPr>
              <p:spPr>
                <a:xfrm>
                  <a:off x="684712"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C02EADE3-B10D-BE63-D2EB-D7E810DC357C}"/>
                    </a:ext>
                  </a:extLst>
                </p:cNvPr>
                <p:cNvSpPr/>
                <p:nvPr/>
              </p:nvSpPr>
              <p:spPr>
                <a:xfrm>
                  <a:off x="761426" y="2711313"/>
                  <a:ext cx="56979" cy="94425"/>
                </a:xfrm>
                <a:custGeom>
                  <a:avLst/>
                  <a:gdLst>
                    <a:gd name="connsiteX0" fmla="*/ 17256 w 56979"/>
                    <a:gd name="connsiteY0" fmla="*/ 52526 h 94425"/>
                    <a:gd name="connsiteX1" fmla="*/ 52779 w 56979"/>
                    <a:gd name="connsiteY1" fmla="*/ 52526 h 94425"/>
                    <a:gd name="connsiteX2" fmla="*/ 52779 w 56979"/>
                    <a:gd name="connsiteY2" fmla="*/ 38458 h 94425"/>
                    <a:gd name="connsiteX3" fmla="*/ 17256 w 56979"/>
                    <a:gd name="connsiteY3" fmla="*/ 38458 h 94425"/>
                    <a:gd name="connsiteX4" fmla="*/ 17256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56 w 56979"/>
                    <a:gd name="connsiteY11" fmla="*/ 80257 h 94425"/>
                    <a:gd name="connsiteX12" fmla="*/ 17256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grpFill/>
                <a:ln w="0"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D1D7AF11-ABA2-8706-4F81-AA276C806566}"/>
                    </a:ext>
                  </a:extLst>
                </p:cNvPr>
                <p:cNvSpPr/>
                <p:nvPr/>
              </p:nvSpPr>
              <p:spPr>
                <a:xfrm>
                  <a:off x="1184874"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grpSp>
        </p:grpSp>
        <p:grpSp>
          <p:nvGrpSpPr>
            <p:cNvPr id="9" name="Graphic 8">
              <a:extLst>
                <a:ext uri="{FF2B5EF4-FFF2-40B4-BE49-F238E27FC236}">
                  <a16:creationId xmlns:a16="http://schemas.microsoft.com/office/drawing/2014/main" id="{94FF046B-9556-054B-BA86-D7F768A06322}"/>
                </a:ext>
              </a:extLst>
            </p:cNvPr>
            <p:cNvGrpSpPr/>
            <p:nvPr/>
          </p:nvGrpSpPr>
          <p:grpSpPr>
            <a:xfrm>
              <a:off x="8352719" y="159185"/>
              <a:ext cx="509877" cy="453727"/>
              <a:chOff x="8599610" y="2333965"/>
              <a:chExt cx="542618" cy="474759"/>
            </a:xfrm>
            <a:grpFill/>
          </p:grpSpPr>
          <p:sp>
            <p:nvSpPr>
              <p:cNvPr id="10" name="Freeform: Shape 9">
                <a:extLst>
                  <a:ext uri="{FF2B5EF4-FFF2-40B4-BE49-F238E27FC236}">
                    <a16:creationId xmlns:a16="http://schemas.microsoft.com/office/drawing/2014/main" id="{0DE61E86-8661-D2D4-5FEC-59588A6BEB9B}"/>
                  </a:ext>
                </a:extLst>
              </p:cNvPr>
              <p:cNvSpPr/>
              <p:nvPr/>
            </p:nvSpPr>
            <p:spPr>
              <a:xfrm>
                <a:off x="859961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160 w 130657"/>
                  <a:gd name="connsiteY3" fmla="*/ 39723 h 135211"/>
                  <a:gd name="connsiteX4" fmla="*/ 93160 w 130657"/>
                  <a:gd name="connsiteY4" fmla="*/ 135212 h 135211"/>
                  <a:gd name="connsiteX5" fmla="*/ 38711 w 130657"/>
                  <a:gd name="connsiteY5" fmla="*/ 135212 h 135211"/>
                  <a:gd name="connsiteX6" fmla="*/ 38711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grpFill/>
              <a:ln w="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1E68537-AABB-D39B-9699-34F3CFEFEDCF}"/>
                  </a:ext>
                </a:extLst>
              </p:cNvPr>
              <p:cNvSpPr/>
              <p:nvPr/>
            </p:nvSpPr>
            <p:spPr>
              <a:xfrm>
                <a:off x="8716605" y="2673513"/>
                <a:ext cx="160563" cy="135211"/>
              </a:xfrm>
              <a:custGeom>
                <a:avLst/>
                <a:gdLst>
                  <a:gd name="connsiteX0" fmla="*/ 79801 w 160563"/>
                  <a:gd name="connsiteY0" fmla="*/ 54651 h 135211"/>
                  <a:gd name="connsiteX1" fmla="*/ 52324 w 160563"/>
                  <a:gd name="connsiteY1" fmla="*/ 135212 h 135211"/>
                  <a:gd name="connsiteX2" fmla="*/ 0 w 160563"/>
                  <a:gd name="connsiteY2" fmla="*/ 135212 h 135211"/>
                  <a:gd name="connsiteX3" fmla="*/ 51312 w 160563"/>
                  <a:gd name="connsiteY3" fmla="*/ 0 h 135211"/>
                  <a:gd name="connsiteX4" fmla="*/ 108088 w 160563"/>
                  <a:gd name="connsiteY4" fmla="*/ 0 h 135211"/>
                  <a:gd name="connsiteX5" fmla="*/ 160564 w 160563"/>
                  <a:gd name="connsiteY5" fmla="*/ 135212 h 135211"/>
                  <a:gd name="connsiteX6" fmla="*/ 107633 w 160563"/>
                  <a:gd name="connsiteY6" fmla="*/ 135212 h 135211"/>
                  <a:gd name="connsiteX7" fmla="*/ 79801 w 16056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grpFill/>
              <a:ln w="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CB54FBB-A35D-AE5D-AC63-F6D6A51808E8}"/>
                  </a:ext>
                </a:extLst>
              </p:cNvPr>
              <p:cNvSpPr/>
              <p:nvPr/>
            </p:nvSpPr>
            <p:spPr>
              <a:xfrm>
                <a:off x="886467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211 w 130657"/>
                  <a:gd name="connsiteY3" fmla="*/ 39723 h 135211"/>
                  <a:gd name="connsiteX4" fmla="*/ 93211 w 130657"/>
                  <a:gd name="connsiteY4" fmla="*/ 135212 h 135211"/>
                  <a:gd name="connsiteX5" fmla="*/ 38762 w 130657"/>
                  <a:gd name="connsiteY5" fmla="*/ 135212 h 135211"/>
                  <a:gd name="connsiteX6" fmla="*/ 38762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grpFill/>
              <a:ln w="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17376F5F-70C3-3289-6902-5EF85DC967A7}"/>
                  </a:ext>
                </a:extLst>
              </p:cNvPr>
              <p:cNvSpPr/>
              <p:nvPr/>
            </p:nvSpPr>
            <p:spPr>
              <a:xfrm>
                <a:off x="8981715" y="2673513"/>
                <a:ext cx="160513" cy="135211"/>
              </a:xfrm>
              <a:custGeom>
                <a:avLst/>
                <a:gdLst>
                  <a:gd name="connsiteX0" fmla="*/ 79750 w 160513"/>
                  <a:gd name="connsiteY0" fmla="*/ 54651 h 135211"/>
                  <a:gd name="connsiteX1" fmla="*/ 52273 w 160513"/>
                  <a:gd name="connsiteY1" fmla="*/ 135212 h 135211"/>
                  <a:gd name="connsiteX2" fmla="*/ 0 w 160513"/>
                  <a:gd name="connsiteY2" fmla="*/ 135212 h 135211"/>
                  <a:gd name="connsiteX3" fmla="*/ 51261 w 160513"/>
                  <a:gd name="connsiteY3" fmla="*/ 0 h 135211"/>
                  <a:gd name="connsiteX4" fmla="*/ 108038 w 160513"/>
                  <a:gd name="connsiteY4" fmla="*/ 0 h 135211"/>
                  <a:gd name="connsiteX5" fmla="*/ 160513 w 160513"/>
                  <a:gd name="connsiteY5" fmla="*/ 135212 h 135211"/>
                  <a:gd name="connsiteX6" fmla="*/ 107633 w 160513"/>
                  <a:gd name="connsiteY6" fmla="*/ 135212 h 135211"/>
                  <a:gd name="connsiteX7" fmla="*/ 79750 w 16051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grpFill/>
              <a:ln w="0"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E4819B01-8152-11FA-B64D-F94A3D5E8BE8}"/>
                  </a:ext>
                </a:extLst>
              </p:cNvPr>
              <p:cNvSpPr/>
              <p:nvPr/>
            </p:nvSpPr>
            <p:spPr>
              <a:xfrm>
                <a:off x="8678855" y="2333965"/>
                <a:ext cx="384685" cy="271536"/>
              </a:xfrm>
              <a:custGeom>
                <a:avLst/>
                <a:gdLst>
                  <a:gd name="connsiteX0" fmla="*/ 384584 w 384685"/>
                  <a:gd name="connsiteY0" fmla="*/ 91086 h 271536"/>
                  <a:gd name="connsiteX1" fmla="*/ 365305 w 384685"/>
                  <a:gd name="connsiteY1" fmla="*/ 63709 h 271536"/>
                  <a:gd name="connsiteX2" fmla="*/ 292032 w 384685"/>
                  <a:gd name="connsiteY2" fmla="*/ 17104 h 271536"/>
                  <a:gd name="connsiteX3" fmla="*/ 192292 w 384685"/>
                  <a:gd name="connsiteY3" fmla="*/ 0 h 271536"/>
                  <a:gd name="connsiteX4" fmla="*/ 92553 w 384685"/>
                  <a:gd name="connsiteY4" fmla="*/ 17104 h 271536"/>
                  <a:gd name="connsiteX5" fmla="*/ 19280 w 384685"/>
                  <a:gd name="connsiteY5" fmla="*/ 63709 h 271536"/>
                  <a:gd name="connsiteX6" fmla="*/ 0 w 384685"/>
                  <a:gd name="connsiteY6" fmla="*/ 91136 h 271536"/>
                  <a:gd name="connsiteX7" fmla="*/ 167800 w 384685"/>
                  <a:gd name="connsiteY7" fmla="*/ 67909 h 271536"/>
                  <a:gd name="connsiteX8" fmla="*/ 180603 w 384685"/>
                  <a:gd name="connsiteY8" fmla="*/ 73122 h 271536"/>
                  <a:gd name="connsiteX9" fmla="*/ 183589 w 384685"/>
                  <a:gd name="connsiteY9" fmla="*/ 98879 h 271536"/>
                  <a:gd name="connsiteX10" fmla="*/ 181818 w 384685"/>
                  <a:gd name="connsiteY10" fmla="*/ 271334 h 271536"/>
                  <a:gd name="connsiteX11" fmla="*/ 192343 w 384685"/>
                  <a:gd name="connsiteY11" fmla="*/ 271537 h 271536"/>
                  <a:gd name="connsiteX12" fmla="*/ 202919 w 384685"/>
                  <a:gd name="connsiteY12" fmla="*/ 271334 h 271536"/>
                  <a:gd name="connsiteX13" fmla="*/ 201148 w 384685"/>
                  <a:gd name="connsiteY13" fmla="*/ 98879 h 271536"/>
                  <a:gd name="connsiteX14" fmla="*/ 204134 w 384685"/>
                  <a:gd name="connsiteY14" fmla="*/ 73122 h 271536"/>
                  <a:gd name="connsiteX15" fmla="*/ 216936 w 384685"/>
                  <a:gd name="connsiteY15" fmla="*/ 67909 h 271536"/>
                  <a:gd name="connsiteX16" fmla="*/ 384686 w 384685"/>
                  <a:gd name="connsiteY16" fmla="*/ 91086 h 27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grp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ADDF2D3D-B16A-0AA4-382C-F3DEE2B9D1F1}"/>
                  </a:ext>
                </a:extLst>
              </p:cNvPr>
              <p:cNvSpPr/>
              <p:nvPr/>
            </p:nvSpPr>
            <p:spPr>
              <a:xfrm>
                <a:off x="8907519" y="2429876"/>
                <a:ext cx="166901" cy="168288"/>
              </a:xfrm>
              <a:custGeom>
                <a:avLst/>
                <a:gdLst>
                  <a:gd name="connsiteX0" fmla="*/ 164219 w 166901"/>
                  <a:gd name="connsiteY0" fmla="*/ 17592 h 168288"/>
                  <a:gd name="connsiteX1" fmla="*/ 31284 w 166901"/>
                  <a:gd name="connsiteY1" fmla="*/ 184 h 168288"/>
                  <a:gd name="connsiteX2" fmla="*/ 1328 w 166901"/>
                  <a:gd name="connsiteY2" fmla="*/ 32469 h 168288"/>
                  <a:gd name="connsiteX3" fmla="*/ 2137 w 166901"/>
                  <a:gd name="connsiteY3" fmla="*/ 37530 h 168288"/>
                  <a:gd name="connsiteX4" fmla="*/ 29210 w 166901"/>
                  <a:gd name="connsiteY4" fmla="*/ 168288 h 168288"/>
                  <a:gd name="connsiteX5" fmla="*/ 166901 w 166901"/>
                  <a:gd name="connsiteY5" fmla="*/ 39807 h 168288"/>
                  <a:gd name="connsiteX6" fmla="*/ 164219 w 166901"/>
                  <a:gd name="connsiteY6" fmla="*/ 17592 h 16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grpFill/>
              <a:ln w="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239725B3-21C7-8D04-5B63-51FA8A69FD17}"/>
                  </a:ext>
                </a:extLst>
              </p:cNvPr>
              <p:cNvSpPr/>
              <p:nvPr/>
            </p:nvSpPr>
            <p:spPr>
              <a:xfrm>
                <a:off x="8667823" y="2429927"/>
                <a:ext cx="166901" cy="168389"/>
              </a:xfrm>
              <a:custGeom>
                <a:avLst/>
                <a:gdLst>
                  <a:gd name="connsiteX0" fmla="*/ 165574 w 166901"/>
                  <a:gd name="connsiteY0" fmla="*/ 32469 h 168389"/>
                  <a:gd name="connsiteX1" fmla="*/ 135616 w 166901"/>
                  <a:gd name="connsiteY1" fmla="*/ 184 h 168389"/>
                  <a:gd name="connsiteX2" fmla="*/ 2631 w 166901"/>
                  <a:gd name="connsiteY2" fmla="*/ 17592 h 168389"/>
                  <a:gd name="connsiteX3" fmla="*/ 0 w 166901"/>
                  <a:gd name="connsiteY3" fmla="*/ 39807 h 168389"/>
                  <a:gd name="connsiteX4" fmla="*/ 30261 w 166901"/>
                  <a:gd name="connsiteY4" fmla="*/ 111815 h 168389"/>
                  <a:gd name="connsiteX5" fmla="*/ 103534 w 166901"/>
                  <a:gd name="connsiteY5" fmla="*/ 158421 h 168389"/>
                  <a:gd name="connsiteX6" fmla="*/ 137640 w 166901"/>
                  <a:gd name="connsiteY6" fmla="*/ 168389 h 168389"/>
                  <a:gd name="connsiteX7" fmla="*/ 165017 w 166901"/>
                  <a:gd name="connsiteY7" fmla="*/ 35860 h 168389"/>
                  <a:gd name="connsiteX8" fmla="*/ 165523 w 166901"/>
                  <a:gd name="connsiteY8" fmla="*/ 32469 h 168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grpFill/>
              <a:ln w="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3894876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White with Medium wave">
    <p:bg>
      <p:bgPr>
        <a:gradFill flip="none" rotWithShape="1">
          <a:gsLst>
            <a:gs pos="35000">
              <a:srgbClr val="142233"/>
            </a:gs>
            <a:gs pos="0">
              <a:schemeClr val="tx1"/>
            </a:gs>
            <a:gs pos="100000">
              <a:srgbClr val="4E84C4"/>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B4C1E-9D56-3F0B-29DD-309F9B711AD1}"/>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4" name="Text Placeholder 3">
            <a:extLst>
              <a:ext uri="{FF2B5EF4-FFF2-40B4-BE49-F238E27FC236}">
                <a16:creationId xmlns:a16="http://schemas.microsoft.com/office/drawing/2014/main" id="{687711BE-BDB7-5335-742C-157DC127259D}"/>
              </a:ext>
            </a:extLst>
          </p:cNvPr>
          <p:cNvSpPr>
            <a:spLocks noGrp="1"/>
          </p:cNvSpPr>
          <p:nvPr>
            <p:ph type="body" sz="quarter" idx="10"/>
          </p:nvPr>
        </p:nvSpPr>
        <p:spPr>
          <a:xfrm>
            <a:off x="287191" y="2139490"/>
            <a:ext cx="4042988" cy="355867"/>
          </a:xfrm>
        </p:spPr>
        <p:txBody>
          <a:bodyPr vert="horz" wrap="square" lIns="0" tIns="17145" rIns="0" bIns="0" rtlCol="0">
            <a:spAutoFit/>
          </a:bodyPr>
          <a:lstStyle>
            <a:lvl1pPr>
              <a:defRPr lang="en-US" dirty="0">
                <a:solidFill>
                  <a:schemeClr val="bg1"/>
                </a:solidFill>
              </a:defRPr>
            </a:lvl1pPr>
          </a:lstStyle>
          <a:p>
            <a:pPr lvl="0"/>
            <a:r>
              <a:rPr lang="en-US"/>
              <a:t>Click to edit Master text styles</a:t>
            </a:r>
          </a:p>
        </p:txBody>
      </p:sp>
      <p:pic>
        <p:nvPicPr>
          <p:cNvPr id="5" name="Graphic 4">
            <a:extLst>
              <a:ext uri="{FF2B5EF4-FFF2-40B4-BE49-F238E27FC236}">
                <a16:creationId xmlns:a16="http://schemas.microsoft.com/office/drawing/2014/main" id="{CA9AFE34-A521-02E5-C3FD-3A06F355D42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0" y="0"/>
            <a:ext cx="9144000" cy="5143500"/>
          </a:xfrm>
          <a:prstGeom prst="rect">
            <a:avLst/>
          </a:prstGeom>
        </p:spPr>
      </p:pic>
      <p:grpSp>
        <p:nvGrpSpPr>
          <p:cNvPr id="7" name="Group 6">
            <a:extLst>
              <a:ext uri="{FF2B5EF4-FFF2-40B4-BE49-F238E27FC236}">
                <a16:creationId xmlns:a16="http://schemas.microsoft.com/office/drawing/2014/main" id="{8E0BC0AA-1C00-53EA-F674-76069458B38F}"/>
              </a:ext>
            </a:extLst>
          </p:cNvPr>
          <p:cNvGrpSpPr/>
          <p:nvPr userDrawn="1"/>
        </p:nvGrpSpPr>
        <p:grpSpPr>
          <a:xfrm>
            <a:off x="268664" y="159185"/>
            <a:ext cx="8556433" cy="451747"/>
            <a:chOff x="268664" y="159185"/>
            <a:chExt cx="8593932" cy="453727"/>
          </a:xfrm>
          <a:solidFill>
            <a:schemeClr val="bg1"/>
          </a:solidFill>
        </p:grpSpPr>
        <p:grpSp>
          <p:nvGrpSpPr>
            <p:cNvPr id="8" name="Group 7">
              <a:extLst>
                <a:ext uri="{FF2B5EF4-FFF2-40B4-BE49-F238E27FC236}">
                  <a16:creationId xmlns:a16="http://schemas.microsoft.com/office/drawing/2014/main" id="{8F38B36A-EDA8-48AE-4DF9-D6F4DF998A1C}"/>
                </a:ext>
              </a:extLst>
            </p:cNvPr>
            <p:cNvGrpSpPr/>
            <p:nvPr userDrawn="1"/>
          </p:nvGrpSpPr>
          <p:grpSpPr>
            <a:xfrm>
              <a:off x="268664" y="259103"/>
              <a:ext cx="1481677" cy="353809"/>
              <a:chOff x="0" y="2427986"/>
              <a:chExt cx="1581147" cy="380839"/>
            </a:xfrm>
            <a:grpFill/>
          </p:grpSpPr>
          <p:grpSp>
            <p:nvGrpSpPr>
              <p:cNvPr id="17" name="Graphic 8">
                <a:extLst>
                  <a:ext uri="{FF2B5EF4-FFF2-40B4-BE49-F238E27FC236}">
                    <a16:creationId xmlns:a16="http://schemas.microsoft.com/office/drawing/2014/main" id="{B21428D9-7936-C319-911C-E744C6EA2FC7}"/>
                  </a:ext>
                </a:extLst>
              </p:cNvPr>
              <p:cNvGrpSpPr/>
              <p:nvPr/>
            </p:nvGrpSpPr>
            <p:grpSpPr>
              <a:xfrm>
                <a:off x="0" y="2428340"/>
                <a:ext cx="605264" cy="380485"/>
                <a:chOff x="0" y="2428340"/>
                <a:chExt cx="605264" cy="380485"/>
              </a:xfrm>
              <a:grpFill/>
            </p:grpSpPr>
            <p:sp>
              <p:nvSpPr>
                <p:cNvPr id="42" name="Freeform: Shape 41">
                  <a:extLst>
                    <a:ext uri="{FF2B5EF4-FFF2-40B4-BE49-F238E27FC236}">
                      <a16:creationId xmlns:a16="http://schemas.microsoft.com/office/drawing/2014/main" id="{5EC37624-5B5C-D1D9-3E9C-8F33ADE729CE}"/>
                    </a:ext>
                  </a:extLst>
                </p:cNvPr>
                <p:cNvSpPr/>
                <p:nvPr/>
              </p:nvSpPr>
              <p:spPr>
                <a:xfrm>
                  <a:off x="0" y="2428340"/>
                  <a:ext cx="605264" cy="380485"/>
                </a:xfrm>
                <a:custGeom>
                  <a:avLst/>
                  <a:gdLst>
                    <a:gd name="connsiteX0" fmla="*/ 559165 w 605264"/>
                    <a:gd name="connsiteY0" fmla="*/ 219921 h 380485"/>
                    <a:gd name="connsiteX1" fmla="*/ 514179 w 605264"/>
                    <a:gd name="connsiteY1" fmla="*/ 188598 h 380485"/>
                    <a:gd name="connsiteX2" fmla="*/ 512459 w 605264"/>
                    <a:gd name="connsiteY2" fmla="*/ 187384 h 380485"/>
                    <a:gd name="connsiteX3" fmla="*/ 488928 w 605264"/>
                    <a:gd name="connsiteY3" fmla="*/ 150747 h 380485"/>
                    <a:gd name="connsiteX4" fmla="*/ 523490 w 605264"/>
                    <a:gd name="connsiteY4" fmla="*/ 122156 h 380485"/>
                    <a:gd name="connsiteX5" fmla="*/ 576725 w 605264"/>
                    <a:gd name="connsiteY5" fmla="*/ 134250 h 380485"/>
                    <a:gd name="connsiteX6" fmla="*/ 597017 w 605264"/>
                    <a:gd name="connsiteY6" fmla="*/ 113908 h 380485"/>
                    <a:gd name="connsiteX7" fmla="*/ 581077 w 605264"/>
                    <a:gd name="connsiteY7" fmla="*/ 92452 h 380485"/>
                    <a:gd name="connsiteX8" fmla="*/ 521820 w 605264"/>
                    <a:gd name="connsiteY8" fmla="*/ 80358 h 380485"/>
                    <a:gd name="connsiteX9" fmla="*/ 465297 w 605264"/>
                    <a:gd name="connsiteY9" fmla="*/ 97968 h 380485"/>
                    <a:gd name="connsiteX10" fmla="*/ 458111 w 605264"/>
                    <a:gd name="connsiteY10" fmla="*/ 111023 h 380485"/>
                    <a:gd name="connsiteX11" fmla="*/ 465297 w 605264"/>
                    <a:gd name="connsiteY11" fmla="*/ 97917 h 380485"/>
                    <a:gd name="connsiteX12" fmla="*/ 457048 w 605264"/>
                    <a:gd name="connsiteY12" fmla="*/ 105052 h 380485"/>
                    <a:gd name="connsiteX13" fmla="*/ 456846 w 605264"/>
                    <a:gd name="connsiteY13" fmla="*/ 105305 h 380485"/>
                    <a:gd name="connsiteX14" fmla="*/ 415908 w 605264"/>
                    <a:gd name="connsiteY14" fmla="*/ 184752 h 380485"/>
                    <a:gd name="connsiteX15" fmla="*/ 403308 w 605264"/>
                    <a:gd name="connsiteY15" fmla="*/ 226500 h 380485"/>
                    <a:gd name="connsiteX16" fmla="*/ 289703 w 605264"/>
                    <a:gd name="connsiteY16" fmla="*/ 335297 h 380485"/>
                    <a:gd name="connsiteX17" fmla="*/ 190369 w 605264"/>
                    <a:gd name="connsiteY17" fmla="*/ 230346 h 380485"/>
                    <a:gd name="connsiteX18" fmla="*/ 281050 w 605264"/>
                    <a:gd name="connsiteY18" fmla="*/ 124889 h 380485"/>
                    <a:gd name="connsiteX19" fmla="*/ 284188 w 605264"/>
                    <a:gd name="connsiteY19" fmla="*/ 124838 h 380485"/>
                    <a:gd name="connsiteX20" fmla="*/ 336866 w 605264"/>
                    <a:gd name="connsiteY20" fmla="*/ 136376 h 380485"/>
                    <a:gd name="connsiteX21" fmla="*/ 355538 w 605264"/>
                    <a:gd name="connsiteY21" fmla="*/ 140778 h 380485"/>
                    <a:gd name="connsiteX22" fmla="*/ 377500 w 605264"/>
                    <a:gd name="connsiteY22" fmla="*/ 118766 h 380485"/>
                    <a:gd name="connsiteX23" fmla="*/ 377500 w 605264"/>
                    <a:gd name="connsiteY23" fmla="*/ 118766 h 380485"/>
                    <a:gd name="connsiteX24" fmla="*/ 377500 w 605264"/>
                    <a:gd name="connsiteY24" fmla="*/ 118766 h 380485"/>
                    <a:gd name="connsiteX25" fmla="*/ 361054 w 605264"/>
                    <a:gd name="connsiteY25" fmla="*/ 96804 h 380485"/>
                    <a:gd name="connsiteX26" fmla="*/ 284238 w 605264"/>
                    <a:gd name="connsiteY26" fmla="*/ 80307 h 380485"/>
                    <a:gd name="connsiteX27" fmla="*/ 137742 w 605264"/>
                    <a:gd name="connsiteY27" fmla="*/ 231459 h 380485"/>
                    <a:gd name="connsiteX28" fmla="*/ 137742 w 605264"/>
                    <a:gd name="connsiteY28" fmla="*/ 231459 h 380485"/>
                    <a:gd name="connsiteX29" fmla="*/ 137742 w 605264"/>
                    <a:gd name="connsiteY29" fmla="*/ 231459 h 380485"/>
                    <a:gd name="connsiteX30" fmla="*/ 137742 w 605264"/>
                    <a:gd name="connsiteY30" fmla="*/ 231459 h 380485"/>
                    <a:gd name="connsiteX31" fmla="*/ 149786 w 605264"/>
                    <a:gd name="connsiteY31" fmla="*/ 295725 h 380485"/>
                    <a:gd name="connsiteX32" fmla="*/ 98221 w 605264"/>
                    <a:gd name="connsiteY32" fmla="*/ 333677 h 380485"/>
                    <a:gd name="connsiteX33" fmla="*/ 52678 w 605264"/>
                    <a:gd name="connsiteY33" fmla="*/ 281455 h 380485"/>
                    <a:gd name="connsiteX34" fmla="*/ 52678 w 605264"/>
                    <a:gd name="connsiteY34" fmla="*/ 126457 h 380485"/>
                    <a:gd name="connsiteX35" fmla="*/ 116893 w 605264"/>
                    <a:gd name="connsiteY35" fmla="*/ 126457 h 380485"/>
                    <a:gd name="connsiteX36" fmla="*/ 141588 w 605264"/>
                    <a:gd name="connsiteY36" fmla="*/ 105002 h 380485"/>
                    <a:gd name="connsiteX37" fmla="*/ 116893 w 605264"/>
                    <a:gd name="connsiteY37" fmla="*/ 83546 h 380485"/>
                    <a:gd name="connsiteX38" fmla="*/ 52678 w 605264"/>
                    <a:gd name="connsiteY38" fmla="*/ 83546 h 380485"/>
                    <a:gd name="connsiteX39" fmla="*/ 52678 w 605264"/>
                    <a:gd name="connsiteY39" fmla="*/ 27478 h 380485"/>
                    <a:gd name="connsiteX40" fmla="*/ 26314 w 605264"/>
                    <a:gd name="connsiteY40" fmla="*/ 0 h 380485"/>
                    <a:gd name="connsiteX41" fmla="*/ 0 w 605264"/>
                    <a:gd name="connsiteY41" fmla="*/ 27579 h 380485"/>
                    <a:gd name="connsiteX42" fmla="*/ 0 w 605264"/>
                    <a:gd name="connsiteY42" fmla="*/ 287527 h 380485"/>
                    <a:gd name="connsiteX43" fmla="*/ 93312 w 605264"/>
                    <a:gd name="connsiteY43" fmla="*/ 379878 h 380485"/>
                    <a:gd name="connsiteX44" fmla="*/ 129291 w 605264"/>
                    <a:gd name="connsiteY44" fmla="*/ 373856 h 380485"/>
                    <a:gd name="connsiteX45" fmla="*/ 129494 w 605264"/>
                    <a:gd name="connsiteY45" fmla="*/ 373856 h 380485"/>
                    <a:gd name="connsiteX46" fmla="*/ 175087 w 605264"/>
                    <a:gd name="connsiteY46" fmla="*/ 335702 h 380485"/>
                    <a:gd name="connsiteX47" fmla="*/ 288084 w 605264"/>
                    <a:gd name="connsiteY47" fmla="*/ 380435 h 380485"/>
                    <a:gd name="connsiteX48" fmla="*/ 354931 w 605264"/>
                    <a:gd name="connsiteY48" fmla="*/ 365102 h 380485"/>
                    <a:gd name="connsiteX49" fmla="*/ 354982 w 605264"/>
                    <a:gd name="connsiteY49" fmla="*/ 365102 h 380485"/>
                    <a:gd name="connsiteX50" fmla="*/ 443335 w 605264"/>
                    <a:gd name="connsiteY50" fmla="*/ 237025 h 380485"/>
                    <a:gd name="connsiteX51" fmla="*/ 454872 w 605264"/>
                    <a:gd name="connsiteY51" fmla="*/ 199124 h 380485"/>
                    <a:gd name="connsiteX52" fmla="*/ 454720 w 605264"/>
                    <a:gd name="connsiteY52" fmla="*/ 198921 h 380485"/>
                    <a:gd name="connsiteX53" fmla="*/ 487815 w 605264"/>
                    <a:gd name="connsiteY53" fmla="*/ 229334 h 380485"/>
                    <a:gd name="connsiteX54" fmla="*/ 528955 w 605264"/>
                    <a:gd name="connsiteY54" fmla="*/ 257924 h 380485"/>
                    <a:gd name="connsiteX55" fmla="*/ 545756 w 605264"/>
                    <a:gd name="connsiteY55" fmla="*/ 270676 h 380485"/>
                    <a:gd name="connsiteX56" fmla="*/ 555320 w 605264"/>
                    <a:gd name="connsiteY56" fmla="*/ 298053 h 380485"/>
                    <a:gd name="connsiteX57" fmla="*/ 509777 w 605264"/>
                    <a:gd name="connsiteY57" fmla="*/ 337624 h 380485"/>
                    <a:gd name="connsiteX58" fmla="*/ 449964 w 605264"/>
                    <a:gd name="connsiteY58" fmla="*/ 324417 h 380485"/>
                    <a:gd name="connsiteX59" fmla="*/ 429672 w 605264"/>
                    <a:gd name="connsiteY59" fmla="*/ 344760 h 380485"/>
                    <a:gd name="connsiteX60" fmla="*/ 445612 w 605264"/>
                    <a:gd name="connsiteY60" fmla="*/ 366215 h 380485"/>
                    <a:gd name="connsiteX61" fmla="*/ 510384 w 605264"/>
                    <a:gd name="connsiteY61" fmla="*/ 380485 h 380485"/>
                    <a:gd name="connsiteX62" fmla="*/ 580621 w 605264"/>
                    <a:gd name="connsiteY62" fmla="*/ 356297 h 380485"/>
                    <a:gd name="connsiteX63" fmla="*/ 584467 w 605264"/>
                    <a:gd name="connsiteY63" fmla="*/ 352299 h 380485"/>
                    <a:gd name="connsiteX64" fmla="*/ 605265 w 605264"/>
                    <a:gd name="connsiteY64" fmla="*/ 298053 h 380485"/>
                    <a:gd name="connsiteX65" fmla="*/ 559165 w 605264"/>
                    <a:gd name="connsiteY65" fmla="*/ 220023 h 38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grpFill/>
                <a:ln w="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57C39D41-711D-AA9B-DE60-414E6BE2CD45}"/>
                    </a:ext>
                  </a:extLst>
                </p:cNvPr>
                <p:cNvSpPr/>
                <p:nvPr/>
              </p:nvSpPr>
              <p:spPr>
                <a:xfrm>
                  <a:off x="439539" y="2580150"/>
                  <a:ext cx="5060" cy="151"/>
                </a:xfrm>
                <a:custGeom>
                  <a:avLst/>
                  <a:gdLst>
                    <a:gd name="connsiteX0" fmla="*/ 0 w 5060"/>
                    <a:gd name="connsiteY0" fmla="*/ 0 h 151"/>
                    <a:gd name="connsiteX1" fmla="*/ 0 w 5060"/>
                    <a:gd name="connsiteY1" fmla="*/ 0 h 151"/>
                    <a:gd name="connsiteX2" fmla="*/ 0 w 5060"/>
                    <a:gd name="connsiteY2" fmla="*/ 152 h 151"/>
                    <a:gd name="connsiteX3" fmla="*/ 0 w 5060"/>
                    <a:gd name="connsiteY3" fmla="*/ 0 h 151"/>
                  </a:gdLst>
                  <a:ahLst/>
                  <a:cxnLst>
                    <a:cxn ang="0">
                      <a:pos x="connsiteX0" y="connsiteY0"/>
                    </a:cxn>
                    <a:cxn ang="0">
                      <a:pos x="connsiteX1" y="connsiteY1"/>
                    </a:cxn>
                    <a:cxn ang="0">
                      <a:pos x="connsiteX2" y="connsiteY2"/>
                    </a:cxn>
                    <a:cxn ang="0">
                      <a:pos x="connsiteX3" y="connsiteY3"/>
                    </a:cxn>
                  </a:cxnLst>
                  <a:rect l="l" t="t" r="r" b="b"/>
                  <a:pathLst>
                    <a:path w="5060" h="151">
                      <a:moveTo>
                        <a:pt x="0" y="0"/>
                      </a:moveTo>
                      <a:cubicBezTo>
                        <a:pt x="0" y="0"/>
                        <a:pt x="0" y="0"/>
                        <a:pt x="0" y="0"/>
                      </a:cubicBezTo>
                      <a:cubicBezTo>
                        <a:pt x="0" y="51"/>
                        <a:pt x="0" y="101"/>
                        <a:pt x="0" y="152"/>
                      </a:cubicBezTo>
                      <a:cubicBezTo>
                        <a:pt x="0" y="152"/>
                        <a:pt x="0" y="51"/>
                        <a:pt x="0" y="0"/>
                      </a:cubicBezTo>
                      <a:close/>
                    </a:path>
                  </a:pathLst>
                </a:custGeom>
                <a:grpFill/>
                <a:ln w="0" cap="flat">
                  <a:noFill/>
                  <a:prstDash val="solid"/>
                  <a:miter/>
                </a:ln>
              </p:spPr>
              <p:txBody>
                <a:bodyPr rtlCol="0" anchor="ctr"/>
                <a:lstStyle/>
                <a:p>
                  <a:endParaRPr lang="en-US"/>
                </a:p>
              </p:txBody>
            </p:sp>
          </p:grpSp>
          <p:grpSp>
            <p:nvGrpSpPr>
              <p:cNvPr id="18" name="Graphic 8">
                <a:extLst>
                  <a:ext uri="{FF2B5EF4-FFF2-40B4-BE49-F238E27FC236}">
                    <a16:creationId xmlns:a16="http://schemas.microsoft.com/office/drawing/2014/main" id="{ABE1F10C-97F1-66C9-4270-8365A934E4A1}"/>
                  </a:ext>
                </a:extLst>
              </p:cNvPr>
              <p:cNvGrpSpPr/>
              <p:nvPr/>
            </p:nvGrpSpPr>
            <p:grpSpPr>
              <a:xfrm>
                <a:off x="684661" y="2427986"/>
                <a:ext cx="896486" cy="379270"/>
                <a:chOff x="684661" y="2427986"/>
                <a:chExt cx="896486" cy="379270"/>
              </a:xfrm>
              <a:grpFill/>
            </p:grpSpPr>
            <p:sp>
              <p:nvSpPr>
                <p:cNvPr id="19" name="Freeform: Shape 18">
                  <a:extLst>
                    <a:ext uri="{FF2B5EF4-FFF2-40B4-BE49-F238E27FC236}">
                      <a16:creationId xmlns:a16="http://schemas.microsoft.com/office/drawing/2014/main" id="{B6592BA9-29CC-BF5B-B651-E2CCE6B95AD2}"/>
                    </a:ext>
                  </a:extLst>
                </p:cNvPr>
                <p:cNvSpPr/>
                <p:nvPr/>
              </p:nvSpPr>
              <p:spPr>
                <a:xfrm>
                  <a:off x="684712"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3F8E3F0-6E5F-88D6-DBEB-2031E235BEA7}"/>
                    </a:ext>
                  </a:extLst>
                </p:cNvPr>
                <p:cNvSpPr/>
                <p:nvPr/>
              </p:nvSpPr>
              <p:spPr>
                <a:xfrm>
                  <a:off x="766739" y="2427986"/>
                  <a:ext cx="111934" cy="94425"/>
                </a:xfrm>
                <a:custGeom>
                  <a:avLst/>
                  <a:gdLst>
                    <a:gd name="connsiteX0" fmla="*/ 36788 w 111934"/>
                    <a:gd name="connsiteY0" fmla="*/ 94426 h 94425"/>
                    <a:gd name="connsiteX1" fmla="*/ 55967 w 111934"/>
                    <a:gd name="connsiteY1" fmla="*/ 37952 h 94425"/>
                    <a:gd name="connsiteX2" fmla="*/ 75146 w 111934"/>
                    <a:gd name="connsiteY2" fmla="*/ 94426 h 94425"/>
                    <a:gd name="connsiteX3" fmla="*/ 111934 w 111934"/>
                    <a:gd name="connsiteY3" fmla="*/ 94426 h 94425"/>
                    <a:gd name="connsiteX4" fmla="*/ 75905 w 111934"/>
                    <a:gd name="connsiteY4" fmla="*/ 0 h 94425"/>
                    <a:gd name="connsiteX5" fmla="*/ 36080 w 111934"/>
                    <a:gd name="connsiteY5" fmla="*/ 0 h 94425"/>
                    <a:gd name="connsiteX6" fmla="*/ 0 w 111934"/>
                    <a:gd name="connsiteY6" fmla="*/ 94426 h 94425"/>
                    <a:gd name="connsiteX7" fmla="*/ 36788 w 11193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30E43E72-11FC-E85B-0ECE-E4F5DB48317F}"/>
                    </a:ext>
                  </a:extLst>
                </p:cNvPr>
                <p:cNvSpPr/>
                <p:nvPr/>
              </p:nvSpPr>
              <p:spPr>
                <a:xfrm>
                  <a:off x="869666"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F61C5303-80CC-79C7-9D5D-F413490EAFFC}"/>
                    </a:ext>
                  </a:extLst>
                </p:cNvPr>
                <p:cNvSpPr/>
                <p:nvPr/>
              </p:nvSpPr>
              <p:spPr>
                <a:xfrm>
                  <a:off x="951694" y="2427986"/>
                  <a:ext cx="111984" cy="94425"/>
                </a:xfrm>
                <a:custGeom>
                  <a:avLst/>
                  <a:gdLst>
                    <a:gd name="connsiteX0" fmla="*/ 36788 w 111984"/>
                    <a:gd name="connsiteY0" fmla="*/ 94426 h 94425"/>
                    <a:gd name="connsiteX1" fmla="*/ 55967 w 111984"/>
                    <a:gd name="connsiteY1" fmla="*/ 37952 h 94425"/>
                    <a:gd name="connsiteX2" fmla="*/ 75146 w 111984"/>
                    <a:gd name="connsiteY2" fmla="*/ 94426 h 94425"/>
                    <a:gd name="connsiteX3" fmla="*/ 111985 w 111984"/>
                    <a:gd name="connsiteY3" fmla="*/ 94426 h 94425"/>
                    <a:gd name="connsiteX4" fmla="*/ 75905 w 111984"/>
                    <a:gd name="connsiteY4" fmla="*/ 0 h 94425"/>
                    <a:gd name="connsiteX5" fmla="*/ 36080 w 111984"/>
                    <a:gd name="connsiteY5" fmla="*/ 0 h 94425"/>
                    <a:gd name="connsiteX6" fmla="*/ 0 w 111984"/>
                    <a:gd name="connsiteY6" fmla="*/ 94426 h 94425"/>
                    <a:gd name="connsiteX7" fmla="*/ 36788 w 11198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A1CCE335-BE9B-C2DB-04D1-A9CDB7D22E11}"/>
                    </a:ext>
                  </a:extLst>
                </p:cNvPr>
                <p:cNvSpPr/>
                <p:nvPr/>
              </p:nvSpPr>
              <p:spPr>
                <a:xfrm>
                  <a:off x="1334356" y="2569675"/>
                  <a:ext cx="74842" cy="94476"/>
                </a:xfrm>
                <a:custGeom>
                  <a:avLst/>
                  <a:gdLst>
                    <a:gd name="connsiteX0" fmla="*/ 15434 w 74842"/>
                    <a:gd name="connsiteY0" fmla="*/ 20292 h 94476"/>
                    <a:gd name="connsiteX1" fmla="*/ 32335 w 74842"/>
                    <a:gd name="connsiteY1" fmla="*/ 52880 h 94476"/>
                    <a:gd name="connsiteX2" fmla="*/ 56979 w 74842"/>
                    <a:gd name="connsiteY2" fmla="*/ 94426 h 94476"/>
                    <a:gd name="connsiteX3" fmla="*/ 74842 w 74842"/>
                    <a:gd name="connsiteY3" fmla="*/ 94426 h 94476"/>
                    <a:gd name="connsiteX4" fmla="*/ 74842 w 74842"/>
                    <a:gd name="connsiteY4" fmla="*/ 0 h 94476"/>
                    <a:gd name="connsiteX5" fmla="*/ 58902 w 74842"/>
                    <a:gd name="connsiteY5" fmla="*/ 0 h 94476"/>
                    <a:gd name="connsiteX6" fmla="*/ 58902 w 74842"/>
                    <a:gd name="connsiteY6" fmla="*/ 32943 h 94476"/>
                    <a:gd name="connsiteX7" fmla="*/ 60420 w 74842"/>
                    <a:gd name="connsiteY7" fmla="*/ 72110 h 94476"/>
                    <a:gd name="connsiteX8" fmla="*/ 60117 w 74842"/>
                    <a:gd name="connsiteY8" fmla="*/ 72211 h 94476"/>
                    <a:gd name="connsiteX9" fmla="*/ 44075 w 74842"/>
                    <a:gd name="connsiteY9" fmla="*/ 40584 h 94476"/>
                    <a:gd name="connsiteX10" fmla="*/ 19685 w 74842"/>
                    <a:gd name="connsiteY10" fmla="*/ 51 h 94476"/>
                    <a:gd name="connsiteX11" fmla="*/ 0 w 74842"/>
                    <a:gd name="connsiteY11" fmla="*/ 51 h 94476"/>
                    <a:gd name="connsiteX12" fmla="*/ 0 w 74842"/>
                    <a:gd name="connsiteY12" fmla="*/ 94476 h 94476"/>
                    <a:gd name="connsiteX13" fmla="*/ 15940 w 74842"/>
                    <a:gd name="connsiteY13" fmla="*/ 94476 h 94476"/>
                    <a:gd name="connsiteX14" fmla="*/ 15940 w 74842"/>
                    <a:gd name="connsiteY14" fmla="*/ 60673 h 94476"/>
                    <a:gd name="connsiteX15" fmla="*/ 15029 w 74842"/>
                    <a:gd name="connsiteY15" fmla="*/ 20444 h 94476"/>
                    <a:gd name="connsiteX16" fmla="*/ 15485 w 74842"/>
                    <a:gd name="connsiteY16" fmla="*/ 20342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grpFill/>
                <a:ln w="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5D163E49-74C3-3135-4C49-25ADF887EFE6}"/>
                    </a:ext>
                  </a:extLst>
                </p:cNvPr>
                <p:cNvSpPr/>
                <p:nvPr/>
              </p:nvSpPr>
              <p:spPr>
                <a:xfrm>
                  <a:off x="1238412" y="2569624"/>
                  <a:ext cx="82837" cy="94425"/>
                </a:xfrm>
                <a:custGeom>
                  <a:avLst/>
                  <a:gdLst>
                    <a:gd name="connsiteX0" fmla="*/ 25858 w 82837"/>
                    <a:gd name="connsiteY0" fmla="*/ 67758 h 94425"/>
                    <a:gd name="connsiteX1" fmla="*/ 55815 w 82837"/>
                    <a:gd name="connsiteY1" fmla="*/ 67758 h 94425"/>
                    <a:gd name="connsiteX2" fmla="*/ 64367 w 82837"/>
                    <a:gd name="connsiteY2" fmla="*/ 94426 h 94425"/>
                    <a:gd name="connsiteX3" fmla="*/ 82838 w 82837"/>
                    <a:gd name="connsiteY3" fmla="*/ 94426 h 94425"/>
                    <a:gd name="connsiteX4" fmla="*/ 52172 w 82837"/>
                    <a:gd name="connsiteY4" fmla="*/ 0 h 94425"/>
                    <a:gd name="connsiteX5" fmla="*/ 30261 w 82837"/>
                    <a:gd name="connsiteY5" fmla="*/ 0 h 94425"/>
                    <a:gd name="connsiteX6" fmla="*/ 0 w 82837"/>
                    <a:gd name="connsiteY6" fmla="*/ 94426 h 94425"/>
                    <a:gd name="connsiteX7" fmla="*/ 17812 w 82837"/>
                    <a:gd name="connsiteY7" fmla="*/ 94426 h 94425"/>
                    <a:gd name="connsiteX8" fmla="*/ 25858 w 82837"/>
                    <a:gd name="connsiteY8" fmla="*/ 67758 h 94425"/>
                    <a:gd name="connsiteX9" fmla="*/ 35979 w 82837"/>
                    <a:gd name="connsiteY9" fmla="*/ 31374 h 94425"/>
                    <a:gd name="connsiteX10" fmla="*/ 40432 w 82837"/>
                    <a:gd name="connsiteY10" fmla="*/ 13663 h 94425"/>
                    <a:gd name="connsiteX11" fmla="*/ 40736 w 82837"/>
                    <a:gd name="connsiteY11" fmla="*/ 13663 h 94425"/>
                    <a:gd name="connsiteX12" fmla="*/ 45492 w 82837"/>
                    <a:gd name="connsiteY12" fmla="*/ 31425 h 94425"/>
                    <a:gd name="connsiteX13" fmla="*/ 52931 w 82837"/>
                    <a:gd name="connsiteY13" fmla="*/ 54702 h 94425"/>
                    <a:gd name="connsiteX14" fmla="*/ 28641 w 82837"/>
                    <a:gd name="connsiteY14" fmla="*/ 54702 h 94425"/>
                    <a:gd name="connsiteX15" fmla="*/ 35928 w 82837"/>
                    <a:gd name="connsiteY15" fmla="*/ 31374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grpFill/>
                <a:ln w="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884620B5-7439-9E11-0F3C-D38EF0B85259}"/>
                    </a:ext>
                  </a:extLst>
                </p:cNvPr>
                <p:cNvSpPr/>
                <p:nvPr/>
              </p:nvSpPr>
              <p:spPr>
                <a:xfrm>
                  <a:off x="956906" y="2568157"/>
                  <a:ext cx="61280" cy="97411"/>
                </a:xfrm>
                <a:custGeom>
                  <a:avLst/>
                  <a:gdLst>
                    <a:gd name="connsiteX0" fmla="*/ 26617 w 61280"/>
                    <a:gd name="connsiteY0" fmla="*/ 83141 h 97411"/>
                    <a:gd name="connsiteX1" fmla="*/ 3846 w 61280"/>
                    <a:gd name="connsiteY1" fmla="*/ 77119 h 97411"/>
                    <a:gd name="connsiteX2" fmla="*/ 0 w 61280"/>
                    <a:gd name="connsiteY2" fmla="*/ 91389 h 97411"/>
                    <a:gd name="connsiteX3" fmla="*/ 25504 w 61280"/>
                    <a:gd name="connsiteY3" fmla="*/ 97411 h 97411"/>
                    <a:gd name="connsiteX4" fmla="*/ 61280 w 61280"/>
                    <a:gd name="connsiteY4" fmla="*/ 69023 h 97411"/>
                    <a:gd name="connsiteX5" fmla="*/ 37042 w 61280"/>
                    <a:gd name="connsiteY5" fmla="*/ 40938 h 97411"/>
                    <a:gd name="connsiteX6" fmla="*/ 18976 w 61280"/>
                    <a:gd name="connsiteY6" fmla="*/ 25453 h 97411"/>
                    <a:gd name="connsiteX7" fmla="*/ 34562 w 61280"/>
                    <a:gd name="connsiteY7" fmla="*/ 14068 h 97411"/>
                    <a:gd name="connsiteX8" fmla="*/ 53386 w 61280"/>
                    <a:gd name="connsiteY8" fmla="*/ 18571 h 97411"/>
                    <a:gd name="connsiteX9" fmla="*/ 57536 w 61280"/>
                    <a:gd name="connsiteY9" fmla="*/ 4655 h 97411"/>
                    <a:gd name="connsiteX10" fmla="*/ 34916 w 61280"/>
                    <a:gd name="connsiteY10" fmla="*/ 0 h 97411"/>
                    <a:gd name="connsiteX11" fmla="*/ 1569 w 61280"/>
                    <a:gd name="connsiteY11" fmla="*/ 27123 h 97411"/>
                    <a:gd name="connsiteX12" fmla="*/ 27123 w 61280"/>
                    <a:gd name="connsiteY12" fmla="*/ 54550 h 97411"/>
                    <a:gd name="connsiteX13" fmla="*/ 43822 w 61280"/>
                    <a:gd name="connsiteY13" fmla="*/ 70237 h 97411"/>
                    <a:gd name="connsiteX14" fmla="*/ 26668 w 61280"/>
                    <a:gd name="connsiteY14" fmla="*/ 83141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grpFill/>
                <a:ln w="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54DAAC7A-B43C-46E5-6860-3790382C5837}"/>
                    </a:ext>
                  </a:extLst>
                </p:cNvPr>
                <p:cNvSpPr/>
                <p:nvPr/>
              </p:nvSpPr>
              <p:spPr>
                <a:xfrm>
                  <a:off x="684661"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3B9A379-7EA4-B272-3051-086C1705C02D}"/>
                    </a:ext>
                  </a:extLst>
                </p:cNvPr>
                <p:cNvSpPr/>
                <p:nvPr/>
              </p:nvSpPr>
              <p:spPr>
                <a:xfrm>
                  <a:off x="1173286" y="2569675"/>
                  <a:ext cx="71350" cy="94425"/>
                </a:xfrm>
                <a:custGeom>
                  <a:avLst/>
                  <a:gdLst>
                    <a:gd name="connsiteX0" fmla="*/ 44177 w 71350"/>
                    <a:gd name="connsiteY0" fmla="*/ 94426 h 94425"/>
                    <a:gd name="connsiteX1" fmla="*/ 44177 w 71350"/>
                    <a:gd name="connsiteY1" fmla="*/ 14473 h 94425"/>
                    <a:gd name="connsiteX2" fmla="*/ 71351 w 71350"/>
                    <a:gd name="connsiteY2" fmla="*/ 14473 h 94425"/>
                    <a:gd name="connsiteX3" fmla="*/ 71351 w 71350"/>
                    <a:gd name="connsiteY3" fmla="*/ 0 h 94425"/>
                    <a:gd name="connsiteX4" fmla="*/ 0 w 71350"/>
                    <a:gd name="connsiteY4" fmla="*/ 0 h 94425"/>
                    <a:gd name="connsiteX5" fmla="*/ 0 w 71350"/>
                    <a:gd name="connsiteY5" fmla="*/ 14473 h 94425"/>
                    <a:gd name="connsiteX6" fmla="*/ 26921 w 71350"/>
                    <a:gd name="connsiteY6" fmla="*/ 14473 h 94425"/>
                    <a:gd name="connsiteX7" fmla="*/ 26921 w 71350"/>
                    <a:gd name="connsiteY7" fmla="*/ 94426 h 94425"/>
                    <a:gd name="connsiteX8" fmla="*/ 44177 w 71350"/>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grpFill/>
                <a:ln w="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A173BD-B35F-F550-434E-A21A928F8238}"/>
                    </a:ext>
                  </a:extLst>
                </p:cNvPr>
                <p:cNvSpPr/>
                <p:nvPr/>
              </p:nvSpPr>
              <p:spPr>
                <a:xfrm>
                  <a:off x="1502763" y="2569675"/>
                  <a:ext cx="78384" cy="94476"/>
                </a:xfrm>
                <a:custGeom>
                  <a:avLst/>
                  <a:gdLst>
                    <a:gd name="connsiteX0" fmla="*/ 58953 w 78384"/>
                    <a:gd name="connsiteY0" fmla="*/ 0 h 94476"/>
                    <a:gd name="connsiteX1" fmla="*/ 47618 w 78384"/>
                    <a:gd name="connsiteY1" fmla="*/ 24188 h 94476"/>
                    <a:gd name="connsiteX2" fmla="*/ 39470 w 78384"/>
                    <a:gd name="connsiteY2" fmla="*/ 42962 h 94476"/>
                    <a:gd name="connsiteX3" fmla="*/ 39167 w 78384"/>
                    <a:gd name="connsiteY3" fmla="*/ 42962 h 94476"/>
                    <a:gd name="connsiteX4" fmla="*/ 30918 w 78384"/>
                    <a:gd name="connsiteY4" fmla="*/ 24239 h 94476"/>
                    <a:gd name="connsiteX5" fmla="*/ 19685 w 78384"/>
                    <a:gd name="connsiteY5" fmla="*/ 0 h 94476"/>
                    <a:gd name="connsiteX6" fmla="*/ 0 w 78384"/>
                    <a:gd name="connsiteY6" fmla="*/ 0 h 94476"/>
                    <a:gd name="connsiteX7" fmla="*/ 29805 w 78384"/>
                    <a:gd name="connsiteY7" fmla="*/ 55157 h 94476"/>
                    <a:gd name="connsiteX8" fmla="*/ 29805 w 78384"/>
                    <a:gd name="connsiteY8" fmla="*/ 94476 h 94476"/>
                    <a:gd name="connsiteX9" fmla="*/ 47061 w 78384"/>
                    <a:gd name="connsiteY9" fmla="*/ 94476 h 94476"/>
                    <a:gd name="connsiteX10" fmla="*/ 47061 w 78384"/>
                    <a:gd name="connsiteY10" fmla="*/ 54702 h 94476"/>
                    <a:gd name="connsiteX11" fmla="*/ 78384 w 78384"/>
                    <a:gd name="connsiteY11" fmla="*/ 51 h 94476"/>
                    <a:gd name="connsiteX12" fmla="*/ 58953 w 78384"/>
                    <a:gd name="connsiteY12"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grpFill/>
                <a:ln w="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44C8347-BB78-5DD5-537A-B4C6D847A549}"/>
                    </a:ext>
                  </a:extLst>
                </p:cNvPr>
                <p:cNvSpPr/>
                <p:nvPr/>
              </p:nvSpPr>
              <p:spPr>
                <a:xfrm>
                  <a:off x="763045" y="2568106"/>
                  <a:ext cx="88656" cy="97562"/>
                </a:xfrm>
                <a:custGeom>
                  <a:avLst/>
                  <a:gdLst>
                    <a:gd name="connsiteX0" fmla="*/ 44936 w 88656"/>
                    <a:gd name="connsiteY0" fmla="*/ 0 h 97562"/>
                    <a:gd name="connsiteX1" fmla="*/ 0 w 88656"/>
                    <a:gd name="connsiteY1" fmla="*/ 49490 h 97562"/>
                    <a:gd name="connsiteX2" fmla="*/ 43519 w 88656"/>
                    <a:gd name="connsiteY2" fmla="*/ 97563 h 97562"/>
                    <a:gd name="connsiteX3" fmla="*/ 43671 w 88656"/>
                    <a:gd name="connsiteY3" fmla="*/ 97563 h 97562"/>
                    <a:gd name="connsiteX4" fmla="*/ 88657 w 88656"/>
                    <a:gd name="connsiteY4" fmla="*/ 47820 h 97562"/>
                    <a:gd name="connsiteX5" fmla="*/ 44936 w 88656"/>
                    <a:gd name="connsiteY5" fmla="*/ 0 h 97562"/>
                    <a:gd name="connsiteX6" fmla="*/ 44278 w 88656"/>
                    <a:gd name="connsiteY6" fmla="*/ 83748 h 97562"/>
                    <a:gd name="connsiteX7" fmla="*/ 44126 w 88656"/>
                    <a:gd name="connsiteY7" fmla="*/ 83748 h 97562"/>
                    <a:gd name="connsiteX8" fmla="*/ 18065 w 88656"/>
                    <a:gd name="connsiteY8" fmla="*/ 49085 h 97562"/>
                    <a:gd name="connsiteX9" fmla="*/ 44278 w 88656"/>
                    <a:gd name="connsiteY9" fmla="*/ 13815 h 97562"/>
                    <a:gd name="connsiteX10" fmla="*/ 70288 w 88656"/>
                    <a:gd name="connsiteY10" fmla="*/ 48478 h 97562"/>
                    <a:gd name="connsiteX11" fmla="*/ 44227 w 88656"/>
                    <a:gd name="connsiteY11" fmla="*/ 83748 h 97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grpFill/>
                <a:ln w="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BCDB9967-7651-FD33-40ED-5B17BCC9256E}"/>
                    </a:ext>
                  </a:extLst>
                </p:cNvPr>
                <p:cNvSpPr/>
                <p:nvPr/>
              </p:nvSpPr>
              <p:spPr>
                <a:xfrm>
                  <a:off x="1423923"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5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E1B1D7FF-D2A0-B5CF-4D2D-F9D9E471DE84}"/>
                    </a:ext>
                  </a:extLst>
                </p:cNvPr>
                <p:cNvSpPr/>
                <p:nvPr/>
              </p:nvSpPr>
              <p:spPr>
                <a:xfrm>
                  <a:off x="1126832" y="2569675"/>
                  <a:ext cx="56017" cy="94425"/>
                </a:xfrm>
                <a:custGeom>
                  <a:avLst/>
                  <a:gdLst>
                    <a:gd name="connsiteX0" fmla="*/ 17205 w 56017"/>
                    <a:gd name="connsiteY0" fmla="*/ 0 h 94425"/>
                    <a:gd name="connsiteX1" fmla="*/ 0 w 56017"/>
                    <a:gd name="connsiteY1" fmla="*/ 0 h 94425"/>
                    <a:gd name="connsiteX2" fmla="*/ 0 w 56017"/>
                    <a:gd name="connsiteY2" fmla="*/ 94426 h 94425"/>
                    <a:gd name="connsiteX3" fmla="*/ 56018 w 56017"/>
                    <a:gd name="connsiteY3" fmla="*/ 94426 h 94425"/>
                    <a:gd name="connsiteX4" fmla="*/ 56018 w 56017"/>
                    <a:gd name="connsiteY4" fmla="*/ 79953 h 94425"/>
                    <a:gd name="connsiteX5" fmla="*/ 17205 w 56017"/>
                    <a:gd name="connsiteY5" fmla="*/ 79953 h 94425"/>
                    <a:gd name="connsiteX6" fmla="*/ 17205 w 56017"/>
                    <a:gd name="connsiteY6" fmla="*/ 0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17" h="94425">
                      <a:moveTo>
                        <a:pt x="17205" y="0"/>
                      </a:moveTo>
                      <a:lnTo>
                        <a:pt x="0" y="0"/>
                      </a:lnTo>
                      <a:lnTo>
                        <a:pt x="0" y="94426"/>
                      </a:lnTo>
                      <a:lnTo>
                        <a:pt x="56018" y="94426"/>
                      </a:lnTo>
                      <a:lnTo>
                        <a:pt x="56018" y="79953"/>
                      </a:lnTo>
                      <a:lnTo>
                        <a:pt x="17205" y="79953"/>
                      </a:lnTo>
                      <a:lnTo>
                        <a:pt x="17205" y="0"/>
                      </a:lnTo>
                      <a:close/>
                    </a:path>
                  </a:pathLst>
                </a:custGeom>
                <a:grpFill/>
                <a:ln w="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BFD47FD3-8C41-AB29-4014-B2CF56A5F8AC}"/>
                    </a:ext>
                  </a:extLst>
                </p:cNvPr>
                <p:cNvSpPr/>
                <p:nvPr/>
              </p:nvSpPr>
              <p:spPr>
                <a:xfrm>
                  <a:off x="1033469" y="2569675"/>
                  <a:ext cx="73728" cy="95994"/>
                </a:xfrm>
                <a:custGeom>
                  <a:avLst/>
                  <a:gdLst>
                    <a:gd name="connsiteX0" fmla="*/ 73729 w 73728"/>
                    <a:gd name="connsiteY0" fmla="*/ 53943 h 95994"/>
                    <a:gd name="connsiteX1" fmla="*/ 73729 w 73728"/>
                    <a:gd name="connsiteY1" fmla="*/ 0 h 95994"/>
                    <a:gd name="connsiteX2" fmla="*/ 56473 w 73728"/>
                    <a:gd name="connsiteY2" fmla="*/ 0 h 95994"/>
                    <a:gd name="connsiteX3" fmla="*/ 56473 w 73728"/>
                    <a:gd name="connsiteY3" fmla="*/ 55056 h 95994"/>
                    <a:gd name="connsiteX4" fmla="*/ 36586 w 73728"/>
                    <a:gd name="connsiteY4" fmla="*/ 82078 h 95994"/>
                    <a:gd name="connsiteX5" fmla="*/ 17256 w 73728"/>
                    <a:gd name="connsiteY5" fmla="*/ 55056 h 95994"/>
                    <a:gd name="connsiteX6" fmla="*/ 17256 w 73728"/>
                    <a:gd name="connsiteY6" fmla="*/ 0 h 95994"/>
                    <a:gd name="connsiteX7" fmla="*/ 0 w 73728"/>
                    <a:gd name="connsiteY7" fmla="*/ 0 h 95994"/>
                    <a:gd name="connsiteX8" fmla="*/ 0 w 73728"/>
                    <a:gd name="connsiteY8" fmla="*/ 54044 h 95994"/>
                    <a:gd name="connsiteX9" fmla="*/ 35928 w 73728"/>
                    <a:gd name="connsiteY9" fmla="*/ 95994 h 95994"/>
                    <a:gd name="connsiteX10" fmla="*/ 73678 w 73728"/>
                    <a:gd name="connsiteY10" fmla="*/ 53943 h 95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grpFill/>
                <a:ln w="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2181DEC8-92DE-0E8D-18A5-D0C37057E3FB}"/>
                    </a:ext>
                  </a:extLst>
                </p:cNvPr>
                <p:cNvSpPr/>
                <p:nvPr/>
              </p:nvSpPr>
              <p:spPr>
                <a:xfrm>
                  <a:off x="866428" y="2569675"/>
                  <a:ext cx="74892" cy="94476"/>
                </a:xfrm>
                <a:custGeom>
                  <a:avLst/>
                  <a:gdLst>
                    <a:gd name="connsiteX0" fmla="*/ 74842 w 74892"/>
                    <a:gd name="connsiteY0" fmla="*/ 0 h 94476"/>
                    <a:gd name="connsiteX1" fmla="*/ 58902 w 74892"/>
                    <a:gd name="connsiteY1" fmla="*/ 0 h 94476"/>
                    <a:gd name="connsiteX2" fmla="*/ 58902 w 74892"/>
                    <a:gd name="connsiteY2" fmla="*/ 32943 h 94476"/>
                    <a:gd name="connsiteX3" fmla="*/ 60420 w 74892"/>
                    <a:gd name="connsiteY3" fmla="*/ 72110 h 94476"/>
                    <a:gd name="connsiteX4" fmla="*/ 60117 w 74892"/>
                    <a:gd name="connsiteY4" fmla="*/ 72211 h 94476"/>
                    <a:gd name="connsiteX5" fmla="*/ 44075 w 74892"/>
                    <a:gd name="connsiteY5" fmla="*/ 40584 h 94476"/>
                    <a:gd name="connsiteX6" fmla="*/ 19685 w 74892"/>
                    <a:gd name="connsiteY6" fmla="*/ 51 h 94476"/>
                    <a:gd name="connsiteX7" fmla="*/ 0 w 74892"/>
                    <a:gd name="connsiteY7" fmla="*/ 51 h 94476"/>
                    <a:gd name="connsiteX8" fmla="*/ 0 w 74892"/>
                    <a:gd name="connsiteY8" fmla="*/ 94476 h 94476"/>
                    <a:gd name="connsiteX9" fmla="*/ 15940 w 74892"/>
                    <a:gd name="connsiteY9" fmla="*/ 94476 h 94476"/>
                    <a:gd name="connsiteX10" fmla="*/ 15940 w 74892"/>
                    <a:gd name="connsiteY10" fmla="*/ 60673 h 94476"/>
                    <a:gd name="connsiteX11" fmla="*/ 15029 w 74892"/>
                    <a:gd name="connsiteY11" fmla="*/ 20444 h 94476"/>
                    <a:gd name="connsiteX12" fmla="*/ 15485 w 74892"/>
                    <a:gd name="connsiteY12" fmla="*/ 20342 h 94476"/>
                    <a:gd name="connsiteX13" fmla="*/ 32386 w 74892"/>
                    <a:gd name="connsiteY13" fmla="*/ 52931 h 94476"/>
                    <a:gd name="connsiteX14" fmla="*/ 57030 w 74892"/>
                    <a:gd name="connsiteY14" fmla="*/ 94476 h 94476"/>
                    <a:gd name="connsiteX15" fmla="*/ 74893 w 74892"/>
                    <a:gd name="connsiteY15" fmla="*/ 94476 h 94476"/>
                    <a:gd name="connsiteX16" fmla="*/ 74893 w 74892"/>
                    <a:gd name="connsiteY16"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grpFill/>
                <a:ln w="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025F5A4C-C1E9-F793-B211-C75B1785DDE8}"/>
                    </a:ext>
                  </a:extLst>
                </p:cNvPr>
                <p:cNvSpPr/>
                <p:nvPr/>
              </p:nvSpPr>
              <p:spPr>
                <a:xfrm>
                  <a:off x="997743" y="2711313"/>
                  <a:ext cx="17205" cy="94425"/>
                </a:xfrm>
                <a:custGeom>
                  <a:avLst/>
                  <a:gdLst>
                    <a:gd name="connsiteX0" fmla="*/ 0 w 17205"/>
                    <a:gd name="connsiteY0" fmla="*/ 0 h 94425"/>
                    <a:gd name="connsiteX1" fmla="*/ 17205 w 17205"/>
                    <a:gd name="connsiteY1" fmla="*/ 0 h 94425"/>
                    <a:gd name="connsiteX2" fmla="*/ 17205 w 17205"/>
                    <a:gd name="connsiteY2" fmla="*/ 94426 h 94425"/>
                    <a:gd name="connsiteX3" fmla="*/ 0 w 17205"/>
                    <a:gd name="connsiteY3" fmla="*/ 94426 h 94425"/>
                  </a:gdLst>
                  <a:ahLst/>
                  <a:cxnLst>
                    <a:cxn ang="0">
                      <a:pos x="connsiteX0" y="connsiteY0"/>
                    </a:cxn>
                    <a:cxn ang="0">
                      <a:pos x="connsiteX1" y="connsiteY1"/>
                    </a:cxn>
                    <a:cxn ang="0">
                      <a:pos x="connsiteX2" y="connsiteY2"/>
                    </a:cxn>
                    <a:cxn ang="0">
                      <a:pos x="connsiteX3" y="connsiteY3"/>
                    </a:cxn>
                  </a:cxnLst>
                  <a:rect l="l" t="t" r="r" b="b"/>
                  <a:pathLst>
                    <a:path w="17205" h="94425">
                      <a:moveTo>
                        <a:pt x="0" y="0"/>
                      </a:moveTo>
                      <a:lnTo>
                        <a:pt x="17205" y="0"/>
                      </a:lnTo>
                      <a:lnTo>
                        <a:pt x="17205" y="94426"/>
                      </a:lnTo>
                      <a:lnTo>
                        <a:pt x="0" y="94426"/>
                      </a:lnTo>
                      <a:close/>
                    </a:path>
                  </a:pathLst>
                </a:custGeom>
                <a:grpFill/>
                <a:ln w="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F77E86D8-3A6A-6986-BD21-6675587F06FB}"/>
                    </a:ext>
                  </a:extLst>
                </p:cNvPr>
                <p:cNvSpPr/>
                <p:nvPr/>
              </p:nvSpPr>
              <p:spPr>
                <a:xfrm>
                  <a:off x="833536" y="2711262"/>
                  <a:ext cx="66239" cy="94476"/>
                </a:xfrm>
                <a:custGeom>
                  <a:avLst/>
                  <a:gdLst>
                    <a:gd name="connsiteX0" fmla="*/ 45796 w 66239"/>
                    <a:gd name="connsiteY0" fmla="*/ 50198 h 94476"/>
                    <a:gd name="connsiteX1" fmla="*/ 45796 w 66239"/>
                    <a:gd name="connsiteY1" fmla="*/ 49794 h 94476"/>
                    <a:gd name="connsiteX2" fmla="*/ 62799 w 66239"/>
                    <a:gd name="connsiteY2" fmla="*/ 26364 h 94476"/>
                    <a:gd name="connsiteX3" fmla="*/ 54753 w 66239"/>
                    <a:gd name="connsiteY3" fmla="*/ 7540 h 94476"/>
                    <a:gd name="connsiteX4" fmla="*/ 25909 w 66239"/>
                    <a:gd name="connsiteY4" fmla="*/ 0 h 94476"/>
                    <a:gd name="connsiteX5" fmla="*/ 0 w 66239"/>
                    <a:gd name="connsiteY5" fmla="*/ 2024 h 94476"/>
                    <a:gd name="connsiteX6" fmla="*/ 0 w 66239"/>
                    <a:gd name="connsiteY6" fmla="*/ 94476 h 94476"/>
                    <a:gd name="connsiteX7" fmla="*/ 16952 w 66239"/>
                    <a:gd name="connsiteY7" fmla="*/ 94476 h 94476"/>
                    <a:gd name="connsiteX8" fmla="*/ 16952 w 66239"/>
                    <a:gd name="connsiteY8" fmla="*/ 55967 h 94476"/>
                    <a:gd name="connsiteX9" fmla="*/ 25555 w 66239"/>
                    <a:gd name="connsiteY9" fmla="*/ 55967 h 94476"/>
                    <a:gd name="connsiteX10" fmla="*/ 42406 w 66239"/>
                    <a:gd name="connsiteY10" fmla="*/ 72363 h 94476"/>
                    <a:gd name="connsiteX11" fmla="*/ 48680 w 66239"/>
                    <a:gd name="connsiteY11" fmla="*/ 94476 h 94476"/>
                    <a:gd name="connsiteX12" fmla="*/ 66240 w 66239"/>
                    <a:gd name="connsiteY12" fmla="*/ 94476 h 94476"/>
                    <a:gd name="connsiteX13" fmla="*/ 58852 w 66239"/>
                    <a:gd name="connsiteY13" fmla="*/ 68365 h 94476"/>
                    <a:gd name="connsiteX14" fmla="*/ 45796 w 66239"/>
                    <a:gd name="connsiteY14" fmla="*/ 50249 h 94476"/>
                    <a:gd name="connsiteX15" fmla="*/ 27022 w 66239"/>
                    <a:gd name="connsiteY15" fmla="*/ 43367 h 94476"/>
                    <a:gd name="connsiteX16" fmla="*/ 16901 w 66239"/>
                    <a:gd name="connsiteY16" fmla="*/ 43367 h 94476"/>
                    <a:gd name="connsiteX17" fmla="*/ 16901 w 66239"/>
                    <a:gd name="connsiteY17" fmla="*/ 13764 h 94476"/>
                    <a:gd name="connsiteX18" fmla="*/ 27528 w 66239"/>
                    <a:gd name="connsiteY18" fmla="*/ 12904 h 94476"/>
                    <a:gd name="connsiteX19" fmla="*/ 45745 w 66239"/>
                    <a:gd name="connsiteY19" fmla="*/ 27933 h 94476"/>
                    <a:gd name="connsiteX20" fmla="*/ 27022 w 66239"/>
                    <a:gd name="connsiteY20" fmla="*/ 43367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grp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EE2389B6-3FC7-B6A4-A70B-6E8C5195C1F1}"/>
                    </a:ext>
                  </a:extLst>
                </p:cNvPr>
                <p:cNvSpPr/>
                <p:nvPr/>
              </p:nvSpPr>
              <p:spPr>
                <a:xfrm>
                  <a:off x="904835" y="2711313"/>
                  <a:ext cx="82837" cy="94425"/>
                </a:xfrm>
                <a:custGeom>
                  <a:avLst/>
                  <a:gdLst>
                    <a:gd name="connsiteX0" fmla="*/ 50704 w 82837"/>
                    <a:gd name="connsiteY0" fmla="*/ 43215 h 94425"/>
                    <a:gd name="connsiteX1" fmla="*/ 41140 w 82837"/>
                    <a:gd name="connsiteY1" fmla="*/ 77372 h 94425"/>
                    <a:gd name="connsiteX2" fmla="*/ 40837 w 82837"/>
                    <a:gd name="connsiteY2" fmla="*/ 77372 h 94425"/>
                    <a:gd name="connsiteX3" fmla="*/ 31627 w 82837"/>
                    <a:gd name="connsiteY3" fmla="*/ 42962 h 94425"/>
                    <a:gd name="connsiteX4" fmla="*/ 18774 w 82837"/>
                    <a:gd name="connsiteY4" fmla="*/ 0 h 94425"/>
                    <a:gd name="connsiteX5" fmla="*/ 0 w 82837"/>
                    <a:gd name="connsiteY5" fmla="*/ 0 h 94425"/>
                    <a:gd name="connsiteX6" fmla="*/ 30514 w 82837"/>
                    <a:gd name="connsiteY6" fmla="*/ 94426 h 94425"/>
                    <a:gd name="connsiteX7" fmla="*/ 50249 w 82837"/>
                    <a:gd name="connsiteY7" fmla="*/ 94426 h 94425"/>
                    <a:gd name="connsiteX8" fmla="*/ 82837 w 82837"/>
                    <a:gd name="connsiteY8" fmla="*/ 0 h 94425"/>
                    <a:gd name="connsiteX9" fmla="*/ 64519 w 82837"/>
                    <a:gd name="connsiteY9" fmla="*/ 0 h 94425"/>
                    <a:gd name="connsiteX10" fmla="*/ 50755 w 82837"/>
                    <a:gd name="connsiteY10" fmla="*/ 43215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grpFill/>
                <a:ln w="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E8305D0C-D65E-A011-D438-8031F0150AA6}"/>
                    </a:ext>
                  </a:extLst>
                </p:cNvPr>
                <p:cNvSpPr/>
                <p:nvPr/>
              </p:nvSpPr>
              <p:spPr>
                <a:xfrm>
                  <a:off x="1116964" y="2711313"/>
                  <a:ext cx="56979" cy="94425"/>
                </a:xfrm>
                <a:custGeom>
                  <a:avLst/>
                  <a:gdLst>
                    <a:gd name="connsiteX0" fmla="*/ 17205 w 56979"/>
                    <a:gd name="connsiteY0" fmla="*/ 52526 h 94425"/>
                    <a:gd name="connsiteX1" fmla="*/ 52779 w 56979"/>
                    <a:gd name="connsiteY1" fmla="*/ 52526 h 94425"/>
                    <a:gd name="connsiteX2" fmla="*/ 52779 w 56979"/>
                    <a:gd name="connsiteY2" fmla="*/ 38458 h 94425"/>
                    <a:gd name="connsiteX3" fmla="*/ 17205 w 56979"/>
                    <a:gd name="connsiteY3" fmla="*/ 38458 h 94425"/>
                    <a:gd name="connsiteX4" fmla="*/ 17205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05 w 56979"/>
                    <a:gd name="connsiteY11" fmla="*/ 80257 h 94425"/>
                    <a:gd name="connsiteX12" fmla="*/ 17205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grpFill/>
                <a:ln w="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29F9E58C-3C1A-3AA4-F7A7-BD5F44A4DA1F}"/>
                    </a:ext>
                  </a:extLst>
                </p:cNvPr>
                <p:cNvSpPr/>
                <p:nvPr/>
              </p:nvSpPr>
              <p:spPr>
                <a:xfrm>
                  <a:off x="1029724" y="2709846"/>
                  <a:ext cx="73374" cy="97411"/>
                </a:xfrm>
                <a:custGeom>
                  <a:avLst/>
                  <a:gdLst>
                    <a:gd name="connsiteX0" fmla="*/ 51261 w 73374"/>
                    <a:gd name="connsiteY0" fmla="*/ 14219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19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grpFill/>
                <a:ln w="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23EFE9CA-11E3-EADA-441F-24B2B6E38AEF}"/>
                    </a:ext>
                  </a:extLst>
                </p:cNvPr>
                <p:cNvSpPr/>
                <p:nvPr/>
              </p:nvSpPr>
              <p:spPr>
                <a:xfrm>
                  <a:off x="684712"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C02EADE3-B10D-BE63-D2EB-D7E810DC357C}"/>
                    </a:ext>
                  </a:extLst>
                </p:cNvPr>
                <p:cNvSpPr/>
                <p:nvPr/>
              </p:nvSpPr>
              <p:spPr>
                <a:xfrm>
                  <a:off x="761426" y="2711313"/>
                  <a:ext cx="56979" cy="94425"/>
                </a:xfrm>
                <a:custGeom>
                  <a:avLst/>
                  <a:gdLst>
                    <a:gd name="connsiteX0" fmla="*/ 17256 w 56979"/>
                    <a:gd name="connsiteY0" fmla="*/ 52526 h 94425"/>
                    <a:gd name="connsiteX1" fmla="*/ 52779 w 56979"/>
                    <a:gd name="connsiteY1" fmla="*/ 52526 h 94425"/>
                    <a:gd name="connsiteX2" fmla="*/ 52779 w 56979"/>
                    <a:gd name="connsiteY2" fmla="*/ 38458 h 94425"/>
                    <a:gd name="connsiteX3" fmla="*/ 17256 w 56979"/>
                    <a:gd name="connsiteY3" fmla="*/ 38458 h 94425"/>
                    <a:gd name="connsiteX4" fmla="*/ 17256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56 w 56979"/>
                    <a:gd name="connsiteY11" fmla="*/ 80257 h 94425"/>
                    <a:gd name="connsiteX12" fmla="*/ 17256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grpFill/>
                <a:ln w="0"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D1D7AF11-ABA2-8706-4F81-AA276C806566}"/>
                    </a:ext>
                  </a:extLst>
                </p:cNvPr>
                <p:cNvSpPr/>
                <p:nvPr/>
              </p:nvSpPr>
              <p:spPr>
                <a:xfrm>
                  <a:off x="1184874"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grpSp>
        </p:grpSp>
        <p:grpSp>
          <p:nvGrpSpPr>
            <p:cNvPr id="9" name="Graphic 8">
              <a:extLst>
                <a:ext uri="{FF2B5EF4-FFF2-40B4-BE49-F238E27FC236}">
                  <a16:creationId xmlns:a16="http://schemas.microsoft.com/office/drawing/2014/main" id="{94FF046B-9556-054B-BA86-D7F768A06322}"/>
                </a:ext>
              </a:extLst>
            </p:cNvPr>
            <p:cNvGrpSpPr/>
            <p:nvPr/>
          </p:nvGrpSpPr>
          <p:grpSpPr>
            <a:xfrm>
              <a:off x="8352719" y="159185"/>
              <a:ext cx="509877" cy="453727"/>
              <a:chOff x="8599610" y="2333965"/>
              <a:chExt cx="542618" cy="474759"/>
            </a:xfrm>
            <a:grpFill/>
          </p:grpSpPr>
          <p:sp>
            <p:nvSpPr>
              <p:cNvPr id="10" name="Freeform: Shape 9">
                <a:extLst>
                  <a:ext uri="{FF2B5EF4-FFF2-40B4-BE49-F238E27FC236}">
                    <a16:creationId xmlns:a16="http://schemas.microsoft.com/office/drawing/2014/main" id="{0DE61E86-8661-D2D4-5FEC-59588A6BEB9B}"/>
                  </a:ext>
                </a:extLst>
              </p:cNvPr>
              <p:cNvSpPr/>
              <p:nvPr/>
            </p:nvSpPr>
            <p:spPr>
              <a:xfrm>
                <a:off x="859961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160 w 130657"/>
                  <a:gd name="connsiteY3" fmla="*/ 39723 h 135211"/>
                  <a:gd name="connsiteX4" fmla="*/ 93160 w 130657"/>
                  <a:gd name="connsiteY4" fmla="*/ 135212 h 135211"/>
                  <a:gd name="connsiteX5" fmla="*/ 38711 w 130657"/>
                  <a:gd name="connsiteY5" fmla="*/ 135212 h 135211"/>
                  <a:gd name="connsiteX6" fmla="*/ 38711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grpFill/>
              <a:ln w="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1E68537-AABB-D39B-9699-34F3CFEFEDCF}"/>
                  </a:ext>
                </a:extLst>
              </p:cNvPr>
              <p:cNvSpPr/>
              <p:nvPr/>
            </p:nvSpPr>
            <p:spPr>
              <a:xfrm>
                <a:off x="8716605" y="2673513"/>
                <a:ext cx="160563" cy="135211"/>
              </a:xfrm>
              <a:custGeom>
                <a:avLst/>
                <a:gdLst>
                  <a:gd name="connsiteX0" fmla="*/ 79801 w 160563"/>
                  <a:gd name="connsiteY0" fmla="*/ 54651 h 135211"/>
                  <a:gd name="connsiteX1" fmla="*/ 52324 w 160563"/>
                  <a:gd name="connsiteY1" fmla="*/ 135212 h 135211"/>
                  <a:gd name="connsiteX2" fmla="*/ 0 w 160563"/>
                  <a:gd name="connsiteY2" fmla="*/ 135212 h 135211"/>
                  <a:gd name="connsiteX3" fmla="*/ 51312 w 160563"/>
                  <a:gd name="connsiteY3" fmla="*/ 0 h 135211"/>
                  <a:gd name="connsiteX4" fmla="*/ 108088 w 160563"/>
                  <a:gd name="connsiteY4" fmla="*/ 0 h 135211"/>
                  <a:gd name="connsiteX5" fmla="*/ 160564 w 160563"/>
                  <a:gd name="connsiteY5" fmla="*/ 135212 h 135211"/>
                  <a:gd name="connsiteX6" fmla="*/ 107633 w 160563"/>
                  <a:gd name="connsiteY6" fmla="*/ 135212 h 135211"/>
                  <a:gd name="connsiteX7" fmla="*/ 79801 w 16056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grpFill/>
              <a:ln w="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CB54FBB-A35D-AE5D-AC63-F6D6A51808E8}"/>
                  </a:ext>
                </a:extLst>
              </p:cNvPr>
              <p:cNvSpPr/>
              <p:nvPr/>
            </p:nvSpPr>
            <p:spPr>
              <a:xfrm>
                <a:off x="886467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211 w 130657"/>
                  <a:gd name="connsiteY3" fmla="*/ 39723 h 135211"/>
                  <a:gd name="connsiteX4" fmla="*/ 93211 w 130657"/>
                  <a:gd name="connsiteY4" fmla="*/ 135212 h 135211"/>
                  <a:gd name="connsiteX5" fmla="*/ 38762 w 130657"/>
                  <a:gd name="connsiteY5" fmla="*/ 135212 h 135211"/>
                  <a:gd name="connsiteX6" fmla="*/ 38762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grpFill/>
              <a:ln w="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17376F5F-70C3-3289-6902-5EF85DC967A7}"/>
                  </a:ext>
                </a:extLst>
              </p:cNvPr>
              <p:cNvSpPr/>
              <p:nvPr/>
            </p:nvSpPr>
            <p:spPr>
              <a:xfrm>
                <a:off x="8981715" y="2673513"/>
                <a:ext cx="160513" cy="135211"/>
              </a:xfrm>
              <a:custGeom>
                <a:avLst/>
                <a:gdLst>
                  <a:gd name="connsiteX0" fmla="*/ 79750 w 160513"/>
                  <a:gd name="connsiteY0" fmla="*/ 54651 h 135211"/>
                  <a:gd name="connsiteX1" fmla="*/ 52273 w 160513"/>
                  <a:gd name="connsiteY1" fmla="*/ 135212 h 135211"/>
                  <a:gd name="connsiteX2" fmla="*/ 0 w 160513"/>
                  <a:gd name="connsiteY2" fmla="*/ 135212 h 135211"/>
                  <a:gd name="connsiteX3" fmla="*/ 51261 w 160513"/>
                  <a:gd name="connsiteY3" fmla="*/ 0 h 135211"/>
                  <a:gd name="connsiteX4" fmla="*/ 108038 w 160513"/>
                  <a:gd name="connsiteY4" fmla="*/ 0 h 135211"/>
                  <a:gd name="connsiteX5" fmla="*/ 160513 w 160513"/>
                  <a:gd name="connsiteY5" fmla="*/ 135212 h 135211"/>
                  <a:gd name="connsiteX6" fmla="*/ 107633 w 160513"/>
                  <a:gd name="connsiteY6" fmla="*/ 135212 h 135211"/>
                  <a:gd name="connsiteX7" fmla="*/ 79750 w 16051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grpFill/>
              <a:ln w="0"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E4819B01-8152-11FA-B64D-F94A3D5E8BE8}"/>
                  </a:ext>
                </a:extLst>
              </p:cNvPr>
              <p:cNvSpPr/>
              <p:nvPr/>
            </p:nvSpPr>
            <p:spPr>
              <a:xfrm>
                <a:off x="8678855" y="2333965"/>
                <a:ext cx="384685" cy="271536"/>
              </a:xfrm>
              <a:custGeom>
                <a:avLst/>
                <a:gdLst>
                  <a:gd name="connsiteX0" fmla="*/ 384584 w 384685"/>
                  <a:gd name="connsiteY0" fmla="*/ 91086 h 271536"/>
                  <a:gd name="connsiteX1" fmla="*/ 365305 w 384685"/>
                  <a:gd name="connsiteY1" fmla="*/ 63709 h 271536"/>
                  <a:gd name="connsiteX2" fmla="*/ 292032 w 384685"/>
                  <a:gd name="connsiteY2" fmla="*/ 17104 h 271536"/>
                  <a:gd name="connsiteX3" fmla="*/ 192292 w 384685"/>
                  <a:gd name="connsiteY3" fmla="*/ 0 h 271536"/>
                  <a:gd name="connsiteX4" fmla="*/ 92553 w 384685"/>
                  <a:gd name="connsiteY4" fmla="*/ 17104 h 271536"/>
                  <a:gd name="connsiteX5" fmla="*/ 19280 w 384685"/>
                  <a:gd name="connsiteY5" fmla="*/ 63709 h 271536"/>
                  <a:gd name="connsiteX6" fmla="*/ 0 w 384685"/>
                  <a:gd name="connsiteY6" fmla="*/ 91136 h 271536"/>
                  <a:gd name="connsiteX7" fmla="*/ 167800 w 384685"/>
                  <a:gd name="connsiteY7" fmla="*/ 67909 h 271536"/>
                  <a:gd name="connsiteX8" fmla="*/ 180603 w 384685"/>
                  <a:gd name="connsiteY8" fmla="*/ 73122 h 271536"/>
                  <a:gd name="connsiteX9" fmla="*/ 183589 w 384685"/>
                  <a:gd name="connsiteY9" fmla="*/ 98879 h 271536"/>
                  <a:gd name="connsiteX10" fmla="*/ 181818 w 384685"/>
                  <a:gd name="connsiteY10" fmla="*/ 271334 h 271536"/>
                  <a:gd name="connsiteX11" fmla="*/ 192343 w 384685"/>
                  <a:gd name="connsiteY11" fmla="*/ 271537 h 271536"/>
                  <a:gd name="connsiteX12" fmla="*/ 202919 w 384685"/>
                  <a:gd name="connsiteY12" fmla="*/ 271334 h 271536"/>
                  <a:gd name="connsiteX13" fmla="*/ 201148 w 384685"/>
                  <a:gd name="connsiteY13" fmla="*/ 98879 h 271536"/>
                  <a:gd name="connsiteX14" fmla="*/ 204134 w 384685"/>
                  <a:gd name="connsiteY14" fmla="*/ 73122 h 271536"/>
                  <a:gd name="connsiteX15" fmla="*/ 216936 w 384685"/>
                  <a:gd name="connsiteY15" fmla="*/ 67909 h 271536"/>
                  <a:gd name="connsiteX16" fmla="*/ 384686 w 384685"/>
                  <a:gd name="connsiteY16" fmla="*/ 91086 h 27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grp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ADDF2D3D-B16A-0AA4-382C-F3DEE2B9D1F1}"/>
                  </a:ext>
                </a:extLst>
              </p:cNvPr>
              <p:cNvSpPr/>
              <p:nvPr/>
            </p:nvSpPr>
            <p:spPr>
              <a:xfrm>
                <a:off x="8907519" y="2429876"/>
                <a:ext cx="166901" cy="168288"/>
              </a:xfrm>
              <a:custGeom>
                <a:avLst/>
                <a:gdLst>
                  <a:gd name="connsiteX0" fmla="*/ 164219 w 166901"/>
                  <a:gd name="connsiteY0" fmla="*/ 17592 h 168288"/>
                  <a:gd name="connsiteX1" fmla="*/ 31284 w 166901"/>
                  <a:gd name="connsiteY1" fmla="*/ 184 h 168288"/>
                  <a:gd name="connsiteX2" fmla="*/ 1328 w 166901"/>
                  <a:gd name="connsiteY2" fmla="*/ 32469 h 168288"/>
                  <a:gd name="connsiteX3" fmla="*/ 2137 w 166901"/>
                  <a:gd name="connsiteY3" fmla="*/ 37530 h 168288"/>
                  <a:gd name="connsiteX4" fmla="*/ 29210 w 166901"/>
                  <a:gd name="connsiteY4" fmla="*/ 168288 h 168288"/>
                  <a:gd name="connsiteX5" fmla="*/ 166901 w 166901"/>
                  <a:gd name="connsiteY5" fmla="*/ 39807 h 168288"/>
                  <a:gd name="connsiteX6" fmla="*/ 164219 w 166901"/>
                  <a:gd name="connsiteY6" fmla="*/ 17592 h 16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grpFill/>
              <a:ln w="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239725B3-21C7-8D04-5B63-51FA8A69FD17}"/>
                  </a:ext>
                </a:extLst>
              </p:cNvPr>
              <p:cNvSpPr/>
              <p:nvPr/>
            </p:nvSpPr>
            <p:spPr>
              <a:xfrm>
                <a:off x="8667823" y="2429927"/>
                <a:ext cx="166901" cy="168389"/>
              </a:xfrm>
              <a:custGeom>
                <a:avLst/>
                <a:gdLst>
                  <a:gd name="connsiteX0" fmla="*/ 165574 w 166901"/>
                  <a:gd name="connsiteY0" fmla="*/ 32469 h 168389"/>
                  <a:gd name="connsiteX1" fmla="*/ 135616 w 166901"/>
                  <a:gd name="connsiteY1" fmla="*/ 184 h 168389"/>
                  <a:gd name="connsiteX2" fmla="*/ 2631 w 166901"/>
                  <a:gd name="connsiteY2" fmla="*/ 17592 h 168389"/>
                  <a:gd name="connsiteX3" fmla="*/ 0 w 166901"/>
                  <a:gd name="connsiteY3" fmla="*/ 39807 h 168389"/>
                  <a:gd name="connsiteX4" fmla="*/ 30261 w 166901"/>
                  <a:gd name="connsiteY4" fmla="*/ 111815 h 168389"/>
                  <a:gd name="connsiteX5" fmla="*/ 103534 w 166901"/>
                  <a:gd name="connsiteY5" fmla="*/ 158421 h 168389"/>
                  <a:gd name="connsiteX6" fmla="*/ 137640 w 166901"/>
                  <a:gd name="connsiteY6" fmla="*/ 168389 h 168389"/>
                  <a:gd name="connsiteX7" fmla="*/ 165017 w 166901"/>
                  <a:gd name="connsiteY7" fmla="*/ 35860 h 168389"/>
                  <a:gd name="connsiteX8" fmla="*/ 165523 w 166901"/>
                  <a:gd name="connsiteY8" fmla="*/ 32469 h 168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grpFill/>
              <a:ln w="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5978655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tile Slide_Black with full wave_Option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B4C1E-9D56-3F0B-29DD-309F9B711AD1}"/>
              </a:ext>
            </a:extLst>
          </p:cNvPr>
          <p:cNvSpPr>
            <a:spLocks noGrp="1"/>
          </p:cNvSpPr>
          <p:nvPr>
            <p:ph type="title"/>
          </p:nvPr>
        </p:nvSpPr>
        <p:spPr>
          <a:xfrm>
            <a:off x="277814" y="1937528"/>
            <a:ext cx="5010466" cy="504625"/>
          </a:xfrm>
          <a:prstGeom prst="rect">
            <a:avLst/>
          </a:prstGeom>
        </p:spPr>
        <p:txBody>
          <a:bodyPr vert="horz" wrap="square" lIns="0" tIns="12065" rIns="0" bIns="0" rtlCol="0" anchor="ctr">
            <a:spAutoFit/>
          </a:bodyPr>
          <a:lstStyle>
            <a:lvl1pPr>
              <a:defRPr lang="en-US" dirty="0">
                <a:solidFill>
                  <a:schemeClr val="bg1"/>
                </a:solidFill>
                <a:latin typeface="+mj-lt"/>
                <a:cs typeface="+mj-cs"/>
              </a:defRPr>
            </a:lvl1pPr>
          </a:lstStyle>
          <a:p>
            <a:pPr marL="5776" lvl="0" defTabSz="914310">
              <a:spcBef>
                <a:spcPts val="43"/>
              </a:spcBef>
            </a:pPr>
            <a:r>
              <a:rPr lang="en-US"/>
              <a:t>Click to edit Master title style</a:t>
            </a:r>
          </a:p>
        </p:txBody>
      </p:sp>
      <p:sp>
        <p:nvSpPr>
          <p:cNvPr id="8" name="Rectangle 7">
            <a:extLst>
              <a:ext uri="{FF2B5EF4-FFF2-40B4-BE49-F238E27FC236}">
                <a16:creationId xmlns:a16="http://schemas.microsoft.com/office/drawing/2014/main" id="{F85DA422-34A4-42C4-B88D-8E0E3D2E20D8}"/>
              </a:ext>
            </a:extLst>
          </p:cNvPr>
          <p:cNvSpPr/>
          <p:nvPr userDrawn="1"/>
        </p:nvSpPr>
        <p:spPr>
          <a:xfrm>
            <a:off x="70640" y="100727"/>
            <a:ext cx="148437" cy="145788"/>
          </a:xfrm>
          <a:prstGeom prst="rect">
            <a:avLst/>
          </a:prstGeom>
          <a:solidFill>
            <a:srgbClr val="E411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p>
        </p:txBody>
      </p:sp>
      <p:cxnSp>
        <p:nvCxnSpPr>
          <p:cNvPr id="10" name="Straight Connector 9">
            <a:extLst>
              <a:ext uri="{FF2B5EF4-FFF2-40B4-BE49-F238E27FC236}">
                <a16:creationId xmlns:a16="http://schemas.microsoft.com/office/drawing/2014/main" id="{A6C0BBD5-766E-4A60-979B-6D5475DC8CF6}"/>
              </a:ext>
            </a:extLst>
          </p:cNvPr>
          <p:cNvCxnSpPr>
            <a:cxnSpLocks/>
          </p:cNvCxnSpPr>
          <p:nvPr userDrawn="1"/>
        </p:nvCxnSpPr>
        <p:spPr>
          <a:xfrm>
            <a:off x="91079" y="273502"/>
            <a:ext cx="107556" cy="0"/>
          </a:xfrm>
          <a:prstGeom prst="line">
            <a:avLst/>
          </a:prstGeom>
          <a:ln>
            <a:solidFill>
              <a:srgbClr val="E41165"/>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CB82FAD-D870-4603-AD13-A81E1BF404DA}"/>
              </a:ext>
            </a:extLst>
          </p:cNvPr>
          <p:cNvSpPr txBox="1"/>
          <p:nvPr userDrawn="1"/>
        </p:nvSpPr>
        <p:spPr>
          <a:xfrm>
            <a:off x="70640" y="330802"/>
            <a:ext cx="148437" cy="145788"/>
          </a:xfrm>
          <a:prstGeom prst="rect">
            <a:avLst/>
          </a:prstGeom>
          <a:noFill/>
        </p:spPr>
        <p:txBody>
          <a:bodyPr wrap="none" lIns="0" tIns="0" rIns="0" bIns="0" rtlCol="0" anchor="ctr" anchorCtr="0">
            <a:noAutofit/>
          </a:bodyPr>
          <a:lstStyle/>
          <a:p>
            <a:pPr algn="ctr"/>
            <a:endParaRPr lang="en-US" sz="1600">
              <a:solidFill>
                <a:schemeClr val="tx1"/>
              </a:solidFill>
            </a:endParaRPr>
          </a:p>
        </p:txBody>
      </p:sp>
      <p:sp>
        <p:nvSpPr>
          <p:cNvPr id="12" name="Rectangle 11">
            <a:extLst>
              <a:ext uri="{FF2B5EF4-FFF2-40B4-BE49-F238E27FC236}">
                <a16:creationId xmlns:a16="http://schemas.microsoft.com/office/drawing/2014/main" id="{02F1AA33-B6EC-4360-84C1-7F601A5C35DD}"/>
              </a:ext>
            </a:extLst>
          </p:cNvPr>
          <p:cNvSpPr/>
          <p:nvPr userDrawn="1"/>
        </p:nvSpPr>
        <p:spPr>
          <a:xfrm>
            <a:off x="37301" y="63763"/>
            <a:ext cx="215112" cy="39566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1"/>
          </a:p>
        </p:txBody>
      </p:sp>
      <p:grpSp>
        <p:nvGrpSpPr>
          <p:cNvPr id="9" name="Group 8">
            <a:extLst>
              <a:ext uri="{FF2B5EF4-FFF2-40B4-BE49-F238E27FC236}">
                <a16:creationId xmlns:a16="http://schemas.microsoft.com/office/drawing/2014/main" id="{674C9F2B-AA1E-F0DB-19C2-313D3586118D}"/>
              </a:ext>
            </a:extLst>
          </p:cNvPr>
          <p:cNvGrpSpPr/>
          <p:nvPr userDrawn="1"/>
        </p:nvGrpSpPr>
        <p:grpSpPr>
          <a:xfrm>
            <a:off x="268664" y="159185"/>
            <a:ext cx="8556433" cy="451747"/>
            <a:chOff x="268664" y="159185"/>
            <a:chExt cx="8593932" cy="453727"/>
          </a:xfrm>
          <a:solidFill>
            <a:schemeClr val="bg1"/>
          </a:solidFill>
        </p:grpSpPr>
        <p:grpSp>
          <p:nvGrpSpPr>
            <p:cNvPr id="13" name="Group 12">
              <a:extLst>
                <a:ext uri="{FF2B5EF4-FFF2-40B4-BE49-F238E27FC236}">
                  <a16:creationId xmlns:a16="http://schemas.microsoft.com/office/drawing/2014/main" id="{B2ECF215-ED7A-F63D-13B9-A404221E54B4}"/>
                </a:ext>
              </a:extLst>
            </p:cNvPr>
            <p:cNvGrpSpPr/>
            <p:nvPr userDrawn="1"/>
          </p:nvGrpSpPr>
          <p:grpSpPr>
            <a:xfrm>
              <a:off x="268664" y="259103"/>
              <a:ext cx="1481677" cy="353809"/>
              <a:chOff x="0" y="2427986"/>
              <a:chExt cx="1581147" cy="380839"/>
            </a:xfrm>
            <a:grpFill/>
          </p:grpSpPr>
          <p:grpSp>
            <p:nvGrpSpPr>
              <p:cNvPr id="22" name="Graphic 8">
                <a:extLst>
                  <a:ext uri="{FF2B5EF4-FFF2-40B4-BE49-F238E27FC236}">
                    <a16:creationId xmlns:a16="http://schemas.microsoft.com/office/drawing/2014/main" id="{F62B31B7-41B5-ED61-8DD5-78686BC0002B}"/>
                  </a:ext>
                </a:extLst>
              </p:cNvPr>
              <p:cNvGrpSpPr/>
              <p:nvPr/>
            </p:nvGrpSpPr>
            <p:grpSpPr>
              <a:xfrm>
                <a:off x="0" y="2428340"/>
                <a:ext cx="605264" cy="380485"/>
                <a:chOff x="0" y="2428340"/>
                <a:chExt cx="605264" cy="380485"/>
              </a:xfrm>
              <a:grpFill/>
            </p:grpSpPr>
            <p:sp>
              <p:nvSpPr>
                <p:cNvPr id="47" name="Freeform: Shape 46">
                  <a:extLst>
                    <a:ext uri="{FF2B5EF4-FFF2-40B4-BE49-F238E27FC236}">
                      <a16:creationId xmlns:a16="http://schemas.microsoft.com/office/drawing/2014/main" id="{2CB83C32-8B19-0E48-F544-79AE8AE6DE51}"/>
                    </a:ext>
                  </a:extLst>
                </p:cNvPr>
                <p:cNvSpPr/>
                <p:nvPr/>
              </p:nvSpPr>
              <p:spPr>
                <a:xfrm>
                  <a:off x="0" y="2428340"/>
                  <a:ext cx="605264" cy="380485"/>
                </a:xfrm>
                <a:custGeom>
                  <a:avLst/>
                  <a:gdLst>
                    <a:gd name="connsiteX0" fmla="*/ 559165 w 605264"/>
                    <a:gd name="connsiteY0" fmla="*/ 219921 h 380485"/>
                    <a:gd name="connsiteX1" fmla="*/ 514179 w 605264"/>
                    <a:gd name="connsiteY1" fmla="*/ 188598 h 380485"/>
                    <a:gd name="connsiteX2" fmla="*/ 512459 w 605264"/>
                    <a:gd name="connsiteY2" fmla="*/ 187384 h 380485"/>
                    <a:gd name="connsiteX3" fmla="*/ 488928 w 605264"/>
                    <a:gd name="connsiteY3" fmla="*/ 150747 h 380485"/>
                    <a:gd name="connsiteX4" fmla="*/ 523490 w 605264"/>
                    <a:gd name="connsiteY4" fmla="*/ 122156 h 380485"/>
                    <a:gd name="connsiteX5" fmla="*/ 576725 w 605264"/>
                    <a:gd name="connsiteY5" fmla="*/ 134250 h 380485"/>
                    <a:gd name="connsiteX6" fmla="*/ 597017 w 605264"/>
                    <a:gd name="connsiteY6" fmla="*/ 113908 h 380485"/>
                    <a:gd name="connsiteX7" fmla="*/ 581077 w 605264"/>
                    <a:gd name="connsiteY7" fmla="*/ 92452 h 380485"/>
                    <a:gd name="connsiteX8" fmla="*/ 521820 w 605264"/>
                    <a:gd name="connsiteY8" fmla="*/ 80358 h 380485"/>
                    <a:gd name="connsiteX9" fmla="*/ 465297 w 605264"/>
                    <a:gd name="connsiteY9" fmla="*/ 97968 h 380485"/>
                    <a:gd name="connsiteX10" fmla="*/ 458111 w 605264"/>
                    <a:gd name="connsiteY10" fmla="*/ 111023 h 380485"/>
                    <a:gd name="connsiteX11" fmla="*/ 465297 w 605264"/>
                    <a:gd name="connsiteY11" fmla="*/ 97917 h 380485"/>
                    <a:gd name="connsiteX12" fmla="*/ 457048 w 605264"/>
                    <a:gd name="connsiteY12" fmla="*/ 105052 h 380485"/>
                    <a:gd name="connsiteX13" fmla="*/ 456846 w 605264"/>
                    <a:gd name="connsiteY13" fmla="*/ 105305 h 380485"/>
                    <a:gd name="connsiteX14" fmla="*/ 415908 w 605264"/>
                    <a:gd name="connsiteY14" fmla="*/ 184752 h 380485"/>
                    <a:gd name="connsiteX15" fmla="*/ 403308 w 605264"/>
                    <a:gd name="connsiteY15" fmla="*/ 226500 h 380485"/>
                    <a:gd name="connsiteX16" fmla="*/ 289703 w 605264"/>
                    <a:gd name="connsiteY16" fmla="*/ 335297 h 380485"/>
                    <a:gd name="connsiteX17" fmla="*/ 190369 w 605264"/>
                    <a:gd name="connsiteY17" fmla="*/ 230346 h 380485"/>
                    <a:gd name="connsiteX18" fmla="*/ 281050 w 605264"/>
                    <a:gd name="connsiteY18" fmla="*/ 124889 h 380485"/>
                    <a:gd name="connsiteX19" fmla="*/ 284188 w 605264"/>
                    <a:gd name="connsiteY19" fmla="*/ 124838 h 380485"/>
                    <a:gd name="connsiteX20" fmla="*/ 336866 w 605264"/>
                    <a:gd name="connsiteY20" fmla="*/ 136376 h 380485"/>
                    <a:gd name="connsiteX21" fmla="*/ 355538 w 605264"/>
                    <a:gd name="connsiteY21" fmla="*/ 140778 h 380485"/>
                    <a:gd name="connsiteX22" fmla="*/ 377500 w 605264"/>
                    <a:gd name="connsiteY22" fmla="*/ 118766 h 380485"/>
                    <a:gd name="connsiteX23" fmla="*/ 377500 w 605264"/>
                    <a:gd name="connsiteY23" fmla="*/ 118766 h 380485"/>
                    <a:gd name="connsiteX24" fmla="*/ 377500 w 605264"/>
                    <a:gd name="connsiteY24" fmla="*/ 118766 h 380485"/>
                    <a:gd name="connsiteX25" fmla="*/ 361054 w 605264"/>
                    <a:gd name="connsiteY25" fmla="*/ 96804 h 380485"/>
                    <a:gd name="connsiteX26" fmla="*/ 284238 w 605264"/>
                    <a:gd name="connsiteY26" fmla="*/ 80307 h 380485"/>
                    <a:gd name="connsiteX27" fmla="*/ 137742 w 605264"/>
                    <a:gd name="connsiteY27" fmla="*/ 231459 h 380485"/>
                    <a:gd name="connsiteX28" fmla="*/ 137742 w 605264"/>
                    <a:gd name="connsiteY28" fmla="*/ 231459 h 380485"/>
                    <a:gd name="connsiteX29" fmla="*/ 137742 w 605264"/>
                    <a:gd name="connsiteY29" fmla="*/ 231459 h 380485"/>
                    <a:gd name="connsiteX30" fmla="*/ 137742 w 605264"/>
                    <a:gd name="connsiteY30" fmla="*/ 231459 h 380485"/>
                    <a:gd name="connsiteX31" fmla="*/ 149786 w 605264"/>
                    <a:gd name="connsiteY31" fmla="*/ 295725 h 380485"/>
                    <a:gd name="connsiteX32" fmla="*/ 98221 w 605264"/>
                    <a:gd name="connsiteY32" fmla="*/ 333677 h 380485"/>
                    <a:gd name="connsiteX33" fmla="*/ 52678 w 605264"/>
                    <a:gd name="connsiteY33" fmla="*/ 281455 h 380485"/>
                    <a:gd name="connsiteX34" fmla="*/ 52678 w 605264"/>
                    <a:gd name="connsiteY34" fmla="*/ 126457 h 380485"/>
                    <a:gd name="connsiteX35" fmla="*/ 116893 w 605264"/>
                    <a:gd name="connsiteY35" fmla="*/ 126457 h 380485"/>
                    <a:gd name="connsiteX36" fmla="*/ 141588 w 605264"/>
                    <a:gd name="connsiteY36" fmla="*/ 105002 h 380485"/>
                    <a:gd name="connsiteX37" fmla="*/ 116893 w 605264"/>
                    <a:gd name="connsiteY37" fmla="*/ 83546 h 380485"/>
                    <a:gd name="connsiteX38" fmla="*/ 52678 w 605264"/>
                    <a:gd name="connsiteY38" fmla="*/ 83546 h 380485"/>
                    <a:gd name="connsiteX39" fmla="*/ 52678 w 605264"/>
                    <a:gd name="connsiteY39" fmla="*/ 27478 h 380485"/>
                    <a:gd name="connsiteX40" fmla="*/ 26314 w 605264"/>
                    <a:gd name="connsiteY40" fmla="*/ 0 h 380485"/>
                    <a:gd name="connsiteX41" fmla="*/ 0 w 605264"/>
                    <a:gd name="connsiteY41" fmla="*/ 27579 h 380485"/>
                    <a:gd name="connsiteX42" fmla="*/ 0 w 605264"/>
                    <a:gd name="connsiteY42" fmla="*/ 287527 h 380485"/>
                    <a:gd name="connsiteX43" fmla="*/ 93312 w 605264"/>
                    <a:gd name="connsiteY43" fmla="*/ 379878 h 380485"/>
                    <a:gd name="connsiteX44" fmla="*/ 129291 w 605264"/>
                    <a:gd name="connsiteY44" fmla="*/ 373856 h 380485"/>
                    <a:gd name="connsiteX45" fmla="*/ 129494 w 605264"/>
                    <a:gd name="connsiteY45" fmla="*/ 373856 h 380485"/>
                    <a:gd name="connsiteX46" fmla="*/ 175087 w 605264"/>
                    <a:gd name="connsiteY46" fmla="*/ 335702 h 380485"/>
                    <a:gd name="connsiteX47" fmla="*/ 288084 w 605264"/>
                    <a:gd name="connsiteY47" fmla="*/ 380435 h 380485"/>
                    <a:gd name="connsiteX48" fmla="*/ 354931 w 605264"/>
                    <a:gd name="connsiteY48" fmla="*/ 365102 h 380485"/>
                    <a:gd name="connsiteX49" fmla="*/ 354982 w 605264"/>
                    <a:gd name="connsiteY49" fmla="*/ 365102 h 380485"/>
                    <a:gd name="connsiteX50" fmla="*/ 443335 w 605264"/>
                    <a:gd name="connsiteY50" fmla="*/ 237025 h 380485"/>
                    <a:gd name="connsiteX51" fmla="*/ 454872 w 605264"/>
                    <a:gd name="connsiteY51" fmla="*/ 199124 h 380485"/>
                    <a:gd name="connsiteX52" fmla="*/ 454720 w 605264"/>
                    <a:gd name="connsiteY52" fmla="*/ 198921 h 380485"/>
                    <a:gd name="connsiteX53" fmla="*/ 487815 w 605264"/>
                    <a:gd name="connsiteY53" fmla="*/ 229334 h 380485"/>
                    <a:gd name="connsiteX54" fmla="*/ 528955 w 605264"/>
                    <a:gd name="connsiteY54" fmla="*/ 257924 h 380485"/>
                    <a:gd name="connsiteX55" fmla="*/ 545756 w 605264"/>
                    <a:gd name="connsiteY55" fmla="*/ 270676 h 380485"/>
                    <a:gd name="connsiteX56" fmla="*/ 555320 w 605264"/>
                    <a:gd name="connsiteY56" fmla="*/ 298053 h 380485"/>
                    <a:gd name="connsiteX57" fmla="*/ 509777 w 605264"/>
                    <a:gd name="connsiteY57" fmla="*/ 337624 h 380485"/>
                    <a:gd name="connsiteX58" fmla="*/ 449964 w 605264"/>
                    <a:gd name="connsiteY58" fmla="*/ 324417 h 380485"/>
                    <a:gd name="connsiteX59" fmla="*/ 429672 w 605264"/>
                    <a:gd name="connsiteY59" fmla="*/ 344760 h 380485"/>
                    <a:gd name="connsiteX60" fmla="*/ 445612 w 605264"/>
                    <a:gd name="connsiteY60" fmla="*/ 366215 h 380485"/>
                    <a:gd name="connsiteX61" fmla="*/ 510384 w 605264"/>
                    <a:gd name="connsiteY61" fmla="*/ 380485 h 380485"/>
                    <a:gd name="connsiteX62" fmla="*/ 580621 w 605264"/>
                    <a:gd name="connsiteY62" fmla="*/ 356297 h 380485"/>
                    <a:gd name="connsiteX63" fmla="*/ 584467 w 605264"/>
                    <a:gd name="connsiteY63" fmla="*/ 352299 h 380485"/>
                    <a:gd name="connsiteX64" fmla="*/ 605265 w 605264"/>
                    <a:gd name="connsiteY64" fmla="*/ 298053 h 380485"/>
                    <a:gd name="connsiteX65" fmla="*/ 559165 w 605264"/>
                    <a:gd name="connsiteY65" fmla="*/ 220023 h 38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grpFill/>
                <a:ln w="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35ED9827-E636-39A7-1838-D5C73003F00D}"/>
                    </a:ext>
                  </a:extLst>
                </p:cNvPr>
                <p:cNvSpPr/>
                <p:nvPr/>
              </p:nvSpPr>
              <p:spPr>
                <a:xfrm>
                  <a:off x="439539" y="2580150"/>
                  <a:ext cx="5060" cy="151"/>
                </a:xfrm>
                <a:custGeom>
                  <a:avLst/>
                  <a:gdLst>
                    <a:gd name="connsiteX0" fmla="*/ 0 w 5060"/>
                    <a:gd name="connsiteY0" fmla="*/ 0 h 151"/>
                    <a:gd name="connsiteX1" fmla="*/ 0 w 5060"/>
                    <a:gd name="connsiteY1" fmla="*/ 0 h 151"/>
                    <a:gd name="connsiteX2" fmla="*/ 0 w 5060"/>
                    <a:gd name="connsiteY2" fmla="*/ 152 h 151"/>
                    <a:gd name="connsiteX3" fmla="*/ 0 w 5060"/>
                    <a:gd name="connsiteY3" fmla="*/ 0 h 151"/>
                  </a:gdLst>
                  <a:ahLst/>
                  <a:cxnLst>
                    <a:cxn ang="0">
                      <a:pos x="connsiteX0" y="connsiteY0"/>
                    </a:cxn>
                    <a:cxn ang="0">
                      <a:pos x="connsiteX1" y="connsiteY1"/>
                    </a:cxn>
                    <a:cxn ang="0">
                      <a:pos x="connsiteX2" y="connsiteY2"/>
                    </a:cxn>
                    <a:cxn ang="0">
                      <a:pos x="connsiteX3" y="connsiteY3"/>
                    </a:cxn>
                  </a:cxnLst>
                  <a:rect l="l" t="t" r="r" b="b"/>
                  <a:pathLst>
                    <a:path w="5060" h="151">
                      <a:moveTo>
                        <a:pt x="0" y="0"/>
                      </a:moveTo>
                      <a:cubicBezTo>
                        <a:pt x="0" y="0"/>
                        <a:pt x="0" y="0"/>
                        <a:pt x="0" y="0"/>
                      </a:cubicBezTo>
                      <a:cubicBezTo>
                        <a:pt x="0" y="51"/>
                        <a:pt x="0" y="101"/>
                        <a:pt x="0" y="152"/>
                      </a:cubicBezTo>
                      <a:cubicBezTo>
                        <a:pt x="0" y="152"/>
                        <a:pt x="0" y="51"/>
                        <a:pt x="0" y="0"/>
                      </a:cubicBezTo>
                      <a:close/>
                    </a:path>
                  </a:pathLst>
                </a:custGeom>
                <a:grpFill/>
                <a:ln w="0" cap="flat">
                  <a:noFill/>
                  <a:prstDash val="solid"/>
                  <a:miter/>
                </a:ln>
              </p:spPr>
              <p:txBody>
                <a:bodyPr rtlCol="0" anchor="ctr"/>
                <a:lstStyle/>
                <a:p>
                  <a:endParaRPr lang="en-US"/>
                </a:p>
              </p:txBody>
            </p:sp>
          </p:grpSp>
          <p:grpSp>
            <p:nvGrpSpPr>
              <p:cNvPr id="23" name="Graphic 8">
                <a:extLst>
                  <a:ext uri="{FF2B5EF4-FFF2-40B4-BE49-F238E27FC236}">
                    <a16:creationId xmlns:a16="http://schemas.microsoft.com/office/drawing/2014/main" id="{F3EC113F-91C5-117E-63E1-55362567E3DA}"/>
                  </a:ext>
                </a:extLst>
              </p:cNvPr>
              <p:cNvGrpSpPr/>
              <p:nvPr/>
            </p:nvGrpSpPr>
            <p:grpSpPr>
              <a:xfrm>
                <a:off x="684661" y="2427986"/>
                <a:ext cx="896486" cy="379270"/>
                <a:chOff x="684661" y="2427986"/>
                <a:chExt cx="896486" cy="379270"/>
              </a:xfrm>
              <a:grpFill/>
            </p:grpSpPr>
            <p:sp>
              <p:nvSpPr>
                <p:cNvPr id="24" name="Freeform: Shape 23">
                  <a:extLst>
                    <a:ext uri="{FF2B5EF4-FFF2-40B4-BE49-F238E27FC236}">
                      <a16:creationId xmlns:a16="http://schemas.microsoft.com/office/drawing/2014/main" id="{46764517-382E-B465-ED24-A6A9AE451002}"/>
                    </a:ext>
                  </a:extLst>
                </p:cNvPr>
                <p:cNvSpPr/>
                <p:nvPr/>
              </p:nvSpPr>
              <p:spPr>
                <a:xfrm>
                  <a:off x="684712"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138D5EC-BE85-10E8-0700-B19654F9D5BF}"/>
                    </a:ext>
                  </a:extLst>
                </p:cNvPr>
                <p:cNvSpPr/>
                <p:nvPr/>
              </p:nvSpPr>
              <p:spPr>
                <a:xfrm>
                  <a:off x="766739" y="2427986"/>
                  <a:ext cx="111934" cy="94425"/>
                </a:xfrm>
                <a:custGeom>
                  <a:avLst/>
                  <a:gdLst>
                    <a:gd name="connsiteX0" fmla="*/ 36788 w 111934"/>
                    <a:gd name="connsiteY0" fmla="*/ 94426 h 94425"/>
                    <a:gd name="connsiteX1" fmla="*/ 55967 w 111934"/>
                    <a:gd name="connsiteY1" fmla="*/ 37952 h 94425"/>
                    <a:gd name="connsiteX2" fmla="*/ 75146 w 111934"/>
                    <a:gd name="connsiteY2" fmla="*/ 94426 h 94425"/>
                    <a:gd name="connsiteX3" fmla="*/ 111934 w 111934"/>
                    <a:gd name="connsiteY3" fmla="*/ 94426 h 94425"/>
                    <a:gd name="connsiteX4" fmla="*/ 75905 w 111934"/>
                    <a:gd name="connsiteY4" fmla="*/ 0 h 94425"/>
                    <a:gd name="connsiteX5" fmla="*/ 36080 w 111934"/>
                    <a:gd name="connsiteY5" fmla="*/ 0 h 94425"/>
                    <a:gd name="connsiteX6" fmla="*/ 0 w 111934"/>
                    <a:gd name="connsiteY6" fmla="*/ 94426 h 94425"/>
                    <a:gd name="connsiteX7" fmla="*/ 36788 w 11193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05CAE345-476E-EF66-7F21-2462D7A45BCF}"/>
                    </a:ext>
                  </a:extLst>
                </p:cNvPr>
                <p:cNvSpPr/>
                <p:nvPr/>
              </p:nvSpPr>
              <p:spPr>
                <a:xfrm>
                  <a:off x="869666"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F28C4B26-03FB-94EF-19AD-309B234B24F5}"/>
                    </a:ext>
                  </a:extLst>
                </p:cNvPr>
                <p:cNvSpPr/>
                <p:nvPr/>
              </p:nvSpPr>
              <p:spPr>
                <a:xfrm>
                  <a:off x="951694" y="2427986"/>
                  <a:ext cx="111984" cy="94425"/>
                </a:xfrm>
                <a:custGeom>
                  <a:avLst/>
                  <a:gdLst>
                    <a:gd name="connsiteX0" fmla="*/ 36788 w 111984"/>
                    <a:gd name="connsiteY0" fmla="*/ 94426 h 94425"/>
                    <a:gd name="connsiteX1" fmla="*/ 55967 w 111984"/>
                    <a:gd name="connsiteY1" fmla="*/ 37952 h 94425"/>
                    <a:gd name="connsiteX2" fmla="*/ 75146 w 111984"/>
                    <a:gd name="connsiteY2" fmla="*/ 94426 h 94425"/>
                    <a:gd name="connsiteX3" fmla="*/ 111985 w 111984"/>
                    <a:gd name="connsiteY3" fmla="*/ 94426 h 94425"/>
                    <a:gd name="connsiteX4" fmla="*/ 75905 w 111984"/>
                    <a:gd name="connsiteY4" fmla="*/ 0 h 94425"/>
                    <a:gd name="connsiteX5" fmla="*/ 36080 w 111984"/>
                    <a:gd name="connsiteY5" fmla="*/ 0 h 94425"/>
                    <a:gd name="connsiteX6" fmla="*/ 0 w 111984"/>
                    <a:gd name="connsiteY6" fmla="*/ 94426 h 94425"/>
                    <a:gd name="connsiteX7" fmla="*/ 36788 w 11198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67065AF1-D9F8-9DEC-89E2-88A08F330285}"/>
                    </a:ext>
                  </a:extLst>
                </p:cNvPr>
                <p:cNvSpPr/>
                <p:nvPr/>
              </p:nvSpPr>
              <p:spPr>
                <a:xfrm>
                  <a:off x="1334356" y="2569675"/>
                  <a:ext cx="74842" cy="94476"/>
                </a:xfrm>
                <a:custGeom>
                  <a:avLst/>
                  <a:gdLst>
                    <a:gd name="connsiteX0" fmla="*/ 15434 w 74842"/>
                    <a:gd name="connsiteY0" fmla="*/ 20292 h 94476"/>
                    <a:gd name="connsiteX1" fmla="*/ 32335 w 74842"/>
                    <a:gd name="connsiteY1" fmla="*/ 52880 h 94476"/>
                    <a:gd name="connsiteX2" fmla="*/ 56979 w 74842"/>
                    <a:gd name="connsiteY2" fmla="*/ 94426 h 94476"/>
                    <a:gd name="connsiteX3" fmla="*/ 74842 w 74842"/>
                    <a:gd name="connsiteY3" fmla="*/ 94426 h 94476"/>
                    <a:gd name="connsiteX4" fmla="*/ 74842 w 74842"/>
                    <a:gd name="connsiteY4" fmla="*/ 0 h 94476"/>
                    <a:gd name="connsiteX5" fmla="*/ 58902 w 74842"/>
                    <a:gd name="connsiteY5" fmla="*/ 0 h 94476"/>
                    <a:gd name="connsiteX6" fmla="*/ 58902 w 74842"/>
                    <a:gd name="connsiteY6" fmla="*/ 32943 h 94476"/>
                    <a:gd name="connsiteX7" fmla="*/ 60420 w 74842"/>
                    <a:gd name="connsiteY7" fmla="*/ 72110 h 94476"/>
                    <a:gd name="connsiteX8" fmla="*/ 60117 w 74842"/>
                    <a:gd name="connsiteY8" fmla="*/ 72211 h 94476"/>
                    <a:gd name="connsiteX9" fmla="*/ 44075 w 74842"/>
                    <a:gd name="connsiteY9" fmla="*/ 40584 h 94476"/>
                    <a:gd name="connsiteX10" fmla="*/ 19685 w 74842"/>
                    <a:gd name="connsiteY10" fmla="*/ 51 h 94476"/>
                    <a:gd name="connsiteX11" fmla="*/ 0 w 74842"/>
                    <a:gd name="connsiteY11" fmla="*/ 51 h 94476"/>
                    <a:gd name="connsiteX12" fmla="*/ 0 w 74842"/>
                    <a:gd name="connsiteY12" fmla="*/ 94476 h 94476"/>
                    <a:gd name="connsiteX13" fmla="*/ 15940 w 74842"/>
                    <a:gd name="connsiteY13" fmla="*/ 94476 h 94476"/>
                    <a:gd name="connsiteX14" fmla="*/ 15940 w 74842"/>
                    <a:gd name="connsiteY14" fmla="*/ 60673 h 94476"/>
                    <a:gd name="connsiteX15" fmla="*/ 15029 w 74842"/>
                    <a:gd name="connsiteY15" fmla="*/ 20444 h 94476"/>
                    <a:gd name="connsiteX16" fmla="*/ 15485 w 74842"/>
                    <a:gd name="connsiteY16" fmla="*/ 20342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grpFill/>
                <a:ln w="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AAE1ECE7-91F8-06E1-09E3-5D0119B5715D}"/>
                    </a:ext>
                  </a:extLst>
                </p:cNvPr>
                <p:cNvSpPr/>
                <p:nvPr/>
              </p:nvSpPr>
              <p:spPr>
                <a:xfrm>
                  <a:off x="1238412" y="2569624"/>
                  <a:ext cx="82837" cy="94425"/>
                </a:xfrm>
                <a:custGeom>
                  <a:avLst/>
                  <a:gdLst>
                    <a:gd name="connsiteX0" fmla="*/ 25858 w 82837"/>
                    <a:gd name="connsiteY0" fmla="*/ 67758 h 94425"/>
                    <a:gd name="connsiteX1" fmla="*/ 55815 w 82837"/>
                    <a:gd name="connsiteY1" fmla="*/ 67758 h 94425"/>
                    <a:gd name="connsiteX2" fmla="*/ 64367 w 82837"/>
                    <a:gd name="connsiteY2" fmla="*/ 94426 h 94425"/>
                    <a:gd name="connsiteX3" fmla="*/ 82838 w 82837"/>
                    <a:gd name="connsiteY3" fmla="*/ 94426 h 94425"/>
                    <a:gd name="connsiteX4" fmla="*/ 52172 w 82837"/>
                    <a:gd name="connsiteY4" fmla="*/ 0 h 94425"/>
                    <a:gd name="connsiteX5" fmla="*/ 30261 w 82837"/>
                    <a:gd name="connsiteY5" fmla="*/ 0 h 94425"/>
                    <a:gd name="connsiteX6" fmla="*/ 0 w 82837"/>
                    <a:gd name="connsiteY6" fmla="*/ 94426 h 94425"/>
                    <a:gd name="connsiteX7" fmla="*/ 17812 w 82837"/>
                    <a:gd name="connsiteY7" fmla="*/ 94426 h 94425"/>
                    <a:gd name="connsiteX8" fmla="*/ 25858 w 82837"/>
                    <a:gd name="connsiteY8" fmla="*/ 67758 h 94425"/>
                    <a:gd name="connsiteX9" fmla="*/ 35979 w 82837"/>
                    <a:gd name="connsiteY9" fmla="*/ 31374 h 94425"/>
                    <a:gd name="connsiteX10" fmla="*/ 40432 w 82837"/>
                    <a:gd name="connsiteY10" fmla="*/ 13663 h 94425"/>
                    <a:gd name="connsiteX11" fmla="*/ 40736 w 82837"/>
                    <a:gd name="connsiteY11" fmla="*/ 13663 h 94425"/>
                    <a:gd name="connsiteX12" fmla="*/ 45492 w 82837"/>
                    <a:gd name="connsiteY12" fmla="*/ 31425 h 94425"/>
                    <a:gd name="connsiteX13" fmla="*/ 52931 w 82837"/>
                    <a:gd name="connsiteY13" fmla="*/ 54702 h 94425"/>
                    <a:gd name="connsiteX14" fmla="*/ 28641 w 82837"/>
                    <a:gd name="connsiteY14" fmla="*/ 54702 h 94425"/>
                    <a:gd name="connsiteX15" fmla="*/ 35928 w 82837"/>
                    <a:gd name="connsiteY15" fmla="*/ 31374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grpFill/>
                <a:ln w="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D59121FD-8AAC-E938-EFC4-8069594472D5}"/>
                    </a:ext>
                  </a:extLst>
                </p:cNvPr>
                <p:cNvSpPr/>
                <p:nvPr/>
              </p:nvSpPr>
              <p:spPr>
                <a:xfrm>
                  <a:off x="956906" y="2568157"/>
                  <a:ext cx="61280" cy="97411"/>
                </a:xfrm>
                <a:custGeom>
                  <a:avLst/>
                  <a:gdLst>
                    <a:gd name="connsiteX0" fmla="*/ 26617 w 61280"/>
                    <a:gd name="connsiteY0" fmla="*/ 83141 h 97411"/>
                    <a:gd name="connsiteX1" fmla="*/ 3846 w 61280"/>
                    <a:gd name="connsiteY1" fmla="*/ 77119 h 97411"/>
                    <a:gd name="connsiteX2" fmla="*/ 0 w 61280"/>
                    <a:gd name="connsiteY2" fmla="*/ 91389 h 97411"/>
                    <a:gd name="connsiteX3" fmla="*/ 25504 w 61280"/>
                    <a:gd name="connsiteY3" fmla="*/ 97411 h 97411"/>
                    <a:gd name="connsiteX4" fmla="*/ 61280 w 61280"/>
                    <a:gd name="connsiteY4" fmla="*/ 69023 h 97411"/>
                    <a:gd name="connsiteX5" fmla="*/ 37042 w 61280"/>
                    <a:gd name="connsiteY5" fmla="*/ 40938 h 97411"/>
                    <a:gd name="connsiteX6" fmla="*/ 18976 w 61280"/>
                    <a:gd name="connsiteY6" fmla="*/ 25453 h 97411"/>
                    <a:gd name="connsiteX7" fmla="*/ 34562 w 61280"/>
                    <a:gd name="connsiteY7" fmla="*/ 14068 h 97411"/>
                    <a:gd name="connsiteX8" fmla="*/ 53386 w 61280"/>
                    <a:gd name="connsiteY8" fmla="*/ 18571 h 97411"/>
                    <a:gd name="connsiteX9" fmla="*/ 57536 w 61280"/>
                    <a:gd name="connsiteY9" fmla="*/ 4655 h 97411"/>
                    <a:gd name="connsiteX10" fmla="*/ 34916 w 61280"/>
                    <a:gd name="connsiteY10" fmla="*/ 0 h 97411"/>
                    <a:gd name="connsiteX11" fmla="*/ 1569 w 61280"/>
                    <a:gd name="connsiteY11" fmla="*/ 27123 h 97411"/>
                    <a:gd name="connsiteX12" fmla="*/ 27123 w 61280"/>
                    <a:gd name="connsiteY12" fmla="*/ 54550 h 97411"/>
                    <a:gd name="connsiteX13" fmla="*/ 43822 w 61280"/>
                    <a:gd name="connsiteY13" fmla="*/ 70237 h 97411"/>
                    <a:gd name="connsiteX14" fmla="*/ 26668 w 61280"/>
                    <a:gd name="connsiteY14" fmla="*/ 83141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grpFill/>
                <a:ln w="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372A9217-B8E4-88CB-DF21-E7D73AFD0EBE}"/>
                    </a:ext>
                  </a:extLst>
                </p:cNvPr>
                <p:cNvSpPr/>
                <p:nvPr/>
              </p:nvSpPr>
              <p:spPr>
                <a:xfrm>
                  <a:off x="684661"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50F9B27A-634E-1321-2688-F2363058D6D9}"/>
                    </a:ext>
                  </a:extLst>
                </p:cNvPr>
                <p:cNvSpPr/>
                <p:nvPr/>
              </p:nvSpPr>
              <p:spPr>
                <a:xfrm>
                  <a:off x="1173286" y="2569675"/>
                  <a:ext cx="71350" cy="94425"/>
                </a:xfrm>
                <a:custGeom>
                  <a:avLst/>
                  <a:gdLst>
                    <a:gd name="connsiteX0" fmla="*/ 44177 w 71350"/>
                    <a:gd name="connsiteY0" fmla="*/ 94426 h 94425"/>
                    <a:gd name="connsiteX1" fmla="*/ 44177 w 71350"/>
                    <a:gd name="connsiteY1" fmla="*/ 14473 h 94425"/>
                    <a:gd name="connsiteX2" fmla="*/ 71351 w 71350"/>
                    <a:gd name="connsiteY2" fmla="*/ 14473 h 94425"/>
                    <a:gd name="connsiteX3" fmla="*/ 71351 w 71350"/>
                    <a:gd name="connsiteY3" fmla="*/ 0 h 94425"/>
                    <a:gd name="connsiteX4" fmla="*/ 0 w 71350"/>
                    <a:gd name="connsiteY4" fmla="*/ 0 h 94425"/>
                    <a:gd name="connsiteX5" fmla="*/ 0 w 71350"/>
                    <a:gd name="connsiteY5" fmla="*/ 14473 h 94425"/>
                    <a:gd name="connsiteX6" fmla="*/ 26921 w 71350"/>
                    <a:gd name="connsiteY6" fmla="*/ 14473 h 94425"/>
                    <a:gd name="connsiteX7" fmla="*/ 26921 w 71350"/>
                    <a:gd name="connsiteY7" fmla="*/ 94426 h 94425"/>
                    <a:gd name="connsiteX8" fmla="*/ 44177 w 71350"/>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grpFill/>
                <a:ln w="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A54FB249-EFCA-46C0-C911-A91FC3FF25C6}"/>
                    </a:ext>
                  </a:extLst>
                </p:cNvPr>
                <p:cNvSpPr/>
                <p:nvPr/>
              </p:nvSpPr>
              <p:spPr>
                <a:xfrm>
                  <a:off x="1502763" y="2569675"/>
                  <a:ext cx="78384" cy="94476"/>
                </a:xfrm>
                <a:custGeom>
                  <a:avLst/>
                  <a:gdLst>
                    <a:gd name="connsiteX0" fmla="*/ 58953 w 78384"/>
                    <a:gd name="connsiteY0" fmla="*/ 0 h 94476"/>
                    <a:gd name="connsiteX1" fmla="*/ 47618 w 78384"/>
                    <a:gd name="connsiteY1" fmla="*/ 24188 h 94476"/>
                    <a:gd name="connsiteX2" fmla="*/ 39470 w 78384"/>
                    <a:gd name="connsiteY2" fmla="*/ 42962 h 94476"/>
                    <a:gd name="connsiteX3" fmla="*/ 39167 w 78384"/>
                    <a:gd name="connsiteY3" fmla="*/ 42962 h 94476"/>
                    <a:gd name="connsiteX4" fmla="*/ 30918 w 78384"/>
                    <a:gd name="connsiteY4" fmla="*/ 24239 h 94476"/>
                    <a:gd name="connsiteX5" fmla="*/ 19685 w 78384"/>
                    <a:gd name="connsiteY5" fmla="*/ 0 h 94476"/>
                    <a:gd name="connsiteX6" fmla="*/ 0 w 78384"/>
                    <a:gd name="connsiteY6" fmla="*/ 0 h 94476"/>
                    <a:gd name="connsiteX7" fmla="*/ 29805 w 78384"/>
                    <a:gd name="connsiteY7" fmla="*/ 55157 h 94476"/>
                    <a:gd name="connsiteX8" fmla="*/ 29805 w 78384"/>
                    <a:gd name="connsiteY8" fmla="*/ 94476 h 94476"/>
                    <a:gd name="connsiteX9" fmla="*/ 47061 w 78384"/>
                    <a:gd name="connsiteY9" fmla="*/ 94476 h 94476"/>
                    <a:gd name="connsiteX10" fmla="*/ 47061 w 78384"/>
                    <a:gd name="connsiteY10" fmla="*/ 54702 h 94476"/>
                    <a:gd name="connsiteX11" fmla="*/ 78384 w 78384"/>
                    <a:gd name="connsiteY11" fmla="*/ 51 h 94476"/>
                    <a:gd name="connsiteX12" fmla="*/ 58953 w 78384"/>
                    <a:gd name="connsiteY12"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grpFill/>
                <a:ln w="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F3D7AFA8-DE20-5630-3BB0-10B093A6CB34}"/>
                    </a:ext>
                  </a:extLst>
                </p:cNvPr>
                <p:cNvSpPr/>
                <p:nvPr/>
              </p:nvSpPr>
              <p:spPr>
                <a:xfrm>
                  <a:off x="763045" y="2568106"/>
                  <a:ext cx="88656" cy="97562"/>
                </a:xfrm>
                <a:custGeom>
                  <a:avLst/>
                  <a:gdLst>
                    <a:gd name="connsiteX0" fmla="*/ 44936 w 88656"/>
                    <a:gd name="connsiteY0" fmla="*/ 0 h 97562"/>
                    <a:gd name="connsiteX1" fmla="*/ 0 w 88656"/>
                    <a:gd name="connsiteY1" fmla="*/ 49490 h 97562"/>
                    <a:gd name="connsiteX2" fmla="*/ 43519 w 88656"/>
                    <a:gd name="connsiteY2" fmla="*/ 97563 h 97562"/>
                    <a:gd name="connsiteX3" fmla="*/ 43671 w 88656"/>
                    <a:gd name="connsiteY3" fmla="*/ 97563 h 97562"/>
                    <a:gd name="connsiteX4" fmla="*/ 88657 w 88656"/>
                    <a:gd name="connsiteY4" fmla="*/ 47820 h 97562"/>
                    <a:gd name="connsiteX5" fmla="*/ 44936 w 88656"/>
                    <a:gd name="connsiteY5" fmla="*/ 0 h 97562"/>
                    <a:gd name="connsiteX6" fmla="*/ 44278 w 88656"/>
                    <a:gd name="connsiteY6" fmla="*/ 83748 h 97562"/>
                    <a:gd name="connsiteX7" fmla="*/ 44126 w 88656"/>
                    <a:gd name="connsiteY7" fmla="*/ 83748 h 97562"/>
                    <a:gd name="connsiteX8" fmla="*/ 18065 w 88656"/>
                    <a:gd name="connsiteY8" fmla="*/ 49085 h 97562"/>
                    <a:gd name="connsiteX9" fmla="*/ 44278 w 88656"/>
                    <a:gd name="connsiteY9" fmla="*/ 13815 h 97562"/>
                    <a:gd name="connsiteX10" fmla="*/ 70288 w 88656"/>
                    <a:gd name="connsiteY10" fmla="*/ 48478 h 97562"/>
                    <a:gd name="connsiteX11" fmla="*/ 44227 w 88656"/>
                    <a:gd name="connsiteY11" fmla="*/ 83748 h 97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grpFill/>
                <a:ln w="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2A136ECE-8EE2-E0E0-CAB8-2D196A530503}"/>
                    </a:ext>
                  </a:extLst>
                </p:cNvPr>
                <p:cNvSpPr/>
                <p:nvPr/>
              </p:nvSpPr>
              <p:spPr>
                <a:xfrm>
                  <a:off x="1423923"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5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618431D4-9B1D-B719-BD9E-0B669744A42E}"/>
                    </a:ext>
                  </a:extLst>
                </p:cNvPr>
                <p:cNvSpPr/>
                <p:nvPr/>
              </p:nvSpPr>
              <p:spPr>
                <a:xfrm>
                  <a:off x="1126832" y="2569675"/>
                  <a:ext cx="56017" cy="94425"/>
                </a:xfrm>
                <a:custGeom>
                  <a:avLst/>
                  <a:gdLst>
                    <a:gd name="connsiteX0" fmla="*/ 17205 w 56017"/>
                    <a:gd name="connsiteY0" fmla="*/ 0 h 94425"/>
                    <a:gd name="connsiteX1" fmla="*/ 0 w 56017"/>
                    <a:gd name="connsiteY1" fmla="*/ 0 h 94425"/>
                    <a:gd name="connsiteX2" fmla="*/ 0 w 56017"/>
                    <a:gd name="connsiteY2" fmla="*/ 94426 h 94425"/>
                    <a:gd name="connsiteX3" fmla="*/ 56018 w 56017"/>
                    <a:gd name="connsiteY3" fmla="*/ 94426 h 94425"/>
                    <a:gd name="connsiteX4" fmla="*/ 56018 w 56017"/>
                    <a:gd name="connsiteY4" fmla="*/ 79953 h 94425"/>
                    <a:gd name="connsiteX5" fmla="*/ 17205 w 56017"/>
                    <a:gd name="connsiteY5" fmla="*/ 79953 h 94425"/>
                    <a:gd name="connsiteX6" fmla="*/ 17205 w 56017"/>
                    <a:gd name="connsiteY6" fmla="*/ 0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17" h="94425">
                      <a:moveTo>
                        <a:pt x="17205" y="0"/>
                      </a:moveTo>
                      <a:lnTo>
                        <a:pt x="0" y="0"/>
                      </a:lnTo>
                      <a:lnTo>
                        <a:pt x="0" y="94426"/>
                      </a:lnTo>
                      <a:lnTo>
                        <a:pt x="56018" y="94426"/>
                      </a:lnTo>
                      <a:lnTo>
                        <a:pt x="56018" y="79953"/>
                      </a:lnTo>
                      <a:lnTo>
                        <a:pt x="17205" y="79953"/>
                      </a:lnTo>
                      <a:lnTo>
                        <a:pt x="17205" y="0"/>
                      </a:lnTo>
                      <a:close/>
                    </a:path>
                  </a:pathLst>
                </a:custGeom>
                <a:grpFill/>
                <a:ln w="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B75C3961-85A8-A367-CB00-7D3C37F0A0C0}"/>
                    </a:ext>
                  </a:extLst>
                </p:cNvPr>
                <p:cNvSpPr/>
                <p:nvPr/>
              </p:nvSpPr>
              <p:spPr>
                <a:xfrm>
                  <a:off x="1033469" y="2569675"/>
                  <a:ext cx="73728" cy="95994"/>
                </a:xfrm>
                <a:custGeom>
                  <a:avLst/>
                  <a:gdLst>
                    <a:gd name="connsiteX0" fmla="*/ 73729 w 73728"/>
                    <a:gd name="connsiteY0" fmla="*/ 53943 h 95994"/>
                    <a:gd name="connsiteX1" fmla="*/ 73729 w 73728"/>
                    <a:gd name="connsiteY1" fmla="*/ 0 h 95994"/>
                    <a:gd name="connsiteX2" fmla="*/ 56473 w 73728"/>
                    <a:gd name="connsiteY2" fmla="*/ 0 h 95994"/>
                    <a:gd name="connsiteX3" fmla="*/ 56473 w 73728"/>
                    <a:gd name="connsiteY3" fmla="*/ 55056 h 95994"/>
                    <a:gd name="connsiteX4" fmla="*/ 36586 w 73728"/>
                    <a:gd name="connsiteY4" fmla="*/ 82078 h 95994"/>
                    <a:gd name="connsiteX5" fmla="*/ 17256 w 73728"/>
                    <a:gd name="connsiteY5" fmla="*/ 55056 h 95994"/>
                    <a:gd name="connsiteX6" fmla="*/ 17256 w 73728"/>
                    <a:gd name="connsiteY6" fmla="*/ 0 h 95994"/>
                    <a:gd name="connsiteX7" fmla="*/ 0 w 73728"/>
                    <a:gd name="connsiteY7" fmla="*/ 0 h 95994"/>
                    <a:gd name="connsiteX8" fmla="*/ 0 w 73728"/>
                    <a:gd name="connsiteY8" fmla="*/ 54044 h 95994"/>
                    <a:gd name="connsiteX9" fmla="*/ 35928 w 73728"/>
                    <a:gd name="connsiteY9" fmla="*/ 95994 h 95994"/>
                    <a:gd name="connsiteX10" fmla="*/ 73678 w 73728"/>
                    <a:gd name="connsiteY10" fmla="*/ 53943 h 95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grpFill/>
                <a:ln w="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5A64C4C-D98A-20E4-264D-0D6A6FB174A1}"/>
                    </a:ext>
                  </a:extLst>
                </p:cNvPr>
                <p:cNvSpPr/>
                <p:nvPr/>
              </p:nvSpPr>
              <p:spPr>
                <a:xfrm>
                  <a:off x="866428" y="2569675"/>
                  <a:ext cx="74892" cy="94476"/>
                </a:xfrm>
                <a:custGeom>
                  <a:avLst/>
                  <a:gdLst>
                    <a:gd name="connsiteX0" fmla="*/ 74842 w 74892"/>
                    <a:gd name="connsiteY0" fmla="*/ 0 h 94476"/>
                    <a:gd name="connsiteX1" fmla="*/ 58902 w 74892"/>
                    <a:gd name="connsiteY1" fmla="*/ 0 h 94476"/>
                    <a:gd name="connsiteX2" fmla="*/ 58902 w 74892"/>
                    <a:gd name="connsiteY2" fmla="*/ 32943 h 94476"/>
                    <a:gd name="connsiteX3" fmla="*/ 60420 w 74892"/>
                    <a:gd name="connsiteY3" fmla="*/ 72110 h 94476"/>
                    <a:gd name="connsiteX4" fmla="*/ 60117 w 74892"/>
                    <a:gd name="connsiteY4" fmla="*/ 72211 h 94476"/>
                    <a:gd name="connsiteX5" fmla="*/ 44075 w 74892"/>
                    <a:gd name="connsiteY5" fmla="*/ 40584 h 94476"/>
                    <a:gd name="connsiteX6" fmla="*/ 19685 w 74892"/>
                    <a:gd name="connsiteY6" fmla="*/ 51 h 94476"/>
                    <a:gd name="connsiteX7" fmla="*/ 0 w 74892"/>
                    <a:gd name="connsiteY7" fmla="*/ 51 h 94476"/>
                    <a:gd name="connsiteX8" fmla="*/ 0 w 74892"/>
                    <a:gd name="connsiteY8" fmla="*/ 94476 h 94476"/>
                    <a:gd name="connsiteX9" fmla="*/ 15940 w 74892"/>
                    <a:gd name="connsiteY9" fmla="*/ 94476 h 94476"/>
                    <a:gd name="connsiteX10" fmla="*/ 15940 w 74892"/>
                    <a:gd name="connsiteY10" fmla="*/ 60673 h 94476"/>
                    <a:gd name="connsiteX11" fmla="*/ 15029 w 74892"/>
                    <a:gd name="connsiteY11" fmla="*/ 20444 h 94476"/>
                    <a:gd name="connsiteX12" fmla="*/ 15485 w 74892"/>
                    <a:gd name="connsiteY12" fmla="*/ 20342 h 94476"/>
                    <a:gd name="connsiteX13" fmla="*/ 32386 w 74892"/>
                    <a:gd name="connsiteY13" fmla="*/ 52931 h 94476"/>
                    <a:gd name="connsiteX14" fmla="*/ 57030 w 74892"/>
                    <a:gd name="connsiteY14" fmla="*/ 94476 h 94476"/>
                    <a:gd name="connsiteX15" fmla="*/ 74893 w 74892"/>
                    <a:gd name="connsiteY15" fmla="*/ 94476 h 94476"/>
                    <a:gd name="connsiteX16" fmla="*/ 74893 w 74892"/>
                    <a:gd name="connsiteY16"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grpFill/>
                <a:ln w="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4AB68A03-652E-1163-21A3-759F36C8553E}"/>
                    </a:ext>
                  </a:extLst>
                </p:cNvPr>
                <p:cNvSpPr/>
                <p:nvPr/>
              </p:nvSpPr>
              <p:spPr>
                <a:xfrm>
                  <a:off x="997743" y="2711313"/>
                  <a:ext cx="17205" cy="94425"/>
                </a:xfrm>
                <a:custGeom>
                  <a:avLst/>
                  <a:gdLst>
                    <a:gd name="connsiteX0" fmla="*/ 0 w 17205"/>
                    <a:gd name="connsiteY0" fmla="*/ 0 h 94425"/>
                    <a:gd name="connsiteX1" fmla="*/ 17205 w 17205"/>
                    <a:gd name="connsiteY1" fmla="*/ 0 h 94425"/>
                    <a:gd name="connsiteX2" fmla="*/ 17205 w 17205"/>
                    <a:gd name="connsiteY2" fmla="*/ 94426 h 94425"/>
                    <a:gd name="connsiteX3" fmla="*/ 0 w 17205"/>
                    <a:gd name="connsiteY3" fmla="*/ 94426 h 94425"/>
                  </a:gdLst>
                  <a:ahLst/>
                  <a:cxnLst>
                    <a:cxn ang="0">
                      <a:pos x="connsiteX0" y="connsiteY0"/>
                    </a:cxn>
                    <a:cxn ang="0">
                      <a:pos x="connsiteX1" y="connsiteY1"/>
                    </a:cxn>
                    <a:cxn ang="0">
                      <a:pos x="connsiteX2" y="connsiteY2"/>
                    </a:cxn>
                    <a:cxn ang="0">
                      <a:pos x="connsiteX3" y="connsiteY3"/>
                    </a:cxn>
                  </a:cxnLst>
                  <a:rect l="l" t="t" r="r" b="b"/>
                  <a:pathLst>
                    <a:path w="17205" h="94425">
                      <a:moveTo>
                        <a:pt x="0" y="0"/>
                      </a:moveTo>
                      <a:lnTo>
                        <a:pt x="17205" y="0"/>
                      </a:lnTo>
                      <a:lnTo>
                        <a:pt x="17205" y="94426"/>
                      </a:lnTo>
                      <a:lnTo>
                        <a:pt x="0" y="94426"/>
                      </a:lnTo>
                      <a:close/>
                    </a:path>
                  </a:pathLst>
                </a:custGeom>
                <a:grpFill/>
                <a:ln w="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EEB9CC3F-EDBE-96BC-2605-5DAD7A118F64}"/>
                    </a:ext>
                  </a:extLst>
                </p:cNvPr>
                <p:cNvSpPr/>
                <p:nvPr/>
              </p:nvSpPr>
              <p:spPr>
                <a:xfrm>
                  <a:off x="833536" y="2711262"/>
                  <a:ext cx="66239" cy="94476"/>
                </a:xfrm>
                <a:custGeom>
                  <a:avLst/>
                  <a:gdLst>
                    <a:gd name="connsiteX0" fmla="*/ 45796 w 66239"/>
                    <a:gd name="connsiteY0" fmla="*/ 50198 h 94476"/>
                    <a:gd name="connsiteX1" fmla="*/ 45796 w 66239"/>
                    <a:gd name="connsiteY1" fmla="*/ 49794 h 94476"/>
                    <a:gd name="connsiteX2" fmla="*/ 62799 w 66239"/>
                    <a:gd name="connsiteY2" fmla="*/ 26364 h 94476"/>
                    <a:gd name="connsiteX3" fmla="*/ 54753 w 66239"/>
                    <a:gd name="connsiteY3" fmla="*/ 7540 h 94476"/>
                    <a:gd name="connsiteX4" fmla="*/ 25909 w 66239"/>
                    <a:gd name="connsiteY4" fmla="*/ 0 h 94476"/>
                    <a:gd name="connsiteX5" fmla="*/ 0 w 66239"/>
                    <a:gd name="connsiteY5" fmla="*/ 2024 h 94476"/>
                    <a:gd name="connsiteX6" fmla="*/ 0 w 66239"/>
                    <a:gd name="connsiteY6" fmla="*/ 94476 h 94476"/>
                    <a:gd name="connsiteX7" fmla="*/ 16952 w 66239"/>
                    <a:gd name="connsiteY7" fmla="*/ 94476 h 94476"/>
                    <a:gd name="connsiteX8" fmla="*/ 16952 w 66239"/>
                    <a:gd name="connsiteY8" fmla="*/ 55967 h 94476"/>
                    <a:gd name="connsiteX9" fmla="*/ 25555 w 66239"/>
                    <a:gd name="connsiteY9" fmla="*/ 55967 h 94476"/>
                    <a:gd name="connsiteX10" fmla="*/ 42406 w 66239"/>
                    <a:gd name="connsiteY10" fmla="*/ 72363 h 94476"/>
                    <a:gd name="connsiteX11" fmla="*/ 48680 w 66239"/>
                    <a:gd name="connsiteY11" fmla="*/ 94476 h 94476"/>
                    <a:gd name="connsiteX12" fmla="*/ 66240 w 66239"/>
                    <a:gd name="connsiteY12" fmla="*/ 94476 h 94476"/>
                    <a:gd name="connsiteX13" fmla="*/ 58852 w 66239"/>
                    <a:gd name="connsiteY13" fmla="*/ 68365 h 94476"/>
                    <a:gd name="connsiteX14" fmla="*/ 45796 w 66239"/>
                    <a:gd name="connsiteY14" fmla="*/ 50249 h 94476"/>
                    <a:gd name="connsiteX15" fmla="*/ 27022 w 66239"/>
                    <a:gd name="connsiteY15" fmla="*/ 43367 h 94476"/>
                    <a:gd name="connsiteX16" fmla="*/ 16901 w 66239"/>
                    <a:gd name="connsiteY16" fmla="*/ 43367 h 94476"/>
                    <a:gd name="connsiteX17" fmla="*/ 16901 w 66239"/>
                    <a:gd name="connsiteY17" fmla="*/ 13764 h 94476"/>
                    <a:gd name="connsiteX18" fmla="*/ 27528 w 66239"/>
                    <a:gd name="connsiteY18" fmla="*/ 12904 h 94476"/>
                    <a:gd name="connsiteX19" fmla="*/ 45745 w 66239"/>
                    <a:gd name="connsiteY19" fmla="*/ 27933 h 94476"/>
                    <a:gd name="connsiteX20" fmla="*/ 27022 w 66239"/>
                    <a:gd name="connsiteY20" fmla="*/ 43367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grpFill/>
                <a:ln w="0"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C7689AB8-90EA-6AFD-EEE7-DC6F0416541E}"/>
                    </a:ext>
                  </a:extLst>
                </p:cNvPr>
                <p:cNvSpPr/>
                <p:nvPr/>
              </p:nvSpPr>
              <p:spPr>
                <a:xfrm>
                  <a:off x="904835" y="2711313"/>
                  <a:ext cx="82837" cy="94425"/>
                </a:xfrm>
                <a:custGeom>
                  <a:avLst/>
                  <a:gdLst>
                    <a:gd name="connsiteX0" fmla="*/ 50704 w 82837"/>
                    <a:gd name="connsiteY0" fmla="*/ 43215 h 94425"/>
                    <a:gd name="connsiteX1" fmla="*/ 41140 w 82837"/>
                    <a:gd name="connsiteY1" fmla="*/ 77372 h 94425"/>
                    <a:gd name="connsiteX2" fmla="*/ 40837 w 82837"/>
                    <a:gd name="connsiteY2" fmla="*/ 77372 h 94425"/>
                    <a:gd name="connsiteX3" fmla="*/ 31627 w 82837"/>
                    <a:gd name="connsiteY3" fmla="*/ 42962 h 94425"/>
                    <a:gd name="connsiteX4" fmla="*/ 18774 w 82837"/>
                    <a:gd name="connsiteY4" fmla="*/ 0 h 94425"/>
                    <a:gd name="connsiteX5" fmla="*/ 0 w 82837"/>
                    <a:gd name="connsiteY5" fmla="*/ 0 h 94425"/>
                    <a:gd name="connsiteX6" fmla="*/ 30514 w 82837"/>
                    <a:gd name="connsiteY6" fmla="*/ 94426 h 94425"/>
                    <a:gd name="connsiteX7" fmla="*/ 50249 w 82837"/>
                    <a:gd name="connsiteY7" fmla="*/ 94426 h 94425"/>
                    <a:gd name="connsiteX8" fmla="*/ 82837 w 82837"/>
                    <a:gd name="connsiteY8" fmla="*/ 0 h 94425"/>
                    <a:gd name="connsiteX9" fmla="*/ 64519 w 82837"/>
                    <a:gd name="connsiteY9" fmla="*/ 0 h 94425"/>
                    <a:gd name="connsiteX10" fmla="*/ 50755 w 82837"/>
                    <a:gd name="connsiteY10" fmla="*/ 43215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grpFill/>
                <a:ln w="0"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ABFD5E45-9BAD-F25B-89BF-263F193E406C}"/>
                    </a:ext>
                  </a:extLst>
                </p:cNvPr>
                <p:cNvSpPr/>
                <p:nvPr/>
              </p:nvSpPr>
              <p:spPr>
                <a:xfrm>
                  <a:off x="1116964" y="2711313"/>
                  <a:ext cx="56979" cy="94425"/>
                </a:xfrm>
                <a:custGeom>
                  <a:avLst/>
                  <a:gdLst>
                    <a:gd name="connsiteX0" fmla="*/ 17205 w 56979"/>
                    <a:gd name="connsiteY0" fmla="*/ 52526 h 94425"/>
                    <a:gd name="connsiteX1" fmla="*/ 52779 w 56979"/>
                    <a:gd name="connsiteY1" fmla="*/ 52526 h 94425"/>
                    <a:gd name="connsiteX2" fmla="*/ 52779 w 56979"/>
                    <a:gd name="connsiteY2" fmla="*/ 38458 h 94425"/>
                    <a:gd name="connsiteX3" fmla="*/ 17205 w 56979"/>
                    <a:gd name="connsiteY3" fmla="*/ 38458 h 94425"/>
                    <a:gd name="connsiteX4" fmla="*/ 17205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05 w 56979"/>
                    <a:gd name="connsiteY11" fmla="*/ 80257 h 94425"/>
                    <a:gd name="connsiteX12" fmla="*/ 17205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grpFill/>
                <a:ln w="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004F9822-5EE8-BB07-1953-BC4538B08F4A}"/>
                    </a:ext>
                  </a:extLst>
                </p:cNvPr>
                <p:cNvSpPr/>
                <p:nvPr/>
              </p:nvSpPr>
              <p:spPr>
                <a:xfrm>
                  <a:off x="1029724" y="2709846"/>
                  <a:ext cx="73374" cy="97411"/>
                </a:xfrm>
                <a:custGeom>
                  <a:avLst/>
                  <a:gdLst>
                    <a:gd name="connsiteX0" fmla="*/ 51261 w 73374"/>
                    <a:gd name="connsiteY0" fmla="*/ 14219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19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grpFill/>
                <a:ln w="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76C90182-0BA3-6457-6688-E97E2B59B264}"/>
                    </a:ext>
                  </a:extLst>
                </p:cNvPr>
                <p:cNvSpPr/>
                <p:nvPr/>
              </p:nvSpPr>
              <p:spPr>
                <a:xfrm>
                  <a:off x="684712"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B972E437-0CE1-4851-C873-C183DAF6D403}"/>
                    </a:ext>
                  </a:extLst>
                </p:cNvPr>
                <p:cNvSpPr/>
                <p:nvPr/>
              </p:nvSpPr>
              <p:spPr>
                <a:xfrm>
                  <a:off x="761426" y="2711313"/>
                  <a:ext cx="56979" cy="94425"/>
                </a:xfrm>
                <a:custGeom>
                  <a:avLst/>
                  <a:gdLst>
                    <a:gd name="connsiteX0" fmla="*/ 17256 w 56979"/>
                    <a:gd name="connsiteY0" fmla="*/ 52526 h 94425"/>
                    <a:gd name="connsiteX1" fmla="*/ 52779 w 56979"/>
                    <a:gd name="connsiteY1" fmla="*/ 52526 h 94425"/>
                    <a:gd name="connsiteX2" fmla="*/ 52779 w 56979"/>
                    <a:gd name="connsiteY2" fmla="*/ 38458 h 94425"/>
                    <a:gd name="connsiteX3" fmla="*/ 17256 w 56979"/>
                    <a:gd name="connsiteY3" fmla="*/ 38458 h 94425"/>
                    <a:gd name="connsiteX4" fmla="*/ 17256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56 w 56979"/>
                    <a:gd name="connsiteY11" fmla="*/ 80257 h 94425"/>
                    <a:gd name="connsiteX12" fmla="*/ 17256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grpFill/>
                <a:ln w="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2B1C1646-A7D5-36A1-3422-071D3E30AEE0}"/>
                    </a:ext>
                  </a:extLst>
                </p:cNvPr>
                <p:cNvSpPr/>
                <p:nvPr/>
              </p:nvSpPr>
              <p:spPr>
                <a:xfrm>
                  <a:off x="1184874"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grpSp>
        </p:grpSp>
        <p:grpSp>
          <p:nvGrpSpPr>
            <p:cNvPr id="14" name="Graphic 8">
              <a:extLst>
                <a:ext uri="{FF2B5EF4-FFF2-40B4-BE49-F238E27FC236}">
                  <a16:creationId xmlns:a16="http://schemas.microsoft.com/office/drawing/2014/main" id="{75FCD651-863C-D4C6-9818-6D2091BA62EB}"/>
                </a:ext>
              </a:extLst>
            </p:cNvPr>
            <p:cNvGrpSpPr/>
            <p:nvPr/>
          </p:nvGrpSpPr>
          <p:grpSpPr>
            <a:xfrm>
              <a:off x="8352719" y="159185"/>
              <a:ext cx="509877" cy="453727"/>
              <a:chOff x="8599610" y="2333965"/>
              <a:chExt cx="542618" cy="474759"/>
            </a:xfrm>
            <a:grpFill/>
          </p:grpSpPr>
          <p:sp>
            <p:nvSpPr>
              <p:cNvPr id="15" name="Freeform: Shape 14">
                <a:extLst>
                  <a:ext uri="{FF2B5EF4-FFF2-40B4-BE49-F238E27FC236}">
                    <a16:creationId xmlns:a16="http://schemas.microsoft.com/office/drawing/2014/main" id="{3D487052-05DA-F01B-887A-C6F430EE240E}"/>
                  </a:ext>
                </a:extLst>
              </p:cNvPr>
              <p:cNvSpPr/>
              <p:nvPr/>
            </p:nvSpPr>
            <p:spPr>
              <a:xfrm>
                <a:off x="859961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160 w 130657"/>
                  <a:gd name="connsiteY3" fmla="*/ 39723 h 135211"/>
                  <a:gd name="connsiteX4" fmla="*/ 93160 w 130657"/>
                  <a:gd name="connsiteY4" fmla="*/ 135212 h 135211"/>
                  <a:gd name="connsiteX5" fmla="*/ 38711 w 130657"/>
                  <a:gd name="connsiteY5" fmla="*/ 135212 h 135211"/>
                  <a:gd name="connsiteX6" fmla="*/ 38711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grpFill/>
              <a:ln w="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7B3118AB-65F5-21EC-3463-6D7B17E7A290}"/>
                  </a:ext>
                </a:extLst>
              </p:cNvPr>
              <p:cNvSpPr/>
              <p:nvPr/>
            </p:nvSpPr>
            <p:spPr>
              <a:xfrm>
                <a:off x="8716605" y="2673513"/>
                <a:ext cx="160563" cy="135211"/>
              </a:xfrm>
              <a:custGeom>
                <a:avLst/>
                <a:gdLst>
                  <a:gd name="connsiteX0" fmla="*/ 79801 w 160563"/>
                  <a:gd name="connsiteY0" fmla="*/ 54651 h 135211"/>
                  <a:gd name="connsiteX1" fmla="*/ 52324 w 160563"/>
                  <a:gd name="connsiteY1" fmla="*/ 135212 h 135211"/>
                  <a:gd name="connsiteX2" fmla="*/ 0 w 160563"/>
                  <a:gd name="connsiteY2" fmla="*/ 135212 h 135211"/>
                  <a:gd name="connsiteX3" fmla="*/ 51312 w 160563"/>
                  <a:gd name="connsiteY3" fmla="*/ 0 h 135211"/>
                  <a:gd name="connsiteX4" fmla="*/ 108088 w 160563"/>
                  <a:gd name="connsiteY4" fmla="*/ 0 h 135211"/>
                  <a:gd name="connsiteX5" fmla="*/ 160564 w 160563"/>
                  <a:gd name="connsiteY5" fmla="*/ 135212 h 135211"/>
                  <a:gd name="connsiteX6" fmla="*/ 107633 w 160563"/>
                  <a:gd name="connsiteY6" fmla="*/ 135212 h 135211"/>
                  <a:gd name="connsiteX7" fmla="*/ 79801 w 16056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grpFill/>
              <a:ln w="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7F9B534-8E46-FFF9-00F3-C5FB052F3DEB}"/>
                  </a:ext>
                </a:extLst>
              </p:cNvPr>
              <p:cNvSpPr/>
              <p:nvPr/>
            </p:nvSpPr>
            <p:spPr>
              <a:xfrm>
                <a:off x="886467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211 w 130657"/>
                  <a:gd name="connsiteY3" fmla="*/ 39723 h 135211"/>
                  <a:gd name="connsiteX4" fmla="*/ 93211 w 130657"/>
                  <a:gd name="connsiteY4" fmla="*/ 135212 h 135211"/>
                  <a:gd name="connsiteX5" fmla="*/ 38762 w 130657"/>
                  <a:gd name="connsiteY5" fmla="*/ 135212 h 135211"/>
                  <a:gd name="connsiteX6" fmla="*/ 38762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grpFill/>
              <a:ln w="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F08026BF-F7AC-43CE-A511-6E488BEDE114}"/>
                  </a:ext>
                </a:extLst>
              </p:cNvPr>
              <p:cNvSpPr/>
              <p:nvPr/>
            </p:nvSpPr>
            <p:spPr>
              <a:xfrm>
                <a:off x="8981715" y="2673513"/>
                <a:ext cx="160513" cy="135211"/>
              </a:xfrm>
              <a:custGeom>
                <a:avLst/>
                <a:gdLst>
                  <a:gd name="connsiteX0" fmla="*/ 79750 w 160513"/>
                  <a:gd name="connsiteY0" fmla="*/ 54651 h 135211"/>
                  <a:gd name="connsiteX1" fmla="*/ 52273 w 160513"/>
                  <a:gd name="connsiteY1" fmla="*/ 135212 h 135211"/>
                  <a:gd name="connsiteX2" fmla="*/ 0 w 160513"/>
                  <a:gd name="connsiteY2" fmla="*/ 135212 h 135211"/>
                  <a:gd name="connsiteX3" fmla="*/ 51261 w 160513"/>
                  <a:gd name="connsiteY3" fmla="*/ 0 h 135211"/>
                  <a:gd name="connsiteX4" fmla="*/ 108038 w 160513"/>
                  <a:gd name="connsiteY4" fmla="*/ 0 h 135211"/>
                  <a:gd name="connsiteX5" fmla="*/ 160513 w 160513"/>
                  <a:gd name="connsiteY5" fmla="*/ 135212 h 135211"/>
                  <a:gd name="connsiteX6" fmla="*/ 107633 w 160513"/>
                  <a:gd name="connsiteY6" fmla="*/ 135212 h 135211"/>
                  <a:gd name="connsiteX7" fmla="*/ 79750 w 16051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grpFill/>
              <a:ln w="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5D8C07E7-7320-CC4C-3F35-C717D722F6A1}"/>
                  </a:ext>
                </a:extLst>
              </p:cNvPr>
              <p:cNvSpPr/>
              <p:nvPr/>
            </p:nvSpPr>
            <p:spPr>
              <a:xfrm>
                <a:off x="8678855" y="2333965"/>
                <a:ext cx="384685" cy="271536"/>
              </a:xfrm>
              <a:custGeom>
                <a:avLst/>
                <a:gdLst>
                  <a:gd name="connsiteX0" fmla="*/ 384584 w 384685"/>
                  <a:gd name="connsiteY0" fmla="*/ 91086 h 271536"/>
                  <a:gd name="connsiteX1" fmla="*/ 365305 w 384685"/>
                  <a:gd name="connsiteY1" fmla="*/ 63709 h 271536"/>
                  <a:gd name="connsiteX2" fmla="*/ 292032 w 384685"/>
                  <a:gd name="connsiteY2" fmla="*/ 17104 h 271536"/>
                  <a:gd name="connsiteX3" fmla="*/ 192292 w 384685"/>
                  <a:gd name="connsiteY3" fmla="*/ 0 h 271536"/>
                  <a:gd name="connsiteX4" fmla="*/ 92553 w 384685"/>
                  <a:gd name="connsiteY4" fmla="*/ 17104 h 271536"/>
                  <a:gd name="connsiteX5" fmla="*/ 19280 w 384685"/>
                  <a:gd name="connsiteY5" fmla="*/ 63709 h 271536"/>
                  <a:gd name="connsiteX6" fmla="*/ 0 w 384685"/>
                  <a:gd name="connsiteY6" fmla="*/ 91136 h 271536"/>
                  <a:gd name="connsiteX7" fmla="*/ 167800 w 384685"/>
                  <a:gd name="connsiteY7" fmla="*/ 67909 h 271536"/>
                  <a:gd name="connsiteX8" fmla="*/ 180603 w 384685"/>
                  <a:gd name="connsiteY8" fmla="*/ 73122 h 271536"/>
                  <a:gd name="connsiteX9" fmla="*/ 183589 w 384685"/>
                  <a:gd name="connsiteY9" fmla="*/ 98879 h 271536"/>
                  <a:gd name="connsiteX10" fmla="*/ 181818 w 384685"/>
                  <a:gd name="connsiteY10" fmla="*/ 271334 h 271536"/>
                  <a:gd name="connsiteX11" fmla="*/ 192343 w 384685"/>
                  <a:gd name="connsiteY11" fmla="*/ 271537 h 271536"/>
                  <a:gd name="connsiteX12" fmla="*/ 202919 w 384685"/>
                  <a:gd name="connsiteY12" fmla="*/ 271334 h 271536"/>
                  <a:gd name="connsiteX13" fmla="*/ 201148 w 384685"/>
                  <a:gd name="connsiteY13" fmla="*/ 98879 h 271536"/>
                  <a:gd name="connsiteX14" fmla="*/ 204134 w 384685"/>
                  <a:gd name="connsiteY14" fmla="*/ 73122 h 271536"/>
                  <a:gd name="connsiteX15" fmla="*/ 216936 w 384685"/>
                  <a:gd name="connsiteY15" fmla="*/ 67909 h 271536"/>
                  <a:gd name="connsiteX16" fmla="*/ 384686 w 384685"/>
                  <a:gd name="connsiteY16" fmla="*/ 91086 h 27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grpFill/>
              <a:ln w="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7907FFF2-49FA-293D-5ED7-337F050FD2FB}"/>
                  </a:ext>
                </a:extLst>
              </p:cNvPr>
              <p:cNvSpPr/>
              <p:nvPr/>
            </p:nvSpPr>
            <p:spPr>
              <a:xfrm>
                <a:off x="8907519" y="2429876"/>
                <a:ext cx="166901" cy="168288"/>
              </a:xfrm>
              <a:custGeom>
                <a:avLst/>
                <a:gdLst>
                  <a:gd name="connsiteX0" fmla="*/ 164219 w 166901"/>
                  <a:gd name="connsiteY0" fmla="*/ 17592 h 168288"/>
                  <a:gd name="connsiteX1" fmla="*/ 31284 w 166901"/>
                  <a:gd name="connsiteY1" fmla="*/ 184 h 168288"/>
                  <a:gd name="connsiteX2" fmla="*/ 1328 w 166901"/>
                  <a:gd name="connsiteY2" fmla="*/ 32469 h 168288"/>
                  <a:gd name="connsiteX3" fmla="*/ 2137 w 166901"/>
                  <a:gd name="connsiteY3" fmla="*/ 37530 h 168288"/>
                  <a:gd name="connsiteX4" fmla="*/ 29210 w 166901"/>
                  <a:gd name="connsiteY4" fmla="*/ 168288 h 168288"/>
                  <a:gd name="connsiteX5" fmla="*/ 166901 w 166901"/>
                  <a:gd name="connsiteY5" fmla="*/ 39807 h 168288"/>
                  <a:gd name="connsiteX6" fmla="*/ 164219 w 166901"/>
                  <a:gd name="connsiteY6" fmla="*/ 17592 h 16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grpFill/>
              <a:ln w="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74885E1D-0765-D3A9-23F2-90E0FA0BFE12}"/>
                  </a:ext>
                </a:extLst>
              </p:cNvPr>
              <p:cNvSpPr/>
              <p:nvPr/>
            </p:nvSpPr>
            <p:spPr>
              <a:xfrm>
                <a:off x="8667823" y="2429927"/>
                <a:ext cx="166901" cy="168389"/>
              </a:xfrm>
              <a:custGeom>
                <a:avLst/>
                <a:gdLst>
                  <a:gd name="connsiteX0" fmla="*/ 165574 w 166901"/>
                  <a:gd name="connsiteY0" fmla="*/ 32469 h 168389"/>
                  <a:gd name="connsiteX1" fmla="*/ 135616 w 166901"/>
                  <a:gd name="connsiteY1" fmla="*/ 184 h 168389"/>
                  <a:gd name="connsiteX2" fmla="*/ 2631 w 166901"/>
                  <a:gd name="connsiteY2" fmla="*/ 17592 h 168389"/>
                  <a:gd name="connsiteX3" fmla="*/ 0 w 166901"/>
                  <a:gd name="connsiteY3" fmla="*/ 39807 h 168389"/>
                  <a:gd name="connsiteX4" fmla="*/ 30261 w 166901"/>
                  <a:gd name="connsiteY4" fmla="*/ 111815 h 168389"/>
                  <a:gd name="connsiteX5" fmla="*/ 103534 w 166901"/>
                  <a:gd name="connsiteY5" fmla="*/ 158421 h 168389"/>
                  <a:gd name="connsiteX6" fmla="*/ 137640 w 166901"/>
                  <a:gd name="connsiteY6" fmla="*/ 168389 h 168389"/>
                  <a:gd name="connsiteX7" fmla="*/ 165017 w 166901"/>
                  <a:gd name="connsiteY7" fmla="*/ 35860 h 168389"/>
                  <a:gd name="connsiteX8" fmla="*/ 165523 w 166901"/>
                  <a:gd name="connsiteY8" fmla="*/ 32469 h 168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grpFill/>
              <a:ln w="0" cap="flat">
                <a:noFill/>
                <a:prstDash val="solid"/>
                <a:miter/>
              </a:ln>
            </p:spPr>
            <p:txBody>
              <a:bodyPr rtlCol="0" anchor="ctr"/>
              <a:lstStyle/>
              <a:p>
                <a:endParaRPr lang="en-US"/>
              </a:p>
            </p:txBody>
          </p:sp>
        </p:grpSp>
      </p:grpSp>
      <p:pic>
        <p:nvPicPr>
          <p:cNvPr id="3" name="Picture 3">
            <a:extLst>
              <a:ext uri="{FF2B5EF4-FFF2-40B4-BE49-F238E27FC236}">
                <a16:creationId xmlns:a16="http://schemas.microsoft.com/office/drawing/2014/main" id="{EB5B4FBF-CB67-3CAD-F3F2-4058DD787A5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228" y="128"/>
            <a:ext cx="9143543" cy="5143243"/>
          </a:xfrm>
          <a:prstGeom prst="rect">
            <a:avLst/>
          </a:prstGeom>
        </p:spPr>
      </p:pic>
    </p:spTree>
    <p:extLst>
      <p:ext uri="{BB962C8B-B14F-4D97-AF65-F5344CB8AC3E}">
        <p14:creationId xmlns:p14="http://schemas.microsoft.com/office/powerpoint/2010/main" val="33309560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White with Medium wav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B4C1E-9D56-3F0B-29DD-309F9B711AD1}"/>
              </a:ext>
            </a:extLst>
          </p:cNvPr>
          <p:cNvSpPr>
            <a:spLocks noGrp="1"/>
          </p:cNvSpPr>
          <p:nvPr>
            <p:ph type="title"/>
          </p:nvPr>
        </p:nvSpPr>
        <p:spPr>
          <a:xfrm>
            <a:off x="277814" y="1937528"/>
            <a:ext cx="5010466" cy="504625"/>
          </a:xfrm>
          <a:prstGeom prst="rect">
            <a:avLst/>
          </a:prstGeom>
        </p:spPr>
        <p:txBody>
          <a:bodyPr vert="horz" wrap="square" lIns="0" tIns="12065" rIns="0" bIns="0" rtlCol="0" anchor="ctr">
            <a:spAutoFit/>
          </a:bodyPr>
          <a:lstStyle>
            <a:lvl1pPr>
              <a:defRPr lang="en-US">
                <a:solidFill>
                  <a:schemeClr val="tx1"/>
                </a:solidFill>
                <a:latin typeface="+mj-lt"/>
                <a:cs typeface="+mj-cs"/>
              </a:defRPr>
            </a:lvl1pPr>
          </a:lstStyle>
          <a:p>
            <a:pPr marL="5776" lvl="0" defTabSz="914310">
              <a:spcBef>
                <a:spcPts val="43"/>
              </a:spcBef>
            </a:pPr>
            <a:r>
              <a:rPr lang="en-US"/>
              <a:t>Click to edit Master title style</a:t>
            </a:r>
          </a:p>
        </p:txBody>
      </p:sp>
      <p:grpSp>
        <p:nvGrpSpPr>
          <p:cNvPr id="7" name="Group 6">
            <a:extLst>
              <a:ext uri="{FF2B5EF4-FFF2-40B4-BE49-F238E27FC236}">
                <a16:creationId xmlns:a16="http://schemas.microsoft.com/office/drawing/2014/main" id="{8E0BC0AA-1C00-53EA-F674-76069458B38F}"/>
              </a:ext>
            </a:extLst>
          </p:cNvPr>
          <p:cNvGrpSpPr/>
          <p:nvPr userDrawn="1"/>
        </p:nvGrpSpPr>
        <p:grpSpPr>
          <a:xfrm>
            <a:off x="268664" y="159185"/>
            <a:ext cx="8556433" cy="451747"/>
            <a:chOff x="268664" y="159185"/>
            <a:chExt cx="8593932" cy="453727"/>
          </a:xfrm>
          <a:solidFill>
            <a:schemeClr val="tx1"/>
          </a:solidFill>
        </p:grpSpPr>
        <p:grpSp>
          <p:nvGrpSpPr>
            <p:cNvPr id="8" name="Group 7">
              <a:extLst>
                <a:ext uri="{FF2B5EF4-FFF2-40B4-BE49-F238E27FC236}">
                  <a16:creationId xmlns:a16="http://schemas.microsoft.com/office/drawing/2014/main" id="{8F38B36A-EDA8-48AE-4DF9-D6F4DF998A1C}"/>
                </a:ext>
              </a:extLst>
            </p:cNvPr>
            <p:cNvGrpSpPr/>
            <p:nvPr userDrawn="1"/>
          </p:nvGrpSpPr>
          <p:grpSpPr>
            <a:xfrm>
              <a:off x="268664" y="259103"/>
              <a:ext cx="1481677" cy="353809"/>
              <a:chOff x="0" y="2427986"/>
              <a:chExt cx="1581147" cy="380839"/>
            </a:xfrm>
            <a:grpFill/>
          </p:grpSpPr>
          <p:grpSp>
            <p:nvGrpSpPr>
              <p:cNvPr id="17" name="Graphic 8">
                <a:extLst>
                  <a:ext uri="{FF2B5EF4-FFF2-40B4-BE49-F238E27FC236}">
                    <a16:creationId xmlns:a16="http://schemas.microsoft.com/office/drawing/2014/main" id="{B21428D9-7936-C319-911C-E744C6EA2FC7}"/>
                  </a:ext>
                </a:extLst>
              </p:cNvPr>
              <p:cNvGrpSpPr/>
              <p:nvPr/>
            </p:nvGrpSpPr>
            <p:grpSpPr>
              <a:xfrm>
                <a:off x="0" y="2428340"/>
                <a:ext cx="605264" cy="380485"/>
                <a:chOff x="0" y="2428340"/>
                <a:chExt cx="605264" cy="380485"/>
              </a:xfrm>
              <a:grpFill/>
            </p:grpSpPr>
            <p:sp>
              <p:nvSpPr>
                <p:cNvPr id="42" name="Freeform: Shape 41">
                  <a:extLst>
                    <a:ext uri="{FF2B5EF4-FFF2-40B4-BE49-F238E27FC236}">
                      <a16:creationId xmlns:a16="http://schemas.microsoft.com/office/drawing/2014/main" id="{5EC37624-5B5C-D1D9-3E9C-8F33ADE729CE}"/>
                    </a:ext>
                  </a:extLst>
                </p:cNvPr>
                <p:cNvSpPr/>
                <p:nvPr/>
              </p:nvSpPr>
              <p:spPr>
                <a:xfrm>
                  <a:off x="0" y="2428340"/>
                  <a:ext cx="605264" cy="380485"/>
                </a:xfrm>
                <a:custGeom>
                  <a:avLst/>
                  <a:gdLst>
                    <a:gd name="connsiteX0" fmla="*/ 559165 w 605264"/>
                    <a:gd name="connsiteY0" fmla="*/ 219921 h 380485"/>
                    <a:gd name="connsiteX1" fmla="*/ 514179 w 605264"/>
                    <a:gd name="connsiteY1" fmla="*/ 188598 h 380485"/>
                    <a:gd name="connsiteX2" fmla="*/ 512459 w 605264"/>
                    <a:gd name="connsiteY2" fmla="*/ 187384 h 380485"/>
                    <a:gd name="connsiteX3" fmla="*/ 488928 w 605264"/>
                    <a:gd name="connsiteY3" fmla="*/ 150747 h 380485"/>
                    <a:gd name="connsiteX4" fmla="*/ 523490 w 605264"/>
                    <a:gd name="connsiteY4" fmla="*/ 122156 h 380485"/>
                    <a:gd name="connsiteX5" fmla="*/ 576725 w 605264"/>
                    <a:gd name="connsiteY5" fmla="*/ 134250 h 380485"/>
                    <a:gd name="connsiteX6" fmla="*/ 597017 w 605264"/>
                    <a:gd name="connsiteY6" fmla="*/ 113908 h 380485"/>
                    <a:gd name="connsiteX7" fmla="*/ 581077 w 605264"/>
                    <a:gd name="connsiteY7" fmla="*/ 92452 h 380485"/>
                    <a:gd name="connsiteX8" fmla="*/ 521820 w 605264"/>
                    <a:gd name="connsiteY8" fmla="*/ 80358 h 380485"/>
                    <a:gd name="connsiteX9" fmla="*/ 465297 w 605264"/>
                    <a:gd name="connsiteY9" fmla="*/ 97968 h 380485"/>
                    <a:gd name="connsiteX10" fmla="*/ 458111 w 605264"/>
                    <a:gd name="connsiteY10" fmla="*/ 111023 h 380485"/>
                    <a:gd name="connsiteX11" fmla="*/ 465297 w 605264"/>
                    <a:gd name="connsiteY11" fmla="*/ 97917 h 380485"/>
                    <a:gd name="connsiteX12" fmla="*/ 457048 w 605264"/>
                    <a:gd name="connsiteY12" fmla="*/ 105052 h 380485"/>
                    <a:gd name="connsiteX13" fmla="*/ 456846 w 605264"/>
                    <a:gd name="connsiteY13" fmla="*/ 105305 h 380485"/>
                    <a:gd name="connsiteX14" fmla="*/ 415908 w 605264"/>
                    <a:gd name="connsiteY14" fmla="*/ 184752 h 380485"/>
                    <a:gd name="connsiteX15" fmla="*/ 403308 w 605264"/>
                    <a:gd name="connsiteY15" fmla="*/ 226500 h 380485"/>
                    <a:gd name="connsiteX16" fmla="*/ 289703 w 605264"/>
                    <a:gd name="connsiteY16" fmla="*/ 335297 h 380485"/>
                    <a:gd name="connsiteX17" fmla="*/ 190369 w 605264"/>
                    <a:gd name="connsiteY17" fmla="*/ 230346 h 380485"/>
                    <a:gd name="connsiteX18" fmla="*/ 281050 w 605264"/>
                    <a:gd name="connsiteY18" fmla="*/ 124889 h 380485"/>
                    <a:gd name="connsiteX19" fmla="*/ 284188 w 605264"/>
                    <a:gd name="connsiteY19" fmla="*/ 124838 h 380485"/>
                    <a:gd name="connsiteX20" fmla="*/ 336866 w 605264"/>
                    <a:gd name="connsiteY20" fmla="*/ 136376 h 380485"/>
                    <a:gd name="connsiteX21" fmla="*/ 355538 w 605264"/>
                    <a:gd name="connsiteY21" fmla="*/ 140778 h 380485"/>
                    <a:gd name="connsiteX22" fmla="*/ 377500 w 605264"/>
                    <a:gd name="connsiteY22" fmla="*/ 118766 h 380485"/>
                    <a:gd name="connsiteX23" fmla="*/ 377500 w 605264"/>
                    <a:gd name="connsiteY23" fmla="*/ 118766 h 380485"/>
                    <a:gd name="connsiteX24" fmla="*/ 377500 w 605264"/>
                    <a:gd name="connsiteY24" fmla="*/ 118766 h 380485"/>
                    <a:gd name="connsiteX25" fmla="*/ 361054 w 605264"/>
                    <a:gd name="connsiteY25" fmla="*/ 96804 h 380485"/>
                    <a:gd name="connsiteX26" fmla="*/ 284238 w 605264"/>
                    <a:gd name="connsiteY26" fmla="*/ 80307 h 380485"/>
                    <a:gd name="connsiteX27" fmla="*/ 137742 w 605264"/>
                    <a:gd name="connsiteY27" fmla="*/ 231459 h 380485"/>
                    <a:gd name="connsiteX28" fmla="*/ 137742 w 605264"/>
                    <a:gd name="connsiteY28" fmla="*/ 231459 h 380485"/>
                    <a:gd name="connsiteX29" fmla="*/ 137742 w 605264"/>
                    <a:gd name="connsiteY29" fmla="*/ 231459 h 380485"/>
                    <a:gd name="connsiteX30" fmla="*/ 137742 w 605264"/>
                    <a:gd name="connsiteY30" fmla="*/ 231459 h 380485"/>
                    <a:gd name="connsiteX31" fmla="*/ 149786 w 605264"/>
                    <a:gd name="connsiteY31" fmla="*/ 295725 h 380485"/>
                    <a:gd name="connsiteX32" fmla="*/ 98221 w 605264"/>
                    <a:gd name="connsiteY32" fmla="*/ 333677 h 380485"/>
                    <a:gd name="connsiteX33" fmla="*/ 52678 w 605264"/>
                    <a:gd name="connsiteY33" fmla="*/ 281455 h 380485"/>
                    <a:gd name="connsiteX34" fmla="*/ 52678 w 605264"/>
                    <a:gd name="connsiteY34" fmla="*/ 126457 h 380485"/>
                    <a:gd name="connsiteX35" fmla="*/ 116893 w 605264"/>
                    <a:gd name="connsiteY35" fmla="*/ 126457 h 380485"/>
                    <a:gd name="connsiteX36" fmla="*/ 141588 w 605264"/>
                    <a:gd name="connsiteY36" fmla="*/ 105002 h 380485"/>
                    <a:gd name="connsiteX37" fmla="*/ 116893 w 605264"/>
                    <a:gd name="connsiteY37" fmla="*/ 83546 h 380485"/>
                    <a:gd name="connsiteX38" fmla="*/ 52678 w 605264"/>
                    <a:gd name="connsiteY38" fmla="*/ 83546 h 380485"/>
                    <a:gd name="connsiteX39" fmla="*/ 52678 w 605264"/>
                    <a:gd name="connsiteY39" fmla="*/ 27478 h 380485"/>
                    <a:gd name="connsiteX40" fmla="*/ 26314 w 605264"/>
                    <a:gd name="connsiteY40" fmla="*/ 0 h 380485"/>
                    <a:gd name="connsiteX41" fmla="*/ 0 w 605264"/>
                    <a:gd name="connsiteY41" fmla="*/ 27579 h 380485"/>
                    <a:gd name="connsiteX42" fmla="*/ 0 w 605264"/>
                    <a:gd name="connsiteY42" fmla="*/ 287527 h 380485"/>
                    <a:gd name="connsiteX43" fmla="*/ 93312 w 605264"/>
                    <a:gd name="connsiteY43" fmla="*/ 379878 h 380485"/>
                    <a:gd name="connsiteX44" fmla="*/ 129291 w 605264"/>
                    <a:gd name="connsiteY44" fmla="*/ 373856 h 380485"/>
                    <a:gd name="connsiteX45" fmla="*/ 129494 w 605264"/>
                    <a:gd name="connsiteY45" fmla="*/ 373856 h 380485"/>
                    <a:gd name="connsiteX46" fmla="*/ 175087 w 605264"/>
                    <a:gd name="connsiteY46" fmla="*/ 335702 h 380485"/>
                    <a:gd name="connsiteX47" fmla="*/ 288084 w 605264"/>
                    <a:gd name="connsiteY47" fmla="*/ 380435 h 380485"/>
                    <a:gd name="connsiteX48" fmla="*/ 354931 w 605264"/>
                    <a:gd name="connsiteY48" fmla="*/ 365102 h 380485"/>
                    <a:gd name="connsiteX49" fmla="*/ 354982 w 605264"/>
                    <a:gd name="connsiteY49" fmla="*/ 365102 h 380485"/>
                    <a:gd name="connsiteX50" fmla="*/ 443335 w 605264"/>
                    <a:gd name="connsiteY50" fmla="*/ 237025 h 380485"/>
                    <a:gd name="connsiteX51" fmla="*/ 454872 w 605264"/>
                    <a:gd name="connsiteY51" fmla="*/ 199124 h 380485"/>
                    <a:gd name="connsiteX52" fmla="*/ 454720 w 605264"/>
                    <a:gd name="connsiteY52" fmla="*/ 198921 h 380485"/>
                    <a:gd name="connsiteX53" fmla="*/ 487815 w 605264"/>
                    <a:gd name="connsiteY53" fmla="*/ 229334 h 380485"/>
                    <a:gd name="connsiteX54" fmla="*/ 528955 w 605264"/>
                    <a:gd name="connsiteY54" fmla="*/ 257924 h 380485"/>
                    <a:gd name="connsiteX55" fmla="*/ 545756 w 605264"/>
                    <a:gd name="connsiteY55" fmla="*/ 270676 h 380485"/>
                    <a:gd name="connsiteX56" fmla="*/ 555320 w 605264"/>
                    <a:gd name="connsiteY56" fmla="*/ 298053 h 380485"/>
                    <a:gd name="connsiteX57" fmla="*/ 509777 w 605264"/>
                    <a:gd name="connsiteY57" fmla="*/ 337624 h 380485"/>
                    <a:gd name="connsiteX58" fmla="*/ 449964 w 605264"/>
                    <a:gd name="connsiteY58" fmla="*/ 324417 h 380485"/>
                    <a:gd name="connsiteX59" fmla="*/ 429672 w 605264"/>
                    <a:gd name="connsiteY59" fmla="*/ 344760 h 380485"/>
                    <a:gd name="connsiteX60" fmla="*/ 445612 w 605264"/>
                    <a:gd name="connsiteY60" fmla="*/ 366215 h 380485"/>
                    <a:gd name="connsiteX61" fmla="*/ 510384 w 605264"/>
                    <a:gd name="connsiteY61" fmla="*/ 380485 h 380485"/>
                    <a:gd name="connsiteX62" fmla="*/ 580621 w 605264"/>
                    <a:gd name="connsiteY62" fmla="*/ 356297 h 380485"/>
                    <a:gd name="connsiteX63" fmla="*/ 584467 w 605264"/>
                    <a:gd name="connsiteY63" fmla="*/ 352299 h 380485"/>
                    <a:gd name="connsiteX64" fmla="*/ 605265 w 605264"/>
                    <a:gd name="connsiteY64" fmla="*/ 298053 h 380485"/>
                    <a:gd name="connsiteX65" fmla="*/ 559165 w 605264"/>
                    <a:gd name="connsiteY65" fmla="*/ 220023 h 38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grpFill/>
                <a:ln w="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57C39D41-711D-AA9B-DE60-414E6BE2CD45}"/>
                    </a:ext>
                  </a:extLst>
                </p:cNvPr>
                <p:cNvSpPr/>
                <p:nvPr/>
              </p:nvSpPr>
              <p:spPr>
                <a:xfrm>
                  <a:off x="439539" y="2580150"/>
                  <a:ext cx="5060" cy="151"/>
                </a:xfrm>
                <a:custGeom>
                  <a:avLst/>
                  <a:gdLst>
                    <a:gd name="connsiteX0" fmla="*/ 0 w 5060"/>
                    <a:gd name="connsiteY0" fmla="*/ 0 h 151"/>
                    <a:gd name="connsiteX1" fmla="*/ 0 w 5060"/>
                    <a:gd name="connsiteY1" fmla="*/ 0 h 151"/>
                    <a:gd name="connsiteX2" fmla="*/ 0 w 5060"/>
                    <a:gd name="connsiteY2" fmla="*/ 152 h 151"/>
                    <a:gd name="connsiteX3" fmla="*/ 0 w 5060"/>
                    <a:gd name="connsiteY3" fmla="*/ 0 h 151"/>
                  </a:gdLst>
                  <a:ahLst/>
                  <a:cxnLst>
                    <a:cxn ang="0">
                      <a:pos x="connsiteX0" y="connsiteY0"/>
                    </a:cxn>
                    <a:cxn ang="0">
                      <a:pos x="connsiteX1" y="connsiteY1"/>
                    </a:cxn>
                    <a:cxn ang="0">
                      <a:pos x="connsiteX2" y="connsiteY2"/>
                    </a:cxn>
                    <a:cxn ang="0">
                      <a:pos x="connsiteX3" y="connsiteY3"/>
                    </a:cxn>
                  </a:cxnLst>
                  <a:rect l="l" t="t" r="r" b="b"/>
                  <a:pathLst>
                    <a:path w="5060" h="151">
                      <a:moveTo>
                        <a:pt x="0" y="0"/>
                      </a:moveTo>
                      <a:cubicBezTo>
                        <a:pt x="0" y="0"/>
                        <a:pt x="0" y="0"/>
                        <a:pt x="0" y="0"/>
                      </a:cubicBezTo>
                      <a:cubicBezTo>
                        <a:pt x="0" y="51"/>
                        <a:pt x="0" y="101"/>
                        <a:pt x="0" y="152"/>
                      </a:cubicBezTo>
                      <a:cubicBezTo>
                        <a:pt x="0" y="152"/>
                        <a:pt x="0" y="51"/>
                        <a:pt x="0" y="0"/>
                      </a:cubicBezTo>
                      <a:close/>
                    </a:path>
                  </a:pathLst>
                </a:custGeom>
                <a:grpFill/>
                <a:ln w="0" cap="flat">
                  <a:noFill/>
                  <a:prstDash val="solid"/>
                  <a:miter/>
                </a:ln>
              </p:spPr>
              <p:txBody>
                <a:bodyPr rtlCol="0" anchor="ctr"/>
                <a:lstStyle/>
                <a:p>
                  <a:endParaRPr lang="en-US"/>
                </a:p>
              </p:txBody>
            </p:sp>
          </p:grpSp>
          <p:grpSp>
            <p:nvGrpSpPr>
              <p:cNvPr id="18" name="Graphic 8">
                <a:extLst>
                  <a:ext uri="{FF2B5EF4-FFF2-40B4-BE49-F238E27FC236}">
                    <a16:creationId xmlns:a16="http://schemas.microsoft.com/office/drawing/2014/main" id="{ABE1F10C-97F1-66C9-4270-8365A934E4A1}"/>
                  </a:ext>
                </a:extLst>
              </p:cNvPr>
              <p:cNvGrpSpPr/>
              <p:nvPr/>
            </p:nvGrpSpPr>
            <p:grpSpPr>
              <a:xfrm>
                <a:off x="684661" y="2427986"/>
                <a:ext cx="896486" cy="379270"/>
                <a:chOff x="684661" y="2427986"/>
                <a:chExt cx="896486" cy="379270"/>
              </a:xfrm>
              <a:grpFill/>
            </p:grpSpPr>
            <p:sp>
              <p:nvSpPr>
                <p:cNvPr id="19" name="Freeform: Shape 18">
                  <a:extLst>
                    <a:ext uri="{FF2B5EF4-FFF2-40B4-BE49-F238E27FC236}">
                      <a16:creationId xmlns:a16="http://schemas.microsoft.com/office/drawing/2014/main" id="{B6592BA9-29CC-BF5B-B651-E2CCE6B95AD2}"/>
                    </a:ext>
                  </a:extLst>
                </p:cNvPr>
                <p:cNvSpPr/>
                <p:nvPr/>
              </p:nvSpPr>
              <p:spPr>
                <a:xfrm>
                  <a:off x="684712"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3F8E3F0-6E5F-88D6-DBEB-2031E235BEA7}"/>
                    </a:ext>
                  </a:extLst>
                </p:cNvPr>
                <p:cNvSpPr/>
                <p:nvPr/>
              </p:nvSpPr>
              <p:spPr>
                <a:xfrm>
                  <a:off x="766739" y="2427986"/>
                  <a:ext cx="111934" cy="94425"/>
                </a:xfrm>
                <a:custGeom>
                  <a:avLst/>
                  <a:gdLst>
                    <a:gd name="connsiteX0" fmla="*/ 36788 w 111934"/>
                    <a:gd name="connsiteY0" fmla="*/ 94426 h 94425"/>
                    <a:gd name="connsiteX1" fmla="*/ 55967 w 111934"/>
                    <a:gd name="connsiteY1" fmla="*/ 37952 h 94425"/>
                    <a:gd name="connsiteX2" fmla="*/ 75146 w 111934"/>
                    <a:gd name="connsiteY2" fmla="*/ 94426 h 94425"/>
                    <a:gd name="connsiteX3" fmla="*/ 111934 w 111934"/>
                    <a:gd name="connsiteY3" fmla="*/ 94426 h 94425"/>
                    <a:gd name="connsiteX4" fmla="*/ 75905 w 111934"/>
                    <a:gd name="connsiteY4" fmla="*/ 0 h 94425"/>
                    <a:gd name="connsiteX5" fmla="*/ 36080 w 111934"/>
                    <a:gd name="connsiteY5" fmla="*/ 0 h 94425"/>
                    <a:gd name="connsiteX6" fmla="*/ 0 w 111934"/>
                    <a:gd name="connsiteY6" fmla="*/ 94426 h 94425"/>
                    <a:gd name="connsiteX7" fmla="*/ 36788 w 11193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30E43E72-11FC-E85B-0ECE-E4F5DB48317F}"/>
                    </a:ext>
                  </a:extLst>
                </p:cNvPr>
                <p:cNvSpPr/>
                <p:nvPr/>
              </p:nvSpPr>
              <p:spPr>
                <a:xfrm>
                  <a:off x="869666"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F61C5303-80CC-79C7-9D5D-F413490EAFFC}"/>
                    </a:ext>
                  </a:extLst>
                </p:cNvPr>
                <p:cNvSpPr/>
                <p:nvPr/>
              </p:nvSpPr>
              <p:spPr>
                <a:xfrm>
                  <a:off x="951694" y="2427986"/>
                  <a:ext cx="111984" cy="94425"/>
                </a:xfrm>
                <a:custGeom>
                  <a:avLst/>
                  <a:gdLst>
                    <a:gd name="connsiteX0" fmla="*/ 36788 w 111984"/>
                    <a:gd name="connsiteY0" fmla="*/ 94426 h 94425"/>
                    <a:gd name="connsiteX1" fmla="*/ 55967 w 111984"/>
                    <a:gd name="connsiteY1" fmla="*/ 37952 h 94425"/>
                    <a:gd name="connsiteX2" fmla="*/ 75146 w 111984"/>
                    <a:gd name="connsiteY2" fmla="*/ 94426 h 94425"/>
                    <a:gd name="connsiteX3" fmla="*/ 111985 w 111984"/>
                    <a:gd name="connsiteY3" fmla="*/ 94426 h 94425"/>
                    <a:gd name="connsiteX4" fmla="*/ 75905 w 111984"/>
                    <a:gd name="connsiteY4" fmla="*/ 0 h 94425"/>
                    <a:gd name="connsiteX5" fmla="*/ 36080 w 111984"/>
                    <a:gd name="connsiteY5" fmla="*/ 0 h 94425"/>
                    <a:gd name="connsiteX6" fmla="*/ 0 w 111984"/>
                    <a:gd name="connsiteY6" fmla="*/ 94426 h 94425"/>
                    <a:gd name="connsiteX7" fmla="*/ 36788 w 11198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A1CCE335-BE9B-C2DB-04D1-A9CDB7D22E11}"/>
                    </a:ext>
                  </a:extLst>
                </p:cNvPr>
                <p:cNvSpPr/>
                <p:nvPr/>
              </p:nvSpPr>
              <p:spPr>
                <a:xfrm>
                  <a:off x="1334356" y="2569675"/>
                  <a:ext cx="74842" cy="94476"/>
                </a:xfrm>
                <a:custGeom>
                  <a:avLst/>
                  <a:gdLst>
                    <a:gd name="connsiteX0" fmla="*/ 15434 w 74842"/>
                    <a:gd name="connsiteY0" fmla="*/ 20292 h 94476"/>
                    <a:gd name="connsiteX1" fmla="*/ 32335 w 74842"/>
                    <a:gd name="connsiteY1" fmla="*/ 52880 h 94476"/>
                    <a:gd name="connsiteX2" fmla="*/ 56979 w 74842"/>
                    <a:gd name="connsiteY2" fmla="*/ 94426 h 94476"/>
                    <a:gd name="connsiteX3" fmla="*/ 74842 w 74842"/>
                    <a:gd name="connsiteY3" fmla="*/ 94426 h 94476"/>
                    <a:gd name="connsiteX4" fmla="*/ 74842 w 74842"/>
                    <a:gd name="connsiteY4" fmla="*/ 0 h 94476"/>
                    <a:gd name="connsiteX5" fmla="*/ 58902 w 74842"/>
                    <a:gd name="connsiteY5" fmla="*/ 0 h 94476"/>
                    <a:gd name="connsiteX6" fmla="*/ 58902 w 74842"/>
                    <a:gd name="connsiteY6" fmla="*/ 32943 h 94476"/>
                    <a:gd name="connsiteX7" fmla="*/ 60420 w 74842"/>
                    <a:gd name="connsiteY7" fmla="*/ 72110 h 94476"/>
                    <a:gd name="connsiteX8" fmla="*/ 60117 w 74842"/>
                    <a:gd name="connsiteY8" fmla="*/ 72211 h 94476"/>
                    <a:gd name="connsiteX9" fmla="*/ 44075 w 74842"/>
                    <a:gd name="connsiteY9" fmla="*/ 40584 h 94476"/>
                    <a:gd name="connsiteX10" fmla="*/ 19685 w 74842"/>
                    <a:gd name="connsiteY10" fmla="*/ 51 h 94476"/>
                    <a:gd name="connsiteX11" fmla="*/ 0 w 74842"/>
                    <a:gd name="connsiteY11" fmla="*/ 51 h 94476"/>
                    <a:gd name="connsiteX12" fmla="*/ 0 w 74842"/>
                    <a:gd name="connsiteY12" fmla="*/ 94476 h 94476"/>
                    <a:gd name="connsiteX13" fmla="*/ 15940 w 74842"/>
                    <a:gd name="connsiteY13" fmla="*/ 94476 h 94476"/>
                    <a:gd name="connsiteX14" fmla="*/ 15940 w 74842"/>
                    <a:gd name="connsiteY14" fmla="*/ 60673 h 94476"/>
                    <a:gd name="connsiteX15" fmla="*/ 15029 w 74842"/>
                    <a:gd name="connsiteY15" fmla="*/ 20444 h 94476"/>
                    <a:gd name="connsiteX16" fmla="*/ 15485 w 74842"/>
                    <a:gd name="connsiteY16" fmla="*/ 20342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grpFill/>
                <a:ln w="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5D163E49-74C3-3135-4C49-25ADF887EFE6}"/>
                    </a:ext>
                  </a:extLst>
                </p:cNvPr>
                <p:cNvSpPr/>
                <p:nvPr/>
              </p:nvSpPr>
              <p:spPr>
                <a:xfrm>
                  <a:off x="1238412" y="2569624"/>
                  <a:ext cx="82837" cy="94425"/>
                </a:xfrm>
                <a:custGeom>
                  <a:avLst/>
                  <a:gdLst>
                    <a:gd name="connsiteX0" fmla="*/ 25858 w 82837"/>
                    <a:gd name="connsiteY0" fmla="*/ 67758 h 94425"/>
                    <a:gd name="connsiteX1" fmla="*/ 55815 w 82837"/>
                    <a:gd name="connsiteY1" fmla="*/ 67758 h 94425"/>
                    <a:gd name="connsiteX2" fmla="*/ 64367 w 82837"/>
                    <a:gd name="connsiteY2" fmla="*/ 94426 h 94425"/>
                    <a:gd name="connsiteX3" fmla="*/ 82838 w 82837"/>
                    <a:gd name="connsiteY3" fmla="*/ 94426 h 94425"/>
                    <a:gd name="connsiteX4" fmla="*/ 52172 w 82837"/>
                    <a:gd name="connsiteY4" fmla="*/ 0 h 94425"/>
                    <a:gd name="connsiteX5" fmla="*/ 30261 w 82837"/>
                    <a:gd name="connsiteY5" fmla="*/ 0 h 94425"/>
                    <a:gd name="connsiteX6" fmla="*/ 0 w 82837"/>
                    <a:gd name="connsiteY6" fmla="*/ 94426 h 94425"/>
                    <a:gd name="connsiteX7" fmla="*/ 17812 w 82837"/>
                    <a:gd name="connsiteY7" fmla="*/ 94426 h 94425"/>
                    <a:gd name="connsiteX8" fmla="*/ 25858 w 82837"/>
                    <a:gd name="connsiteY8" fmla="*/ 67758 h 94425"/>
                    <a:gd name="connsiteX9" fmla="*/ 35979 w 82837"/>
                    <a:gd name="connsiteY9" fmla="*/ 31374 h 94425"/>
                    <a:gd name="connsiteX10" fmla="*/ 40432 w 82837"/>
                    <a:gd name="connsiteY10" fmla="*/ 13663 h 94425"/>
                    <a:gd name="connsiteX11" fmla="*/ 40736 w 82837"/>
                    <a:gd name="connsiteY11" fmla="*/ 13663 h 94425"/>
                    <a:gd name="connsiteX12" fmla="*/ 45492 w 82837"/>
                    <a:gd name="connsiteY12" fmla="*/ 31425 h 94425"/>
                    <a:gd name="connsiteX13" fmla="*/ 52931 w 82837"/>
                    <a:gd name="connsiteY13" fmla="*/ 54702 h 94425"/>
                    <a:gd name="connsiteX14" fmla="*/ 28641 w 82837"/>
                    <a:gd name="connsiteY14" fmla="*/ 54702 h 94425"/>
                    <a:gd name="connsiteX15" fmla="*/ 35928 w 82837"/>
                    <a:gd name="connsiteY15" fmla="*/ 31374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grpFill/>
                <a:ln w="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884620B5-7439-9E11-0F3C-D38EF0B85259}"/>
                    </a:ext>
                  </a:extLst>
                </p:cNvPr>
                <p:cNvSpPr/>
                <p:nvPr/>
              </p:nvSpPr>
              <p:spPr>
                <a:xfrm>
                  <a:off x="956906" y="2568157"/>
                  <a:ext cx="61280" cy="97411"/>
                </a:xfrm>
                <a:custGeom>
                  <a:avLst/>
                  <a:gdLst>
                    <a:gd name="connsiteX0" fmla="*/ 26617 w 61280"/>
                    <a:gd name="connsiteY0" fmla="*/ 83141 h 97411"/>
                    <a:gd name="connsiteX1" fmla="*/ 3846 w 61280"/>
                    <a:gd name="connsiteY1" fmla="*/ 77119 h 97411"/>
                    <a:gd name="connsiteX2" fmla="*/ 0 w 61280"/>
                    <a:gd name="connsiteY2" fmla="*/ 91389 h 97411"/>
                    <a:gd name="connsiteX3" fmla="*/ 25504 w 61280"/>
                    <a:gd name="connsiteY3" fmla="*/ 97411 h 97411"/>
                    <a:gd name="connsiteX4" fmla="*/ 61280 w 61280"/>
                    <a:gd name="connsiteY4" fmla="*/ 69023 h 97411"/>
                    <a:gd name="connsiteX5" fmla="*/ 37042 w 61280"/>
                    <a:gd name="connsiteY5" fmla="*/ 40938 h 97411"/>
                    <a:gd name="connsiteX6" fmla="*/ 18976 w 61280"/>
                    <a:gd name="connsiteY6" fmla="*/ 25453 h 97411"/>
                    <a:gd name="connsiteX7" fmla="*/ 34562 w 61280"/>
                    <a:gd name="connsiteY7" fmla="*/ 14068 h 97411"/>
                    <a:gd name="connsiteX8" fmla="*/ 53386 w 61280"/>
                    <a:gd name="connsiteY8" fmla="*/ 18571 h 97411"/>
                    <a:gd name="connsiteX9" fmla="*/ 57536 w 61280"/>
                    <a:gd name="connsiteY9" fmla="*/ 4655 h 97411"/>
                    <a:gd name="connsiteX10" fmla="*/ 34916 w 61280"/>
                    <a:gd name="connsiteY10" fmla="*/ 0 h 97411"/>
                    <a:gd name="connsiteX11" fmla="*/ 1569 w 61280"/>
                    <a:gd name="connsiteY11" fmla="*/ 27123 h 97411"/>
                    <a:gd name="connsiteX12" fmla="*/ 27123 w 61280"/>
                    <a:gd name="connsiteY12" fmla="*/ 54550 h 97411"/>
                    <a:gd name="connsiteX13" fmla="*/ 43822 w 61280"/>
                    <a:gd name="connsiteY13" fmla="*/ 70237 h 97411"/>
                    <a:gd name="connsiteX14" fmla="*/ 26668 w 61280"/>
                    <a:gd name="connsiteY14" fmla="*/ 83141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grpFill/>
                <a:ln w="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54DAAC7A-B43C-46E5-6860-3790382C5837}"/>
                    </a:ext>
                  </a:extLst>
                </p:cNvPr>
                <p:cNvSpPr/>
                <p:nvPr/>
              </p:nvSpPr>
              <p:spPr>
                <a:xfrm>
                  <a:off x="684661"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3B9A379-7EA4-B272-3051-086C1705C02D}"/>
                    </a:ext>
                  </a:extLst>
                </p:cNvPr>
                <p:cNvSpPr/>
                <p:nvPr/>
              </p:nvSpPr>
              <p:spPr>
                <a:xfrm>
                  <a:off x="1173286" y="2569675"/>
                  <a:ext cx="71350" cy="94425"/>
                </a:xfrm>
                <a:custGeom>
                  <a:avLst/>
                  <a:gdLst>
                    <a:gd name="connsiteX0" fmla="*/ 44177 w 71350"/>
                    <a:gd name="connsiteY0" fmla="*/ 94426 h 94425"/>
                    <a:gd name="connsiteX1" fmla="*/ 44177 w 71350"/>
                    <a:gd name="connsiteY1" fmla="*/ 14473 h 94425"/>
                    <a:gd name="connsiteX2" fmla="*/ 71351 w 71350"/>
                    <a:gd name="connsiteY2" fmla="*/ 14473 h 94425"/>
                    <a:gd name="connsiteX3" fmla="*/ 71351 w 71350"/>
                    <a:gd name="connsiteY3" fmla="*/ 0 h 94425"/>
                    <a:gd name="connsiteX4" fmla="*/ 0 w 71350"/>
                    <a:gd name="connsiteY4" fmla="*/ 0 h 94425"/>
                    <a:gd name="connsiteX5" fmla="*/ 0 w 71350"/>
                    <a:gd name="connsiteY5" fmla="*/ 14473 h 94425"/>
                    <a:gd name="connsiteX6" fmla="*/ 26921 w 71350"/>
                    <a:gd name="connsiteY6" fmla="*/ 14473 h 94425"/>
                    <a:gd name="connsiteX7" fmla="*/ 26921 w 71350"/>
                    <a:gd name="connsiteY7" fmla="*/ 94426 h 94425"/>
                    <a:gd name="connsiteX8" fmla="*/ 44177 w 71350"/>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grpFill/>
                <a:ln w="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A173BD-B35F-F550-434E-A21A928F8238}"/>
                    </a:ext>
                  </a:extLst>
                </p:cNvPr>
                <p:cNvSpPr/>
                <p:nvPr/>
              </p:nvSpPr>
              <p:spPr>
                <a:xfrm>
                  <a:off x="1502763" y="2569675"/>
                  <a:ext cx="78384" cy="94476"/>
                </a:xfrm>
                <a:custGeom>
                  <a:avLst/>
                  <a:gdLst>
                    <a:gd name="connsiteX0" fmla="*/ 58953 w 78384"/>
                    <a:gd name="connsiteY0" fmla="*/ 0 h 94476"/>
                    <a:gd name="connsiteX1" fmla="*/ 47618 w 78384"/>
                    <a:gd name="connsiteY1" fmla="*/ 24188 h 94476"/>
                    <a:gd name="connsiteX2" fmla="*/ 39470 w 78384"/>
                    <a:gd name="connsiteY2" fmla="*/ 42962 h 94476"/>
                    <a:gd name="connsiteX3" fmla="*/ 39167 w 78384"/>
                    <a:gd name="connsiteY3" fmla="*/ 42962 h 94476"/>
                    <a:gd name="connsiteX4" fmla="*/ 30918 w 78384"/>
                    <a:gd name="connsiteY4" fmla="*/ 24239 h 94476"/>
                    <a:gd name="connsiteX5" fmla="*/ 19685 w 78384"/>
                    <a:gd name="connsiteY5" fmla="*/ 0 h 94476"/>
                    <a:gd name="connsiteX6" fmla="*/ 0 w 78384"/>
                    <a:gd name="connsiteY6" fmla="*/ 0 h 94476"/>
                    <a:gd name="connsiteX7" fmla="*/ 29805 w 78384"/>
                    <a:gd name="connsiteY7" fmla="*/ 55157 h 94476"/>
                    <a:gd name="connsiteX8" fmla="*/ 29805 w 78384"/>
                    <a:gd name="connsiteY8" fmla="*/ 94476 h 94476"/>
                    <a:gd name="connsiteX9" fmla="*/ 47061 w 78384"/>
                    <a:gd name="connsiteY9" fmla="*/ 94476 h 94476"/>
                    <a:gd name="connsiteX10" fmla="*/ 47061 w 78384"/>
                    <a:gd name="connsiteY10" fmla="*/ 54702 h 94476"/>
                    <a:gd name="connsiteX11" fmla="*/ 78384 w 78384"/>
                    <a:gd name="connsiteY11" fmla="*/ 51 h 94476"/>
                    <a:gd name="connsiteX12" fmla="*/ 58953 w 78384"/>
                    <a:gd name="connsiteY12"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grpFill/>
                <a:ln w="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44C8347-BB78-5DD5-537A-B4C6D847A549}"/>
                    </a:ext>
                  </a:extLst>
                </p:cNvPr>
                <p:cNvSpPr/>
                <p:nvPr/>
              </p:nvSpPr>
              <p:spPr>
                <a:xfrm>
                  <a:off x="763045" y="2568106"/>
                  <a:ext cx="88656" cy="97562"/>
                </a:xfrm>
                <a:custGeom>
                  <a:avLst/>
                  <a:gdLst>
                    <a:gd name="connsiteX0" fmla="*/ 44936 w 88656"/>
                    <a:gd name="connsiteY0" fmla="*/ 0 h 97562"/>
                    <a:gd name="connsiteX1" fmla="*/ 0 w 88656"/>
                    <a:gd name="connsiteY1" fmla="*/ 49490 h 97562"/>
                    <a:gd name="connsiteX2" fmla="*/ 43519 w 88656"/>
                    <a:gd name="connsiteY2" fmla="*/ 97563 h 97562"/>
                    <a:gd name="connsiteX3" fmla="*/ 43671 w 88656"/>
                    <a:gd name="connsiteY3" fmla="*/ 97563 h 97562"/>
                    <a:gd name="connsiteX4" fmla="*/ 88657 w 88656"/>
                    <a:gd name="connsiteY4" fmla="*/ 47820 h 97562"/>
                    <a:gd name="connsiteX5" fmla="*/ 44936 w 88656"/>
                    <a:gd name="connsiteY5" fmla="*/ 0 h 97562"/>
                    <a:gd name="connsiteX6" fmla="*/ 44278 w 88656"/>
                    <a:gd name="connsiteY6" fmla="*/ 83748 h 97562"/>
                    <a:gd name="connsiteX7" fmla="*/ 44126 w 88656"/>
                    <a:gd name="connsiteY7" fmla="*/ 83748 h 97562"/>
                    <a:gd name="connsiteX8" fmla="*/ 18065 w 88656"/>
                    <a:gd name="connsiteY8" fmla="*/ 49085 h 97562"/>
                    <a:gd name="connsiteX9" fmla="*/ 44278 w 88656"/>
                    <a:gd name="connsiteY9" fmla="*/ 13815 h 97562"/>
                    <a:gd name="connsiteX10" fmla="*/ 70288 w 88656"/>
                    <a:gd name="connsiteY10" fmla="*/ 48478 h 97562"/>
                    <a:gd name="connsiteX11" fmla="*/ 44227 w 88656"/>
                    <a:gd name="connsiteY11" fmla="*/ 83748 h 97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grpFill/>
                <a:ln w="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BCDB9967-7651-FD33-40ED-5B17BCC9256E}"/>
                    </a:ext>
                  </a:extLst>
                </p:cNvPr>
                <p:cNvSpPr/>
                <p:nvPr/>
              </p:nvSpPr>
              <p:spPr>
                <a:xfrm>
                  <a:off x="1423923"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5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E1B1D7FF-D2A0-B5CF-4D2D-F9D9E471DE84}"/>
                    </a:ext>
                  </a:extLst>
                </p:cNvPr>
                <p:cNvSpPr/>
                <p:nvPr/>
              </p:nvSpPr>
              <p:spPr>
                <a:xfrm>
                  <a:off x="1126832" y="2569675"/>
                  <a:ext cx="56017" cy="94425"/>
                </a:xfrm>
                <a:custGeom>
                  <a:avLst/>
                  <a:gdLst>
                    <a:gd name="connsiteX0" fmla="*/ 17205 w 56017"/>
                    <a:gd name="connsiteY0" fmla="*/ 0 h 94425"/>
                    <a:gd name="connsiteX1" fmla="*/ 0 w 56017"/>
                    <a:gd name="connsiteY1" fmla="*/ 0 h 94425"/>
                    <a:gd name="connsiteX2" fmla="*/ 0 w 56017"/>
                    <a:gd name="connsiteY2" fmla="*/ 94426 h 94425"/>
                    <a:gd name="connsiteX3" fmla="*/ 56018 w 56017"/>
                    <a:gd name="connsiteY3" fmla="*/ 94426 h 94425"/>
                    <a:gd name="connsiteX4" fmla="*/ 56018 w 56017"/>
                    <a:gd name="connsiteY4" fmla="*/ 79953 h 94425"/>
                    <a:gd name="connsiteX5" fmla="*/ 17205 w 56017"/>
                    <a:gd name="connsiteY5" fmla="*/ 79953 h 94425"/>
                    <a:gd name="connsiteX6" fmla="*/ 17205 w 56017"/>
                    <a:gd name="connsiteY6" fmla="*/ 0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17" h="94425">
                      <a:moveTo>
                        <a:pt x="17205" y="0"/>
                      </a:moveTo>
                      <a:lnTo>
                        <a:pt x="0" y="0"/>
                      </a:lnTo>
                      <a:lnTo>
                        <a:pt x="0" y="94426"/>
                      </a:lnTo>
                      <a:lnTo>
                        <a:pt x="56018" y="94426"/>
                      </a:lnTo>
                      <a:lnTo>
                        <a:pt x="56018" y="79953"/>
                      </a:lnTo>
                      <a:lnTo>
                        <a:pt x="17205" y="79953"/>
                      </a:lnTo>
                      <a:lnTo>
                        <a:pt x="17205" y="0"/>
                      </a:lnTo>
                      <a:close/>
                    </a:path>
                  </a:pathLst>
                </a:custGeom>
                <a:grpFill/>
                <a:ln w="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BFD47FD3-8C41-AB29-4014-B2CF56A5F8AC}"/>
                    </a:ext>
                  </a:extLst>
                </p:cNvPr>
                <p:cNvSpPr/>
                <p:nvPr/>
              </p:nvSpPr>
              <p:spPr>
                <a:xfrm>
                  <a:off x="1033469" y="2569675"/>
                  <a:ext cx="73728" cy="95994"/>
                </a:xfrm>
                <a:custGeom>
                  <a:avLst/>
                  <a:gdLst>
                    <a:gd name="connsiteX0" fmla="*/ 73729 w 73728"/>
                    <a:gd name="connsiteY0" fmla="*/ 53943 h 95994"/>
                    <a:gd name="connsiteX1" fmla="*/ 73729 w 73728"/>
                    <a:gd name="connsiteY1" fmla="*/ 0 h 95994"/>
                    <a:gd name="connsiteX2" fmla="*/ 56473 w 73728"/>
                    <a:gd name="connsiteY2" fmla="*/ 0 h 95994"/>
                    <a:gd name="connsiteX3" fmla="*/ 56473 w 73728"/>
                    <a:gd name="connsiteY3" fmla="*/ 55056 h 95994"/>
                    <a:gd name="connsiteX4" fmla="*/ 36586 w 73728"/>
                    <a:gd name="connsiteY4" fmla="*/ 82078 h 95994"/>
                    <a:gd name="connsiteX5" fmla="*/ 17256 w 73728"/>
                    <a:gd name="connsiteY5" fmla="*/ 55056 h 95994"/>
                    <a:gd name="connsiteX6" fmla="*/ 17256 w 73728"/>
                    <a:gd name="connsiteY6" fmla="*/ 0 h 95994"/>
                    <a:gd name="connsiteX7" fmla="*/ 0 w 73728"/>
                    <a:gd name="connsiteY7" fmla="*/ 0 h 95994"/>
                    <a:gd name="connsiteX8" fmla="*/ 0 w 73728"/>
                    <a:gd name="connsiteY8" fmla="*/ 54044 h 95994"/>
                    <a:gd name="connsiteX9" fmla="*/ 35928 w 73728"/>
                    <a:gd name="connsiteY9" fmla="*/ 95994 h 95994"/>
                    <a:gd name="connsiteX10" fmla="*/ 73678 w 73728"/>
                    <a:gd name="connsiteY10" fmla="*/ 53943 h 95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grpFill/>
                <a:ln w="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2181DEC8-92DE-0E8D-18A5-D0C37057E3FB}"/>
                    </a:ext>
                  </a:extLst>
                </p:cNvPr>
                <p:cNvSpPr/>
                <p:nvPr/>
              </p:nvSpPr>
              <p:spPr>
                <a:xfrm>
                  <a:off x="866428" y="2569675"/>
                  <a:ext cx="74892" cy="94476"/>
                </a:xfrm>
                <a:custGeom>
                  <a:avLst/>
                  <a:gdLst>
                    <a:gd name="connsiteX0" fmla="*/ 74842 w 74892"/>
                    <a:gd name="connsiteY0" fmla="*/ 0 h 94476"/>
                    <a:gd name="connsiteX1" fmla="*/ 58902 w 74892"/>
                    <a:gd name="connsiteY1" fmla="*/ 0 h 94476"/>
                    <a:gd name="connsiteX2" fmla="*/ 58902 w 74892"/>
                    <a:gd name="connsiteY2" fmla="*/ 32943 h 94476"/>
                    <a:gd name="connsiteX3" fmla="*/ 60420 w 74892"/>
                    <a:gd name="connsiteY3" fmla="*/ 72110 h 94476"/>
                    <a:gd name="connsiteX4" fmla="*/ 60117 w 74892"/>
                    <a:gd name="connsiteY4" fmla="*/ 72211 h 94476"/>
                    <a:gd name="connsiteX5" fmla="*/ 44075 w 74892"/>
                    <a:gd name="connsiteY5" fmla="*/ 40584 h 94476"/>
                    <a:gd name="connsiteX6" fmla="*/ 19685 w 74892"/>
                    <a:gd name="connsiteY6" fmla="*/ 51 h 94476"/>
                    <a:gd name="connsiteX7" fmla="*/ 0 w 74892"/>
                    <a:gd name="connsiteY7" fmla="*/ 51 h 94476"/>
                    <a:gd name="connsiteX8" fmla="*/ 0 w 74892"/>
                    <a:gd name="connsiteY8" fmla="*/ 94476 h 94476"/>
                    <a:gd name="connsiteX9" fmla="*/ 15940 w 74892"/>
                    <a:gd name="connsiteY9" fmla="*/ 94476 h 94476"/>
                    <a:gd name="connsiteX10" fmla="*/ 15940 w 74892"/>
                    <a:gd name="connsiteY10" fmla="*/ 60673 h 94476"/>
                    <a:gd name="connsiteX11" fmla="*/ 15029 w 74892"/>
                    <a:gd name="connsiteY11" fmla="*/ 20444 h 94476"/>
                    <a:gd name="connsiteX12" fmla="*/ 15485 w 74892"/>
                    <a:gd name="connsiteY12" fmla="*/ 20342 h 94476"/>
                    <a:gd name="connsiteX13" fmla="*/ 32386 w 74892"/>
                    <a:gd name="connsiteY13" fmla="*/ 52931 h 94476"/>
                    <a:gd name="connsiteX14" fmla="*/ 57030 w 74892"/>
                    <a:gd name="connsiteY14" fmla="*/ 94476 h 94476"/>
                    <a:gd name="connsiteX15" fmla="*/ 74893 w 74892"/>
                    <a:gd name="connsiteY15" fmla="*/ 94476 h 94476"/>
                    <a:gd name="connsiteX16" fmla="*/ 74893 w 74892"/>
                    <a:gd name="connsiteY16"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grpFill/>
                <a:ln w="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025F5A4C-C1E9-F793-B211-C75B1785DDE8}"/>
                    </a:ext>
                  </a:extLst>
                </p:cNvPr>
                <p:cNvSpPr/>
                <p:nvPr/>
              </p:nvSpPr>
              <p:spPr>
                <a:xfrm>
                  <a:off x="997743" y="2711313"/>
                  <a:ext cx="17205" cy="94425"/>
                </a:xfrm>
                <a:custGeom>
                  <a:avLst/>
                  <a:gdLst>
                    <a:gd name="connsiteX0" fmla="*/ 0 w 17205"/>
                    <a:gd name="connsiteY0" fmla="*/ 0 h 94425"/>
                    <a:gd name="connsiteX1" fmla="*/ 17205 w 17205"/>
                    <a:gd name="connsiteY1" fmla="*/ 0 h 94425"/>
                    <a:gd name="connsiteX2" fmla="*/ 17205 w 17205"/>
                    <a:gd name="connsiteY2" fmla="*/ 94426 h 94425"/>
                    <a:gd name="connsiteX3" fmla="*/ 0 w 17205"/>
                    <a:gd name="connsiteY3" fmla="*/ 94426 h 94425"/>
                  </a:gdLst>
                  <a:ahLst/>
                  <a:cxnLst>
                    <a:cxn ang="0">
                      <a:pos x="connsiteX0" y="connsiteY0"/>
                    </a:cxn>
                    <a:cxn ang="0">
                      <a:pos x="connsiteX1" y="connsiteY1"/>
                    </a:cxn>
                    <a:cxn ang="0">
                      <a:pos x="connsiteX2" y="connsiteY2"/>
                    </a:cxn>
                    <a:cxn ang="0">
                      <a:pos x="connsiteX3" y="connsiteY3"/>
                    </a:cxn>
                  </a:cxnLst>
                  <a:rect l="l" t="t" r="r" b="b"/>
                  <a:pathLst>
                    <a:path w="17205" h="94425">
                      <a:moveTo>
                        <a:pt x="0" y="0"/>
                      </a:moveTo>
                      <a:lnTo>
                        <a:pt x="17205" y="0"/>
                      </a:lnTo>
                      <a:lnTo>
                        <a:pt x="17205" y="94426"/>
                      </a:lnTo>
                      <a:lnTo>
                        <a:pt x="0" y="94426"/>
                      </a:lnTo>
                      <a:close/>
                    </a:path>
                  </a:pathLst>
                </a:custGeom>
                <a:grpFill/>
                <a:ln w="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F77E86D8-3A6A-6986-BD21-6675587F06FB}"/>
                    </a:ext>
                  </a:extLst>
                </p:cNvPr>
                <p:cNvSpPr/>
                <p:nvPr/>
              </p:nvSpPr>
              <p:spPr>
                <a:xfrm>
                  <a:off x="833536" y="2711262"/>
                  <a:ext cx="66239" cy="94476"/>
                </a:xfrm>
                <a:custGeom>
                  <a:avLst/>
                  <a:gdLst>
                    <a:gd name="connsiteX0" fmla="*/ 45796 w 66239"/>
                    <a:gd name="connsiteY0" fmla="*/ 50198 h 94476"/>
                    <a:gd name="connsiteX1" fmla="*/ 45796 w 66239"/>
                    <a:gd name="connsiteY1" fmla="*/ 49794 h 94476"/>
                    <a:gd name="connsiteX2" fmla="*/ 62799 w 66239"/>
                    <a:gd name="connsiteY2" fmla="*/ 26364 h 94476"/>
                    <a:gd name="connsiteX3" fmla="*/ 54753 w 66239"/>
                    <a:gd name="connsiteY3" fmla="*/ 7540 h 94476"/>
                    <a:gd name="connsiteX4" fmla="*/ 25909 w 66239"/>
                    <a:gd name="connsiteY4" fmla="*/ 0 h 94476"/>
                    <a:gd name="connsiteX5" fmla="*/ 0 w 66239"/>
                    <a:gd name="connsiteY5" fmla="*/ 2024 h 94476"/>
                    <a:gd name="connsiteX6" fmla="*/ 0 w 66239"/>
                    <a:gd name="connsiteY6" fmla="*/ 94476 h 94476"/>
                    <a:gd name="connsiteX7" fmla="*/ 16952 w 66239"/>
                    <a:gd name="connsiteY7" fmla="*/ 94476 h 94476"/>
                    <a:gd name="connsiteX8" fmla="*/ 16952 w 66239"/>
                    <a:gd name="connsiteY8" fmla="*/ 55967 h 94476"/>
                    <a:gd name="connsiteX9" fmla="*/ 25555 w 66239"/>
                    <a:gd name="connsiteY9" fmla="*/ 55967 h 94476"/>
                    <a:gd name="connsiteX10" fmla="*/ 42406 w 66239"/>
                    <a:gd name="connsiteY10" fmla="*/ 72363 h 94476"/>
                    <a:gd name="connsiteX11" fmla="*/ 48680 w 66239"/>
                    <a:gd name="connsiteY11" fmla="*/ 94476 h 94476"/>
                    <a:gd name="connsiteX12" fmla="*/ 66240 w 66239"/>
                    <a:gd name="connsiteY12" fmla="*/ 94476 h 94476"/>
                    <a:gd name="connsiteX13" fmla="*/ 58852 w 66239"/>
                    <a:gd name="connsiteY13" fmla="*/ 68365 h 94476"/>
                    <a:gd name="connsiteX14" fmla="*/ 45796 w 66239"/>
                    <a:gd name="connsiteY14" fmla="*/ 50249 h 94476"/>
                    <a:gd name="connsiteX15" fmla="*/ 27022 w 66239"/>
                    <a:gd name="connsiteY15" fmla="*/ 43367 h 94476"/>
                    <a:gd name="connsiteX16" fmla="*/ 16901 w 66239"/>
                    <a:gd name="connsiteY16" fmla="*/ 43367 h 94476"/>
                    <a:gd name="connsiteX17" fmla="*/ 16901 w 66239"/>
                    <a:gd name="connsiteY17" fmla="*/ 13764 h 94476"/>
                    <a:gd name="connsiteX18" fmla="*/ 27528 w 66239"/>
                    <a:gd name="connsiteY18" fmla="*/ 12904 h 94476"/>
                    <a:gd name="connsiteX19" fmla="*/ 45745 w 66239"/>
                    <a:gd name="connsiteY19" fmla="*/ 27933 h 94476"/>
                    <a:gd name="connsiteX20" fmla="*/ 27022 w 66239"/>
                    <a:gd name="connsiteY20" fmla="*/ 43367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grp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EE2389B6-3FC7-B6A4-A70B-6E8C5195C1F1}"/>
                    </a:ext>
                  </a:extLst>
                </p:cNvPr>
                <p:cNvSpPr/>
                <p:nvPr/>
              </p:nvSpPr>
              <p:spPr>
                <a:xfrm>
                  <a:off x="904835" y="2711313"/>
                  <a:ext cx="82837" cy="94425"/>
                </a:xfrm>
                <a:custGeom>
                  <a:avLst/>
                  <a:gdLst>
                    <a:gd name="connsiteX0" fmla="*/ 50704 w 82837"/>
                    <a:gd name="connsiteY0" fmla="*/ 43215 h 94425"/>
                    <a:gd name="connsiteX1" fmla="*/ 41140 w 82837"/>
                    <a:gd name="connsiteY1" fmla="*/ 77372 h 94425"/>
                    <a:gd name="connsiteX2" fmla="*/ 40837 w 82837"/>
                    <a:gd name="connsiteY2" fmla="*/ 77372 h 94425"/>
                    <a:gd name="connsiteX3" fmla="*/ 31627 w 82837"/>
                    <a:gd name="connsiteY3" fmla="*/ 42962 h 94425"/>
                    <a:gd name="connsiteX4" fmla="*/ 18774 w 82837"/>
                    <a:gd name="connsiteY4" fmla="*/ 0 h 94425"/>
                    <a:gd name="connsiteX5" fmla="*/ 0 w 82837"/>
                    <a:gd name="connsiteY5" fmla="*/ 0 h 94425"/>
                    <a:gd name="connsiteX6" fmla="*/ 30514 w 82837"/>
                    <a:gd name="connsiteY6" fmla="*/ 94426 h 94425"/>
                    <a:gd name="connsiteX7" fmla="*/ 50249 w 82837"/>
                    <a:gd name="connsiteY7" fmla="*/ 94426 h 94425"/>
                    <a:gd name="connsiteX8" fmla="*/ 82837 w 82837"/>
                    <a:gd name="connsiteY8" fmla="*/ 0 h 94425"/>
                    <a:gd name="connsiteX9" fmla="*/ 64519 w 82837"/>
                    <a:gd name="connsiteY9" fmla="*/ 0 h 94425"/>
                    <a:gd name="connsiteX10" fmla="*/ 50755 w 82837"/>
                    <a:gd name="connsiteY10" fmla="*/ 43215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grpFill/>
                <a:ln w="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E8305D0C-D65E-A011-D438-8031F0150AA6}"/>
                    </a:ext>
                  </a:extLst>
                </p:cNvPr>
                <p:cNvSpPr/>
                <p:nvPr/>
              </p:nvSpPr>
              <p:spPr>
                <a:xfrm>
                  <a:off x="1116964" y="2711313"/>
                  <a:ext cx="56979" cy="94425"/>
                </a:xfrm>
                <a:custGeom>
                  <a:avLst/>
                  <a:gdLst>
                    <a:gd name="connsiteX0" fmla="*/ 17205 w 56979"/>
                    <a:gd name="connsiteY0" fmla="*/ 52526 h 94425"/>
                    <a:gd name="connsiteX1" fmla="*/ 52779 w 56979"/>
                    <a:gd name="connsiteY1" fmla="*/ 52526 h 94425"/>
                    <a:gd name="connsiteX2" fmla="*/ 52779 w 56979"/>
                    <a:gd name="connsiteY2" fmla="*/ 38458 h 94425"/>
                    <a:gd name="connsiteX3" fmla="*/ 17205 w 56979"/>
                    <a:gd name="connsiteY3" fmla="*/ 38458 h 94425"/>
                    <a:gd name="connsiteX4" fmla="*/ 17205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05 w 56979"/>
                    <a:gd name="connsiteY11" fmla="*/ 80257 h 94425"/>
                    <a:gd name="connsiteX12" fmla="*/ 17205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grpFill/>
                <a:ln w="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29F9E58C-3C1A-3AA4-F7A7-BD5F44A4DA1F}"/>
                    </a:ext>
                  </a:extLst>
                </p:cNvPr>
                <p:cNvSpPr/>
                <p:nvPr/>
              </p:nvSpPr>
              <p:spPr>
                <a:xfrm>
                  <a:off x="1029724" y="2709846"/>
                  <a:ext cx="73374" cy="97411"/>
                </a:xfrm>
                <a:custGeom>
                  <a:avLst/>
                  <a:gdLst>
                    <a:gd name="connsiteX0" fmla="*/ 51261 w 73374"/>
                    <a:gd name="connsiteY0" fmla="*/ 14219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19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grpFill/>
                <a:ln w="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23EFE9CA-11E3-EADA-441F-24B2B6E38AEF}"/>
                    </a:ext>
                  </a:extLst>
                </p:cNvPr>
                <p:cNvSpPr/>
                <p:nvPr/>
              </p:nvSpPr>
              <p:spPr>
                <a:xfrm>
                  <a:off x="684712"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C02EADE3-B10D-BE63-D2EB-D7E810DC357C}"/>
                    </a:ext>
                  </a:extLst>
                </p:cNvPr>
                <p:cNvSpPr/>
                <p:nvPr/>
              </p:nvSpPr>
              <p:spPr>
                <a:xfrm>
                  <a:off x="761426" y="2711313"/>
                  <a:ext cx="56979" cy="94425"/>
                </a:xfrm>
                <a:custGeom>
                  <a:avLst/>
                  <a:gdLst>
                    <a:gd name="connsiteX0" fmla="*/ 17256 w 56979"/>
                    <a:gd name="connsiteY0" fmla="*/ 52526 h 94425"/>
                    <a:gd name="connsiteX1" fmla="*/ 52779 w 56979"/>
                    <a:gd name="connsiteY1" fmla="*/ 52526 h 94425"/>
                    <a:gd name="connsiteX2" fmla="*/ 52779 w 56979"/>
                    <a:gd name="connsiteY2" fmla="*/ 38458 h 94425"/>
                    <a:gd name="connsiteX3" fmla="*/ 17256 w 56979"/>
                    <a:gd name="connsiteY3" fmla="*/ 38458 h 94425"/>
                    <a:gd name="connsiteX4" fmla="*/ 17256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56 w 56979"/>
                    <a:gd name="connsiteY11" fmla="*/ 80257 h 94425"/>
                    <a:gd name="connsiteX12" fmla="*/ 17256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grpFill/>
                <a:ln w="0"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D1D7AF11-ABA2-8706-4F81-AA276C806566}"/>
                    </a:ext>
                  </a:extLst>
                </p:cNvPr>
                <p:cNvSpPr/>
                <p:nvPr/>
              </p:nvSpPr>
              <p:spPr>
                <a:xfrm>
                  <a:off x="1184874"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grpSp>
        </p:grpSp>
        <p:grpSp>
          <p:nvGrpSpPr>
            <p:cNvPr id="9" name="Graphic 8">
              <a:extLst>
                <a:ext uri="{FF2B5EF4-FFF2-40B4-BE49-F238E27FC236}">
                  <a16:creationId xmlns:a16="http://schemas.microsoft.com/office/drawing/2014/main" id="{94FF046B-9556-054B-BA86-D7F768A06322}"/>
                </a:ext>
              </a:extLst>
            </p:cNvPr>
            <p:cNvGrpSpPr/>
            <p:nvPr/>
          </p:nvGrpSpPr>
          <p:grpSpPr>
            <a:xfrm>
              <a:off x="8352719" y="159185"/>
              <a:ext cx="509877" cy="453727"/>
              <a:chOff x="8599610" y="2333965"/>
              <a:chExt cx="542618" cy="474759"/>
            </a:xfrm>
            <a:grpFill/>
          </p:grpSpPr>
          <p:sp>
            <p:nvSpPr>
              <p:cNvPr id="10" name="Freeform: Shape 9">
                <a:extLst>
                  <a:ext uri="{FF2B5EF4-FFF2-40B4-BE49-F238E27FC236}">
                    <a16:creationId xmlns:a16="http://schemas.microsoft.com/office/drawing/2014/main" id="{0DE61E86-8661-D2D4-5FEC-59588A6BEB9B}"/>
                  </a:ext>
                </a:extLst>
              </p:cNvPr>
              <p:cNvSpPr/>
              <p:nvPr/>
            </p:nvSpPr>
            <p:spPr>
              <a:xfrm>
                <a:off x="859961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160 w 130657"/>
                  <a:gd name="connsiteY3" fmla="*/ 39723 h 135211"/>
                  <a:gd name="connsiteX4" fmla="*/ 93160 w 130657"/>
                  <a:gd name="connsiteY4" fmla="*/ 135212 h 135211"/>
                  <a:gd name="connsiteX5" fmla="*/ 38711 w 130657"/>
                  <a:gd name="connsiteY5" fmla="*/ 135212 h 135211"/>
                  <a:gd name="connsiteX6" fmla="*/ 38711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grpFill/>
              <a:ln w="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1E68537-AABB-D39B-9699-34F3CFEFEDCF}"/>
                  </a:ext>
                </a:extLst>
              </p:cNvPr>
              <p:cNvSpPr/>
              <p:nvPr/>
            </p:nvSpPr>
            <p:spPr>
              <a:xfrm>
                <a:off x="8716605" y="2673513"/>
                <a:ext cx="160563" cy="135211"/>
              </a:xfrm>
              <a:custGeom>
                <a:avLst/>
                <a:gdLst>
                  <a:gd name="connsiteX0" fmla="*/ 79801 w 160563"/>
                  <a:gd name="connsiteY0" fmla="*/ 54651 h 135211"/>
                  <a:gd name="connsiteX1" fmla="*/ 52324 w 160563"/>
                  <a:gd name="connsiteY1" fmla="*/ 135212 h 135211"/>
                  <a:gd name="connsiteX2" fmla="*/ 0 w 160563"/>
                  <a:gd name="connsiteY2" fmla="*/ 135212 h 135211"/>
                  <a:gd name="connsiteX3" fmla="*/ 51312 w 160563"/>
                  <a:gd name="connsiteY3" fmla="*/ 0 h 135211"/>
                  <a:gd name="connsiteX4" fmla="*/ 108088 w 160563"/>
                  <a:gd name="connsiteY4" fmla="*/ 0 h 135211"/>
                  <a:gd name="connsiteX5" fmla="*/ 160564 w 160563"/>
                  <a:gd name="connsiteY5" fmla="*/ 135212 h 135211"/>
                  <a:gd name="connsiteX6" fmla="*/ 107633 w 160563"/>
                  <a:gd name="connsiteY6" fmla="*/ 135212 h 135211"/>
                  <a:gd name="connsiteX7" fmla="*/ 79801 w 16056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grpFill/>
              <a:ln w="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CB54FBB-A35D-AE5D-AC63-F6D6A51808E8}"/>
                  </a:ext>
                </a:extLst>
              </p:cNvPr>
              <p:cNvSpPr/>
              <p:nvPr/>
            </p:nvSpPr>
            <p:spPr>
              <a:xfrm>
                <a:off x="886467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211 w 130657"/>
                  <a:gd name="connsiteY3" fmla="*/ 39723 h 135211"/>
                  <a:gd name="connsiteX4" fmla="*/ 93211 w 130657"/>
                  <a:gd name="connsiteY4" fmla="*/ 135212 h 135211"/>
                  <a:gd name="connsiteX5" fmla="*/ 38762 w 130657"/>
                  <a:gd name="connsiteY5" fmla="*/ 135212 h 135211"/>
                  <a:gd name="connsiteX6" fmla="*/ 38762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grpFill/>
              <a:ln w="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17376F5F-70C3-3289-6902-5EF85DC967A7}"/>
                  </a:ext>
                </a:extLst>
              </p:cNvPr>
              <p:cNvSpPr/>
              <p:nvPr/>
            </p:nvSpPr>
            <p:spPr>
              <a:xfrm>
                <a:off x="8981715" y="2673513"/>
                <a:ext cx="160513" cy="135211"/>
              </a:xfrm>
              <a:custGeom>
                <a:avLst/>
                <a:gdLst>
                  <a:gd name="connsiteX0" fmla="*/ 79750 w 160513"/>
                  <a:gd name="connsiteY0" fmla="*/ 54651 h 135211"/>
                  <a:gd name="connsiteX1" fmla="*/ 52273 w 160513"/>
                  <a:gd name="connsiteY1" fmla="*/ 135212 h 135211"/>
                  <a:gd name="connsiteX2" fmla="*/ 0 w 160513"/>
                  <a:gd name="connsiteY2" fmla="*/ 135212 h 135211"/>
                  <a:gd name="connsiteX3" fmla="*/ 51261 w 160513"/>
                  <a:gd name="connsiteY3" fmla="*/ 0 h 135211"/>
                  <a:gd name="connsiteX4" fmla="*/ 108038 w 160513"/>
                  <a:gd name="connsiteY4" fmla="*/ 0 h 135211"/>
                  <a:gd name="connsiteX5" fmla="*/ 160513 w 160513"/>
                  <a:gd name="connsiteY5" fmla="*/ 135212 h 135211"/>
                  <a:gd name="connsiteX6" fmla="*/ 107633 w 160513"/>
                  <a:gd name="connsiteY6" fmla="*/ 135212 h 135211"/>
                  <a:gd name="connsiteX7" fmla="*/ 79750 w 16051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grpFill/>
              <a:ln w="0"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E4819B01-8152-11FA-B64D-F94A3D5E8BE8}"/>
                  </a:ext>
                </a:extLst>
              </p:cNvPr>
              <p:cNvSpPr/>
              <p:nvPr/>
            </p:nvSpPr>
            <p:spPr>
              <a:xfrm>
                <a:off x="8678855" y="2333965"/>
                <a:ext cx="384685" cy="271536"/>
              </a:xfrm>
              <a:custGeom>
                <a:avLst/>
                <a:gdLst>
                  <a:gd name="connsiteX0" fmla="*/ 384584 w 384685"/>
                  <a:gd name="connsiteY0" fmla="*/ 91086 h 271536"/>
                  <a:gd name="connsiteX1" fmla="*/ 365305 w 384685"/>
                  <a:gd name="connsiteY1" fmla="*/ 63709 h 271536"/>
                  <a:gd name="connsiteX2" fmla="*/ 292032 w 384685"/>
                  <a:gd name="connsiteY2" fmla="*/ 17104 h 271536"/>
                  <a:gd name="connsiteX3" fmla="*/ 192292 w 384685"/>
                  <a:gd name="connsiteY3" fmla="*/ 0 h 271536"/>
                  <a:gd name="connsiteX4" fmla="*/ 92553 w 384685"/>
                  <a:gd name="connsiteY4" fmla="*/ 17104 h 271536"/>
                  <a:gd name="connsiteX5" fmla="*/ 19280 w 384685"/>
                  <a:gd name="connsiteY5" fmla="*/ 63709 h 271536"/>
                  <a:gd name="connsiteX6" fmla="*/ 0 w 384685"/>
                  <a:gd name="connsiteY6" fmla="*/ 91136 h 271536"/>
                  <a:gd name="connsiteX7" fmla="*/ 167800 w 384685"/>
                  <a:gd name="connsiteY7" fmla="*/ 67909 h 271536"/>
                  <a:gd name="connsiteX8" fmla="*/ 180603 w 384685"/>
                  <a:gd name="connsiteY8" fmla="*/ 73122 h 271536"/>
                  <a:gd name="connsiteX9" fmla="*/ 183589 w 384685"/>
                  <a:gd name="connsiteY9" fmla="*/ 98879 h 271536"/>
                  <a:gd name="connsiteX10" fmla="*/ 181818 w 384685"/>
                  <a:gd name="connsiteY10" fmla="*/ 271334 h 271536"/>
                  <a:gd name="connsiteX11" fmla="*/ 192343 w 384685"/>
                  <a:gd name="connsiteY11" fmla="*/ 271537 h 271536"/>
                  <a:gd name="connsiteX12" fmla="*/ 202919 w 384685"/>
                  <a:gd name="connsiteY12" fmla="*/ 271334 h 271536"/>
                  <a:gd name="connsiteX13" fmla="*/ 201148 w 384685"/>
                  <a:gd name="connsiteY13" fmla="*/ 98879 h 271536"/>
                  <a:gd name="connsiteX14" fmla="*/ 204134 w 384685"/>
                  <a:gd name="connsiteY14" fmla="*/ 73122 h 271536"/>
                  <a:gd name="connsiteX15" fmla="*/ 216936 w 384685"/>
                  <a:gd name="connsiteY15" fmla="*/ 67909 h 271536"/>
                  <a:gd name="connsiteX16" fmla="*/ 384686 w 384685"/>
                  <a:gd name="connsiteY16" fmla="*/ 91086 h 27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grp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ADDF2D3D-B16A-0AA4-382C-F3DEE2B9D1F1}"/>
                  </a:ext>
                </a:extLst>
              </p:cNvPr>
              <p:cNvSpPr/>
              <p:nvPr/>
            </p:nvSpPr>
            <p:spPr>
              <a:xfrm>
                <a:off x="8907519" y="2429876"/>
                <a:ext cx="166901" cy="168288"/>
              </a:xfrm>
              <a:custGeom>
                <a:avLst/>
                <a:gdLst>
                  <a:gd name="connsiteX0" fmla="*/ 164219 w 166901"/>
                  <a:gd name="connsiteY0" fmla="*/ 17592 h 168288"/>
                  <a:gd name="connsiteX1" fmla="*/ 31284 w 166901"/>
                  <a:gd name="connsiteY1" fmla="*/ 184 h 168288"/>
                  <a:gd name="connsiteX2" fmla="*/ 1328 w 166901"/>
                  <a:gd name="connsiteY2" fmla="*/ 32469 h 168288"/>
                  <a:gd name="connsiteX3" fmla="*/ 2137 w 166901"/>
                  <a:gd name="connsiteY3" fmla="*/ 37530 h 168288"/>
                  <a:gd name="connsiteX4" fmla="*/ 29210 w 166901"/>
                  <a:gd name="connsiteY4" fmla="*/ 168288 h 168288"/>
                  <a:gd name="connsiteX5" fmla="*/ 166901 w 166901"/>
                  <a:gd name="connsiteY5" fmla="*/ 39807 h 168288"/>
                  <a:gd name="connsiteX6" fmla="*/ 164219 w 166901"/>
                  <a:gd name="connsiteY6" fmla="*/ 17592 h 16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grpFill/>
              <a:ln w="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239725B3-21C7-8D04-5B63-51FA8A69FD17}"/>
                  </a:ext>
                </a:extLst>
              </p:cNvPr>
              <p:cNvSpPr/>
              <p:nvPr/>
            </p:nvSpPr>
            <p:spPr>
              <a:xfrm>
                <a:off x="8667823" y="2429927"/>
                <a:ext cx="166901" cy="168389"/>
              </a:xfrm>
              <a:custGeom>
                <a:avLst/>
                <a:gdLst>
                  <a:gd name="connsiteX0" fmla="*/ 165574 w 166901"/>
                  <a:gd name="connsiteY0" fmla="*/ 32469 h 168389"/>
                  <a:gd name="connsiteX1" fmla="*/ 135616 w 166901"/>
                  <a:gd name="connsiteY1" fmla="*/ 184 h 168389"/>
                  <a:gd name="connsiteX2" fmla="*/ 2631 w 166901"/>
                  <a:gd name="connsiteY2" fmla="*/ 17592 h 168389"/>
                  <a:gd name="connsiteX3" fmla="*/ 0 w 166901"/>
                  <a:gd name="connsiteY3" fmla="*/ 39807 h 168389"/>
                  <a:gd name="connsiteX4" fmla="*/ 30261 w 166901"/>
                  <a:gd name="connsiteY4" fmla="*/ 111815 h 168389"/>
                  <a:gd name="connsiteX5" fmla="*/ 103534 w 166901"/>
                  <a:gd name="connsiteY5" fmla="*/ 158421 h 168389"/>
                  <a:gd name="connsiteX6" fmla="*/ 137640 w 166901"/>
                  <a:gd name="connsiteY6" fmla="*/ 168389 h 168389"/>
                  <a:gd name="connsiteX7" fmla="*/ 165017 w 166901"/>
                  <a:gd name="connsiteY7" fmla="*/ 35860 h 168389"/>
                  <a:gd name="connsiteX8" fmla="*/ 165523 w 166901"/>
                  <a:gd name="connsiteY8" fmla="*/ 32469 h 168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grpFill/>
              <a:ln w="0" cap="flat">
                <a:noFill/>
                <a:prstDash val="solid"/>
                <a:miter/>
              </a:ln>
            </p:spPr>
            <p:txBody>
              <a:bodyPr rtlCol="0" anchor="ctr"/>
              <a:lstStyle/>
              <a:p>
                <a:endParaRPr lang="en-US"/>
              </a:p>
            </p:txBody>
          </p:sp>
        </p:grpSp>
      </p:grpSp>
      <p:pic>
        <p:nvPicPr>
          <p:cNvPr id="3" name="Picture 3">
            <a:extLst>
              <a:ext uri="{FF2B5EF4-FFF2-40B4-BE49-F238E27FC236}">
                <a16:creationId xmlns:a16="http://schemas.microsoft.com/office/drawing/2014/main" id="{4A17F92D-EA49-67C5-1772-6F7AEE2E178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228" y="128"/>
            <a:ext cx="9143543" cy="5143243"/>
          </a:xfrm>
          <a:prstGeom prst="rect">
            <a:avLst/>
          </a:prstGeom>
        </p:spPr>
      </p:pic>
    </p:spTree>
    <p:extLst>
      <p:ext uri="{BB962C8B-B14F-4D97-AF65-F5344CB8AC3E}">
        <p14:creationId xmlns:p14="http://schemas.microsoft.com/office/powerpoint/2010/main" val="38449485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White with Medium wave">
    <p:bg>
      <p:bgPr>
        <a:gradFill flip="none" rotWithShape="1">
          <a:gsLst>
            <a:gs pos="35000">
              <a:srgbClr val="142233"/>
            </a:gs>
            <a:gs pos="0">
              <a:schemeClr val="tx1"/>
            </a:gs>
            <a:gs pos="100000">
              <a:srgbClr val="4E84C4"/>
            </a:gs>
          </a:gsLst>
          <a:lin ang="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B4C1E-9D56-3F0B-29DD-309F9B711AD1}"/>
              </a:ext>
            </a:extLst>
          </p:cNvPr>
          <p:cNvSpPr>
            <a:spLocks noGrp="1"/>
          </p:cNvSpPr>
          <p:nvPr>
            <p:ph type="title"/>
          </p:nvPr>
        </p:nvSpPr>
        <p:spPr>
          <a:xfrm>
            <a:off x="277814" y="1937528"/>
            <a:ext cx="5010466" cy="504625"/>
          </a:xfrm>
          <a:prstGeom prst="rect">
            <a:avLst/>
          </a:prstGeom>
        </p:spPr>
        <p:txBody>
          <a:bodyPr vert="horz" wrap="square" lIns="0" tIns="12065" rIns="0" bIns="0" rtlCol="0" anchor="ctr">
            <a:spAutoFit/>
          </a:bodyPr>
          <a:lstStyle>
            <a:lvl1pPr>
              <a:defRPr lang="en-US">
                <a:solidFill>
                  <a:schemeClr val="bg1"/>
                </a:solidFill>
                <a:latin typeface="+mj-lt"/>
                <a:cs typeface="+mj-cs"/>
              </a:defRPr>
            </a:lvl1pPr>
          </a:lstStyle>
          <a:p>
            <a:pPr marL="5776" lvl="0" defTabSz="914310">
              <a:spcBef>
                <a:spcPts val="43"/>
              </a:spcBef>
            </a:pPr>
            <a:r>
              <a:rPr lang="en-US"/>
              <a:t>Click to edit Master title style</a:t>
            </a:r>
          </a:p>
        </p:txBody>
      </p:sp>
      <p:grpSp>
        <p:nvGrpSpPr>
          <p:cNvPr id="7" name="Group 6">
            <a:extLst>
              <a:ext uri="{FF2B5EF4-FFF2-40B4-BE49-F238E27FC236}">
                <a16:creationId xmlns:a16="http://schemas.microsoft.com/office/drawing/2014/main" id="{8E0BC0AA-1C00-53EA-F674-76069458B38F}"/>
              </a:ext>
            </a:extLst>
          </p:cNvPr>
          <p:cNvGrpSpPr/>
          <p:nvPr userDrawn="1"/>
        </p:nvGrpSpPr>
        <p:grpSpPr>
          <a:xfrm>
            <a:off x="268664" y="159185"/>
            <a:ext cx="8556433" cy="451747"/>
            <a:chOff x="268664" y="159185"/>
            <a:chExt cx="8593932" cy="453727"/>
          </a:xfrm>
          <a:solidFill>
            <a:schemeClr val="bg1"/>
          </a:solidFill>
        </p:grpSpPr>
        <p:grpSp>
          <p:nvGrpSpPr>
            <p:cNvPr id="8" name="Group 7">
              <a:extLst>
                <a:ext uri="{FF2B5EF4-FFF2-40B4-BE49-F238E27FC236}">
                  <a16:creationId xmlns:a16="http://schemas.microsoft.com/office/drawing/2014/main" id="{8F38B36A-EDA8-48AE-4DF9-D6F4DF998A1C}"/>
                </a:ext>
              </a:extLst>
            </p:cNvPr>
            <p:cNvGrpSpPr/>
            <p:nvPr userDrawn="1"/>
          </p:nvGrpSpPr>
          <p:grpSpPr>
            <a:xfrm>
              <a:off x="268664" y="259103"/>
              <a:ext cx="1481677" cy="353809"/>
              <a:chOff x="0" y="2427986"/>
              <a:chExt cx="1581147" cy="380839"/>
            </a:xfrm>
            <a:grpFill/>
          </p:grpSpPr>
          <p:grpSp>
            <p:nvGrpSpPr>
              <p:cNvPr id="17" name="Graphic 8">
                <a:extLst>
                  <a:ext uri="{FF2B5EF4-FFF2-40B4-BE49-F238E27FC236}">
                    <a16:creationId xmlns:a16="http://schemas.microsoft.com/office/drawing/2014/main" id="{B21428D9-7936-C319-911C-E744C6EA2FC7}"/>
                  </a:ext>
                </a:extLst>
              </p:cNvPr>
              <p:cNvGrpSpPr/>
              <p:nvPr/>
            </p:nvGrpSpPr>
            <p:grpSpPr>
              <a:xfrm>
                <a:off x="0" y="2428340"/>
                <a:ext cx="605264" cy="380485"/>
                <a:chOff x="0" y="2428340"/>
                <a:chExt cx="605264" cy="380485"/>
              </a:xfrm>
              <a:grpFill/>
            </p:grpSpPr>
            <p:sp>
              <p:nvSpPr>
                <p:cNvPr id="42" name="Freeform: Shape 41">
                  <a:extLst>
                    <a:ext uri="{FF2B5EF4-FFF2-40B4-BE49-F238E27FC236}">
                      <a16:creationId xmlns:a16="http://schemas.microsoft.com/office/drawing/2014/main" id="{5EC37624-5B5C-D1D9-3E9C-8F33ADE729CE}"/>
                    </a:ext>
                  </a:extLst>
                </p:cNvPr>
                <p:cNvSpPr/>
                <p:nvPr/>
              </p:nvSpPr>
              <p:spPr>
                <a:xfrm>
                  <a:off x="0" y="2428340"/>
                  <a:ext cx="605264" cy="380485"/>
                </a:xfrm>
                <a:custGeom>
                  <a:avLst/>
                  <a:gdLst>
                    <a:gd name="connsiteX0" fmla="*/ 559165 w 605264"/>
                    <a:gd name="connsiteY0" fmla="*/ 219921 h 380485"/>
                    <a:gd name="connsiteX1" fmla="*/ 514179 w 605264"/>
                    <a:gd name="connsiteY1" fmla="*/ 188598 h 380485"/>
                    <a:gd name="connsiteX2" fmla="*/ 512459 w 605264"/>
                    <a:gd name="connsiteY2" fmla="*/ 187384 h 380485"/>
                    <a:gd name="connsiteX3" fmla="*/ 488928 w 605264"/>
                    <a:gd name="connsiteY3" fmla="*/ 150747 h 380485"/>
                    <a:gd name="connsiteX4" fmla="*/ 523490 w 605264"/>
                    <a:gd name="connsiteY4" fmla="*/ 122156 h 380485"/>
                    <a:gd name="connsiteX5" fmla="*/ 576725 w 605264"/>
                    <a:gd name="connsiteY5" fmla="*/ 134250 h 380485"/>
                    <a:gd name="connsiteX6" fmla="*/ 597017 w 605264"/>
                    <a:gd name="connsiteY6" fmla="*/ 113908 h 380485"/>
                    <a:gd name="connsiteX7" fmla="*/ 581077 w 605264"/>
                    <a:gd name="connsiteY7" fmla="*/ 92452 h 380485"/>
                    <a:gd name="connsiteX8" fmla="*/ 521820 w 605264"/>
                    <a:gd name="connsiteY8" fmla="*/ 80358 h 380485"/>
                    <a:gd name="connsiteX9" fmla="*/ 465297 w 605264"/>
                    <a:gd name="connsiteY9" fmla="*/ 97968 h 380485"/>
                    <a:gd name="connsiteX10" fmla="*/ 458111 w 605264"/>
                    <a:gd name="connsiteY10" fmla="*/ 111023 h 380485"/>
                    <a:gd name="connsiteX11" fmla="*/ 465297 w 605264"/>
                    <a:gd name="connsiteY11" fmla="*/ 97917 h 380485"/>
                    <a:gd name="connsiteX12" fmla="*/ 457048 w 605264"/>
                    <a:gd name="connsiteY12" fmla="*/ 105052 h 380485"/>
                    <a:gd name="connsiteX13" fmla="*/ 456846 w 605264"/>
                    <a:gd name="connsiteY13" fmla="*/ 105305 h 380485"/>
                    <a:gd name="connsiteX14" fmla="*/ 415908 w 605264"/>
                    <a:gd name="connsiteY14" fmla="*/ 184752 h 380485"/>
                    <a:gd name="connsiteX15" fmla="*/ 403308 w 605264"/>
                    <a:gd name="connsiteY15" fmla="*/ 226500 h 380485"/>
                    <a:gd name="connsiteX16" fmla="*/ 289703 w 605264"/>
                    <a:gd name="connsiteY16" fmla="*/ 335297 h 380485"/>
                    <a:gd name="connsiteX17" fmla="*/ 190369 w 605264"/>
                    <a:gd name="connsiteY17" fmla="*/ 230346 h 380485"/>
                    <a:gd name="connsiteX18" fmla="*/ 281050 w 605264"/>
                    <a:gd name="connsiteY18" fmla="*/ 124889 h 380485"/>
                    <a:gd name="connsiteX19" fmla="*/ 284188 w 605264"/>
                    <a:gd name="connsiteY19" fmla="*/ 124838 h 380485"/>
                    <a:gd name="connsiteX20" fmla="*/ 336866 w 605264"/>
                    <a:gd name="connsiteY20" fmla="*/ 136376 h 380485"/>
                    <a:gd name="connsiteX21" fmla="*/ 355538 w 605264"/>
                    <a:gd name="connsiteY21" fmla="*/ 140778 h 380485"/>
                    <a:gd name="connsiteX22" fmla="*/ 377500 w 605264"/>
                    <a:gd name="connsiteY22" fmla="*/ 118766 h 380485"/>
                    <a:gd name="connsiteX23" fmla="*/ 377500 w 605264"/>
                    <a:gd name="connsiteY23" fmla="*/ 118766 h 380485"/>
                    <a:gd name="connsiteX24" fmla="*/ 377500 w 605264"/>
                    <a:gd name="connsiteY24" fmla="*/ 118766 h 380485"/>
                    <a:gd name="connsiteX25" fmla="*/ 361054 w 605264"/>
                    <a:gd name="connsiteY25" fmla="*/ 96804 h 380485"/>
                    <a:gd name="connsiteX26" fmla="*/ 284238 w 605264"/>
                    <a:gd name="connsiteY26" fmla="*/ 80307 h 380485"/>
                    <a:gd name="connsiteX27" fmla="*/ 137742 w 605264"/>
                    <a:gd name="connsiteY27" fmla="*/ 231459 h 380485"/>
                    <a:gd name="connsiteX28" fmla="*/ 137742 w 605264"/>
                    <a:gd name="connsiteY28" fmla="*/ 231459 h 380485"/>
                    <a:gd name="connsiteX29" fmla="*/ 137742 w 605264"/>
                    <a:gd name="connsiteY29" fmla="*/ 231459 h 380485"/>
                    <a:gd name="connsiteX30" fmla="*/ 137742 w 605264"/>
                    <a:gd name="connsiteY30" fmla="*/ 231459 h 380485"/>
                    <a:gd name="connsiteX31" fmla="*/ 149786 w 605264"/>
                    <a:gd name="connsiteY31" fmla="*/ 295725 h 380485"/>
                    <a:gd name="connsiteX32" fmla="*/ 98221 w 605264"/>
                    <a:gd name="connsiteY32" fmla="*/ 333677 h 380485"/>
                    <a:gd name="connsiteX33" fmla="*/ 52678 w 605264"/>
                    <a:gd name="connsiteY33" fmla="*/ 281455 h 380485"/>
                    <a:gd name="connsiteX34" fmla="*/ 52678 w 605264"/>
                    <a:gd name="connsiteY34" fmla="*/ 126457 h 380485"/>
                    <a:gd name="connsiteX35" fmla="*/ 116893 w 605264"/>
                    <a:gd name="connsiteY35" fmla="*/ 126457 h 380485"/>
                    <a:gd name="connsiteX36" fmla="*/ 141588 w 605264"/>
                    <a:gd name="connsiteY36" fmla="*/ 105002 h 380485"/>
                    <a:gd name="connsiteX37" fmla="*/ 116893 w 605264"/>
                    <a:gd name="connsiteY37" fmla="*/ 83546 h 380485"/>
                    <a:gd name="connsiteX38" fmla="*/ 52678 w 605264"/>
                    <a:gd name="connsiteY38" fmla="*/ 83546 h 380485"/>
                    <a:gd name="connsiteX39" fmla="*/ 52678 w 605264"/>
                    <a:gd name="connsiteY39" fmla="*/ 27478 h 380485"/>
                    <a:gd name="connsiteX40" fmla="*/ 26314 w 605264"/>
                    <a:gd name="connsiteY40" fmla="*/ 0 h 380485"/>
                    <a:gd name="connsiteX41" fmla="*/ 0 w 605264"/>
                    <a:gd name="connsiteY41" fmla="*/ 27579 h 380485"/>
                    <a:gd name="connsiteX42" fmla="*/ 0 w 605264"/>
                    <a:gd name="connsiteY42" fmla="*/ 287527 h 380485"/>
                    <a:gd name="connsiteX43" fmla="*/ 93312 w 605264"/>
                    <a:gd name="connsiteY43" fmla="*/ 379878 h 380485"/>
                    <a:gd name="connsiteX44" fmla="*/ 129291 w 605264"/>
                    <a:gd name="connsiteY44" fmla="*/ 373856 h 380485"/>
                    <a:gd name="connsiteX45" fmla="*/ 129494 w 605264"/>
                    <a:gd name="connsiteY45" fmla="*/ 373856 h 380485"/>
                    <a:gd name="connsiteX46" fmla="*/ 175087 w 605264"/>
                    <a:gd name="connsiteY46" fmla="*/ 335702 h 380485"/>
                    <a:gd name="connsiteX47" fmla="*/ 288084 w 605264"/>
                    <a:gd name="connsiteY47" fmla="*/ 380435 h 380485"/>
                    <a:gd name="connsiteX48" fmla="*/ 354931 w 605264"/>
                    <a:gd name="connsiteY48" fmla="*/ 365102 h 380485"/>
                    <a:gd name="connsiteX49" fmla="*/ 354982 w 605264"/>
                    <a:gd name="connsiteY49" fmla="*/ 365102 h 380485"/>
                    <a:gd name="connsiteX50" fmla="*/ 443335 w 605264"/>
                    <a:gd name="connsiteY50" fmla="*/ 237025 h 380485"/>
                    <a:gd name="connsiteX51" fmla="*/ 454872 w 605264"/>
                    <a:gd name="connsiteY51" fmla="*/ 199124 h 380485"/>
                    <a:gd name="connsiteX52" fmla="*/ 454720 w 605264"/>
                    <a:gd name="connsiteY52" fmla="*/ 198921 h 380485"/>
                    <a:gd name="connsiteX53" fmla="*/ 487815 w 605264"/>
                    <a:gd name="connsiteY53" fmla="*/ 229334 h 380485"/>
                    <a:gd name="connsiteX54" fmla="*/ 528955 w 605264"/>
                    <a:gd name="connsiteY54" fmla="*/ 257924 h 380485"/>
                    <a:gd name="connsiteX55" fmla="*/ 545756 w 605264"/>
                    <a:gd name="connsiteY55" fmla="*/ 270676 h 380485"/>
                    <a:gd name="connsiteX56" fmla="*/ 555320 w 605264"/>
                    <a:gd name="connsiteY56" fmla="*/ 298053 h 380485"/>
                    <a:gd name="connsiteX57" fmla="*/ 509777 w 605264"/>
                    <a:gd name="connsiteY57" fmla="*/ 337624 h 380485"/>
                    <a:gd name="connsiteX58" fmla="*/ 449964 w 605264"/>
                    <a:gd name="connsiteY58" fmla="*/ 324417 h 380485"/>
                    <a:gd name="connsiteX59" fmla="*/ 429672 w 605264"/>
                    <a:gd name="connsiteY59" fmla="*/ 344760 h 380485"/>
                    <a:gd name="connsiteX60" fmla="*/ 445612 w 605264"/>
                    <a:gd name="connsiteY60" fmla="*/ 366215 h 380485"/>
                    <a:gd name="connsiteX61" fmla="*/ 510384 w 605264"/>
                    <a:gd name="connsiteY61" fmla="*/ 380485 h 380485"/>
                    <a:gd name="connsiteX62" fmla="*/ 580621 w 605264"/>
                    <a:gd name="connsiteY62" fmla="*/ 356297 h 380485"/>
                    <a:gd name="connsiteX63" fmla="*/ 584467 w 605264"/>
                    <a:gd name="connsiteY63" fmla="*/ 352299 h 380485"/>
                    <a:gd name="connsiteX64" fmla="*/ 605265 w 605264"/>
                    <a:gd name="connsiteY64" fmla="*/ 298053 h 380485"/>
                    <a:gd name="connsiteX65" fmla="*/ 559165 w 605264"/>
                    <a:gd name="connsiteY65" fmla="*/ 220023 h 38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grpFill/>
                <a:ln w="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57C39D41-711D-AA9B-DE60-414E6BE2CD45}"/>
                    </a:ext>
                  </a:extLst>
                </p:cNvPr>
                <p:cNvSpPr/>
                <p:nvPr/>
              </p:nvSpPr>
              <p:spPr>
                <a:xfrm>
                  <a:off x="439539" y="2580150"/>
                  <a:ext cx="5060" cy="151"/>
                </a:xfrm>
                <a:custGeom>
                  <a:avLst/>
                  <a:gdLst>
                    <a:gd name="connsiteX0" fmla="*/ 0 w 5060"/>
                    <a:gd name="connsiteY0" fmla="*/ 0 h 151"/>
                    <a:gd name="connsiteX1" fmla="*/ 0 w 5060"/>
                    <a:gd name="connsiteY1" fmla="*/ 0 h 151"/>
                    <a:gd name="connsiteX2" fmla="*/ 0 w 5060"/>
                    <a:gd name="connsiteY2" fmla="*/ 152 h 151"/>
                    <a:gd name="connsiteX3" fmla="*/ 0 w 5060"/>
                    <a:gd name="connsiteY3" fmla="*/ 0 h 151"/>
                  </a:gdLst>
                  <a:ahLst/>
                  <a:cxnLst>
                    <a:cxn ang="0">
                      <a:pos x="connsiteX0" y="connsiteY0"/>
                    </a:cxn>
                    <a:cxn ang="0">
                      <a:pos x="connsiteX1" y="connsiteY1"/>
                    </a:cxn>
                    <a:cxn ang="0">
                      <a:pos x="connsiteX2" y="connsiteY2"/>
                    </a:cxn>
                    <a:cxn ang="0">
                      <a:pos x="connsiteX3" y="connsiteY3"/>
                    </a:cxn>
                  </a:cxnLst>
                  <a:rect l="l" t="t" r="r" b="b"/>
                  <a:pathLst>
                    <a:path w="5060" h="151">
                      <a:moveTo>
                        <a:pt x="0" y="0"/>
                      </a:moveTo>
                      <a:cubicBezTo>
                        <a:pt x="0" y="0"/>
                        <a:pt x="0" y="0"/>
                        <a:pt x="0" y="0"/>
                      </a:cubicBezTo>
                      <a:cubicBezTo>
                        <a:pt x="0" y="51"/>
                        <a:pt x="0" y="101"/>
                        <a:pt x="0" y="152"/>
                      </a:cubicBezTo>
                      <a:cubicBezTo>
                        <a:pt x="0" y="152"/>
                        <a:pt x="0" y="51"/>
                        <a:pt x="0" y="0"/>
                      </a:cubicBezTo>
                      <a:close/>
                    </a:path>
                  </a:pathLst>
                </a:custGeom>
                <a:grpFill/>
                <a:ln w="0" cap="flat">
                  <a:noFill/>
                  <a:prstDash val="solid"/>
                  <a:miter/>
                </a:ln>
              </p:spPr>
              <p:txBody>
                <a:bodyPr rtlCol="0" anchor="ctr"/>
                <a:lstStyle/>
                <a:p>
                  <a:endParaRPr lang="en-US"/>
                </a:p>
              </p:txBody>
            </p:sp>
          </p:grpSp>
          <p:grpSp>
            <p:nvGrpSpPr>
              <p:cNvPr id="18" name="Graphic 8">
                <a:extLst>
                  <a:ext uri="{FF2B5EF4-FFF2-40B4-BE49-F238E27FC236}">
                    <a16:creationId xmlns:a16="http://schemas.microsoft.com/office/drawing/2014/main" id="{ABE1F10C-97F1-66C9-4270-8365A934E4A1}"/>
                  </a:ext>
                </a:extLst>
              </p:cNvPr>
              <p:cNvGrpSpPr/>
              <p:nvPr/>
            </p:nvGrpSpPr>
            <p:grpSpPr>
              <a:xfrm>
                <a:off x="684661" y="2427986"/>
                <a:ext cx="896486" cy="379270"/>
                <a:chOff x="684661" y="2427986"/>
                <a:chExt cx="896486" cy="379270"/>
              </a:xfrm>
              <a:grpFill/>
            </p:grpSpPr>
            <p:sp>
              <p:nvSpPr>
                <p:cNvPr id="19" name="Freeform: Shape 18">
                  <a:extLst>
                    <a:ext uri="{FF2B5EF4-FFF2-40B4-BE49-F238E27FC236}">
                      <a16:creationId xmlns:a16="http://schemas.microsoft.com/office/drawing/2014/main" id="{B6592BA9-29CC-BF5B-B651-E2CCE6B95AD2}"/>
                    </a:ext>
                  </a:extLst>
                </p:cNvPr>
                <p:cNvSpPr/>
                <p:nvPr/>
              </p:nvSpPr>
              <p:spPr>
                <a:xfrm>
                  <a:off x="684712"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3F8E3F0-6E5F-88D6-DBEB-2031E235BEA7}"/>
                    </a:ext>
                  </a:extLst>
                </p:cNvPr>
                <p:cNvSpPr/>
                <p:nvPr/>
              </p:nvSpPr>
              <p:spPr>
                <a:xfrm>
                  <a:off x="766739" y="2427986"/>
                  <a:ext cx="111934" cy="94425"/>
                </a:xfrm>
                <a:custGeom>
                  <a:avLst/>
                  <a:gdLst>
                    <a:gd name="connsiteX0" fmla="*/ 36788 w 111934"/>
                    <a:gd name="connsiteY0" fmla="*/ 94426 h 94425"/>
                    <a:gd name="connsiteX1" fmla="*/ 55967 w 111934"/>
                    <a:gd name="connsiteY1" fmla="*/ 37952 h 94425"/>
                    <a:gd name="connsiteX2" fmla="*/ 75146 w 111934"/>
                    <a:gd name="connsiteY2" fmla="*/ 94426 h 94425"/>
                    <a:gd name="connsiteX3" fmla="*/ 111934 w 111934"/>
                    <a:gd name="connsiteY3" fmla="*/ 94426 h 94425"/>
                    <a:gd name="connsiteX4" fmla="*/ 75905 w 111934"/>
                    <a:gd name="connsiteY4" fmla="*/ 0 h 94425"/>
                    <a:gd name="connsiteX5" fmla="*/ 36080 w 111934"/>
                    <a:gd name="connsiteY5" fmla="*/ 0 h 94425"/>
                    <a:gd name="connsiteX6" fmla="*/ 0 w 111934"/>
                    <a:gd name="connsiteY6" fmla="*/ 94426 h 94425"/>
                    <a:gd name="connsiteX7" fmla="*/ 36788 w 11193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30E43E72-11FC-E85B-0ECE-E4F5DB48317F}"/>
                    </a:ext>
                  </a:extLst>
                </p:cNvPr>
                <p:cNvSpPr/>
                <p:nvPr/>
              </p:nvSpPr>
              <p:spPr>
                <a:xfrm>
                  <a:off x="869666"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F61C5303-80CC-79C7-9D5D-F413490EAFFC}"/>
                    </a:ext>
                  </a:extLst>
                </p:cNvPr>
                <p:cNvSpPr/>
                <p:nvPr/>
              </p:nvSpPr>
              <p:spPr>
                <a:xfrm>
                  <a:off x="951694" y="2427986"/>
                  <a:ext cx="111984" cy="94425"/>
                </a:xfrm>
                <a:custGeom>
                  <a:avLst/>
                  <a:gdLst>
                    <a:gd name="connsiteX0" fmla="*/ 36788 w 111984"/>
                    <a:gd name="connsiteY0" fmla="*/ 94426 h 94425"/>
                    <a:gd name="connsiteX1" fmla="*/ 55967 w 111984"/>
                    <a:gd name="connsiteY1" fmla="*/ 37952 h 94425"/>
                    <a:gd name="connsiteX2" fmla="*/ 75146 w 111984"/>
                    <a:gd name="connsiteY2" fmla="*/ 94426 h 94425"/>
                    <a:gd name="connsiteX3" fmla="*/ 111985 w 111984"/>
                    <a:gd name="connsiteY3" fmla="*/ 94426 h 94425"/>
                    <a:gd name="connsiteX4" fmla="*/ 75905 w 111984"/>
                    <a:gd name="connsiteY4" fmla="*/ 0 h 94425"/>
                    <a:gd name="connsiteX5" fmla="*/ 36080 w 111984"/>
                    <a:gd name="connsiteY5" fmla="*/ 0 h 94425"/>
                    <a:gd name="connsiteX6" fmla="*/ 0 w 111984"/>
                    <a:gd name="connsiteY6" fmla="*/ 94426 h 94425"/>
                    <a:gd name="connsiteX7" fmla="*/ 36788 w 11198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A1CCE335-BE9B-C2DB-04D1-A9CDB7D22E11}"/>
                    </a:ext>
                  </a:extLst>
                </p:cNvPr>
                <p:cNvSpPr/>
                <p:nvPr/>
              </p:nvSpPr>
              <p:spPr>
                <a:xfrm>
                  <a:off x="1334356" y="2569675"/>
                  <a:ext cx="74842" cy="94476"/>
                </a:xfrm>
                <a:custGeom>
                  <a:avLst/>
                  <a:gdLst>
                    <a:gd name="connsiteX0" fmla="*/ 15434 w 74842"/>
                    <a:gd name="connsiteY0" fmla="*/ 20292 h 94476"/>
                    <a:gd name="connsiteX1" fmla="*/ 32335 w 74842"/>
                    <a:gd name="connsiteY1" fmla="*/ 52880 h 94476"/>
                    <a:gd name="connsiteX2" fmla="*/ 56979 w 74842"/>
                    <a:gd name="connsiteY2" fmla="*/ 94426 h 94476"/>
                    <a:gd name="connsiteX3" fmla="*/ 74842 w 74842"/>
                    <a:gd name="connsiteY3" fmla="*/ 94426 h 94476"/>
                    <a:gd name="connsiteX4" fmla="*/ 74842 w 74842"/>
                    <a:gd name="connsiteY4" fmla="*/ 0 h 94476"/>
                    <a:gd name="connsiteX5" fmla="*/ 58902 w 74842"/>
                    <a:gd name="connsiteY5" fmla="*/ 0 h 94476"/>
                    <a:gd name="connsiteX6" fmla="*/ 58902 w 74842"/>
                    <a:gd name="connsiteY6" fmla="*/ 32943 h 94476"/>
                    <a:gd name="connsiteX7" fmla="*/ 60420 w 74842"/>
                    <a:gd name="connsiteY7" fmla="*/ 72110 h 94476"/>
                    <a:gd name="connsiteX8" fmla="*/ 60117 w 74842"/>
                    <a:gd name="connsiteY8" fmla="*/ 72211 h 94476"/>
                    <a:gd name="connsiteX9" fmla="*/ 44075 w 74842"/>
                    <a:gd name="connsiteY9" fmla="*/ 40584 h 94476"/>
                    <a:gd name="connsiteX10" fmla="*/ 19685 w 74842"/>
                    <a:gd name="connsiteY10" fmla="*/ 51 h 94476"/>
                    <a:gd name="connsiteX11" fmla="*/ 0 w 74842"/>
                    <a:gd name="connsiteY11" fmla="*/ 51 h 94476"/>
                    <a:gd name="connsiteX12" fmla="*/ 0 w 74842"/>
                    <a:gd name="connsiteY12" fmla="*/ 94476 h 94476"/>
                    <a:gd name="connsiteX13" fmla="*/ 15940 w 74842"/>
                    <a:gd name="connsiteY13" fmla="*/ 94476 h 94476"/>
                    <a:gd name="connsiteX14" fmla="*/ 15940 w 74842"/>
                    <a:gd name="connsiteY14" fmla="*/ 60673 h 94476"/>
                    <a:gd name="connsiteX15" fmla="*/ 15029 w 74842"/>
                    <a:gd name="connsiteY15" fmla="*/ 20444 h 94476"/>
                    <a:gd name="connsiteX16" fmla="*/ 15485 w 74842"/>
                    <a:gd name="connsiteY16" fmla="*/ 20342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grpFill/>
                <a:ln w="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5D163E49-74C3-3135-4C49-25ADF887EFE6}"/>
                    </a:ext>
                  </a:extLst>
                </p:cNvPr>
                <p:cNvSpPr/>
                <p:nvPr/>
              </p:nvSpPr>
              <p:spPr>
                <a:xfrm>
                  <a:off x="1238412" y="2569624"/>
                  <a:ext cx="82837" cy="94425"/>
                </a:xfrm>
                <a:custGeom>
                  <a:avLst/>
                  <a:gdLst>
                    <a:gd name="connsiteX0" fmla="*/ 25858 w 82837"/>
                    <a:gd name="connsiteY0" fmla="*/ 67758 h 94425"/>
                    <a:gd name="connsiteX1" fmla="*/ 55815 w 82837"/>
                    <a:gd name="connsiteY1" fmla="*/ 67758 h 94425"/>
                    <a:gd name="connsiteX2" fmla="*/ 64367 w 82837"/>
                    <a:gd name="connsiteY2" fmla="*/ 94426 h 94425"/>
                    <a:gd name="connsiteX3" fmla="*/ 82838 w 82837"/>
                    <a:gd name="connsiteY3" fmla="*/ 94426 h 94425"/>
                    <a:gd name="connsiteX4" fmla="*/ 52172 w 82837"/>
                    <a:gd name="connsiteY4" fmla="*/ 0 h 94425"/>
                    <a:gd name="connsiteX5" fmla="*/ 30261 w 82837"/>
                    <a:gd name="connsiteY5" fmla="*/ 0 h 94425"/>
                    <a:gd name="connsiteX6" fmla="*/ 0 w 82837"/>
                    <a:gd name="connsiteY6" fmla="*/ 94426 h 94425"/>
                    <a:gd name="connsiteX7" fmla="*/ 17812 w 82837"/>
                    <a:gd name="connsiteY7" fmla="*/ 94426 h 94425"/>
                    <a:gd name="connsiteX8" fmla="*/ 25858 w 82837"/>
                    <a:gd name="connsiteY8" fmla="*/ 67758 h 94425"/>
                    <a:gd name="connsiteX9" fmla="*/ 35979 w 82837"/>
                    <a:gd name="connsiteY9" fmla="*/ 31374 h 94425"/>
                    <a:gd name="connsiteX10" fmla="*/ 40432 w 82837"/>
                    <a:gd name="connsiteY10" fmla="*/ 13663 h 94425"/>
                    <a:gd name="connsiteX11" fmla="*/ 40736 w 82837"/>
                    <a:gd name="connsiteY11" fmla="*/ 13663 h 94425"/>
                    <a:gd name="connsiteX12" fmla="*/ 45492 w 82837"/>
                    <a:gd name="connsiteY12" fmla="*/ 31425 h 94425"/>
                    <a:gd name="connsiteX13" fmla="*/ 52931 w 82837"/>
                    <a:gd name="connsiteY13" fmla="*/ 54702 h 94425"/>
                    <a:gd name="connsiteX14" fmla="*/ 28641 w 82837"/>
                    <a:gd name="connsiteY14" fmla="*/ 54702 h 94425"/>
                    <a:gd name="connsiteX15" fmla="*/ 35928 w 82837"/>
                    <a:gd name="connsiteY15" fmla="*/ 31374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grpFill/>
                <a:ln w="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884620B5-7439-9E11-0F3C-D38EF0B85259}"/>
                    </a:ext>
                  </a:extLst>
                </p:cNvPr>
                <p:cNvSpPr/>
                <p:nvPr/>
              </p:nvSpPr>
              <p:spPr>
                <a:xfrm>
                  <a:off x="956906" y="2568157"/>
                  <a:ext cx="61280" cy="97411"/>
                </a:xfrm>
                <a:custGeom>
                  <a:avLst/>
                  <a:gdLst>
                    <a:gd name="connsiteX0" fmla="*/ 26617 w 61280"/>
                    <a:gd name="connsiteY0" fmla="*/ 83141 h 97411"/>
                    <a:gd name="connsiteX1" fmla="*/ 3846 w 61280"/>
                    <a:gd name="connsiteY1" fmla="*/ 77119 h 97411"/>
                    <a:gd name="connsiteX2" fmla="*/ 0 w 61280"/>
                    <a:gd name="connsiteY2" fmla="*/ 91389 h 97411"/>
                    <a:gd name="connsiteX3" fmla="*/ 25504 w 61280"/>
                    <a:gd name="connsiteY3" fmla="*/ 97411 h 97411"/>
                    <a:gd name="connsiteX4" fmla="*/ 61280 w 61280"/>
                    <a:gd name="connsiteY4" fmla="*/ 69023 h 97411"/>
                    <a:gd name="connsiteX5" fmla="*/ 37042 w 61280"/>
                    <a:gd name="connsiteY5" fmla="*/ 40938 h 97411"/>
                    <a:gd name="connsiteX6" fmla="*/ 18976 w 61280"/>
                    <a:gd name="connsiteY6" fmla="*/ 25453 h 97411"/>
                    <a:gd name="connsiteX7" fmla="*/ 34562 w 61280"/>
                    <a:gd name="connsiteY7" fmla="*/ 14068 h 97411"/>
                    <a:gd name="connsiteX8" fmla="*/ 53386 w 61280"/>
                    <a:gd name="connsiteY8" fmla="*/ 18571 h 97411"/>
                    <a:gd name="connsiteX9" fmla="*/ 57536 w 61280"/>
                    <a:gd name="connsiteY9" fmla="*/ 4655 h 97411"/>
                    <a:gd name="connsiteX10" fmla="*/ 34916 w 61280"/>
                    <a:gd name="connsiteY10" fmla="*/ 0 h 97411"/>
                    <a:gd name="connsiteX11" fmla="*/ 1569 w 61280"/>
                    <a:gd name="connsiteY11" fmla="*/ 27123 h 97411"/>
                    <a:gd name="connsiteX12" fmla="*/ 27123 w 61280"/>
                    <a:gd name="connsiteY12" fmla="*/ 54550 h 97411"/>
                    <a:gd name="connsiteX13" fmla="*/ 43822 w 61280"/>
                    <a:gd name="connsiteY13" fmla="*/ 70237 h 97411"/>
                    <a:gd name="connsiteX14" fmla="*/ 26668 w 61280"/>
                    <a:gd name="connsiteY14" fmla="*/ 83141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grpFill/>
                <a:ln w="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54DAAC7A-B43C-46E5-6860-3790382C5837}"/>
                    </a:ext>
                  </a:extLst>
                </p:cNvPr>
                <p:cNvSpPr/>
                <p:nvPr/>
              </p:nvSpPr>
              <p:spPr>
                <a:xfrm>
                  <a:off x="684661"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3B9A379-7EA4-B272-3051-086C1705C02D}"/>
                    </a:ext>
                  </a:extLst>
                </p:cNvPr>
                <p:cNvSpPr/>
                <p:nvPr/>
              </p:nvSpPr>
              <p:spPr>
                <a:xfrm>
                  <a:off x="1173286" y="2569675"/>
                  <a:ext cx="71350" cy="94425"/>
                </a:xfrm>
                <a:custGeom>
                  <a:avLst/>
                  <a:gdLst>
                    <a:gd name="connsiteX0" fmla="*/ 44177 w 71350"/>
                    <a:gd name="connsiteY0" fmla="*/ 94426 h 94425"/>
                    <a:gd name="connsiteX1" fmla="*/ 44177 w 71350"/>
                    <a:gd name="connsiteY1" fmla="*/ 14473 h 94425"/>
                    <a:gd name="connsiteX2" fmla="*/ 71351 w 71350"/>
                    <a:gd name="connsiteY2" fmla="*/ 14473 h 94425"/>
                    <a:gd name="connsiteX3" fmla="*/ 71351 w 71350"/>
                    <a:gd name="connsiteY3" fmla="*/ 0 h 94425"/>
                    <a:gd name="connsiteX4" fmla="*/ 0 w 71350"/>
                    <a:gd name="connsiteY4" fmla="*/ 0 h 94425"/>
                    <a:gd name="connsiteX5" fmla="*/ 0 w 71350"/>
                    <a:gd name="connsiteY5" fmla="*/ 14473 h 94425"/>
                    <a:gd name="connsiteX6" fmla="*/ 26921 w 71350"/>
                    <a:gd name="connsiteY6" fmla="*/ 14473 h 94425"/>
                    <a:gd name="connsiteX7" fmla="*/ 26921 w 71350"/>
                    <a:gd name="connsiteY7" fmla="*/ 94426 h 94425"/>
                    <a:gd name="connsiteX8" fmla="*/ 44177 w 71350"/>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grpFill/>
                <a:ln w="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A173BD-B35F-F550-434E-A21A928F8238}"/>
                    </a:ext>
                  </a:extLst>
                </p:cNvPr>
                <p:cNvSpPr/>
                <p:nvPr/>
              </p:nvSpPr>
              <p:spPr>
                <a:xfrm>
                  <a:off x="1502763" y="2569675"/>
                  <a:ext cx="78384" cy="94476"/>
                </a:xfrm>
                <a:custGeom>
                  <a:avLst/>
                  <a:gdLst>
                    <a:gd name="connsiteX0" fmla="*/ 58953 w 78384"/>
                    <a:gd name="connsiteY0" fmla="*/ 0 h 94476"/>
                    <a:gd name="connsiteX1" fmla="*/ 47618 w 78384"/>
                    <a:gd name="connsiteY1" fmla="*/ 24188 h 94476"/>
                    <a:gd name="connsiteX2" fmla="*/ 39470 w 78384"/>
                    <a:gd name="connsiteY2" fmla="*/ 42962 h 94476"/>
                    <a:gd name="connsiteX3" fmla="*/ 39167 w 78384"/>
                    <a:gd name="connsiteY3" fmla="*/ 42962 h 94476"/>
                    <a:gd name="connsiteX4" fmla="*/ 30918 w 78384"/>
                    <a:gd name="connsiteY4" fmla="*/ 24239 h 94476"/>
                    <a:gd name="connsiteX5" fmla="*/ 19685 w 78384"/>
                    <a:gd name="connsiteY5" fmla="*/ 0 h 94476"/>
                    <a:gd name="connsiteX6" fmla="*/ 0 w 78384"/>
                    <a:gd name="connsiteY6" fmla="*/ 0 h 94476"/>
                    <a:gd name="connsiteX7" fmla="*/ 29805 w 78384"/>
                    <a:gd name="connsiteY7" fmla="*/ 55157 h 94476"/>
                    <a:gd name="connsiteX8" fmla="*/ 29805 w 78384"/>
                    <a:gd name="connsiteY8" fmla="*/ 94476 h 94476"/>
                    <a:gd name="connsiteX9" fmla="*/ 47061 w 78384"/>
                    <a:gd name="connsiteY9" fmla="*/ 94476 h 94476"/>
                    <a:gd name="connsiteX10" fmla="*/ 47061 w 78384"/>
                    <a:gd name="connsiteY10" fmla="*/ 54702 h 94476"/>
                    <a:gd name="connsiteX11" fmla="*/ 78384 w 78384"/>
                    <a:gd name="connsiteY11" fmla="*/ 51 h 94476"/>
                    <a:gd name="connsiteX12" fmla="*/ 58953 w 78384"/>
                    <a:gd name="connsiteY12"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grpFill/>
                <a:ln w="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44C8347-BB78-5DD5-537A-B4C6D847A549}"/>
                    </a:ext>
                  </a:extLst>
                </p:cNvPr>
                <p:cNvSpPr/>
                <p:nvPr/>
              </p:nvSpPr>
              <p:spPr>
                <a:xfrm>
                  <a:off x="763045" y="2568106"/>
                  <a:ext cx="88656" cy="97562"/>
                </a:xfrm>
                <a:custGeom>
                  <a:avLst/>
                  <a:gdLst>
                    <a:gd name="connsiteX0" fmla="*/ 44936 w 88656"/>
                    <a:gd name="connsiteY0" fmla="*/ 0 h 97562"/>
                    <a:gd name="connsiteX1" fmla="*/ 0 w 88656"/>
                    <a:gd name="connsiteY1" fmla="*/ 49490 h 97562"/>
                    <a:gd name="connsiteX2" fmla="*/ 43519 w 88656"/>
                    <a:gd name="connsiteY2" fmla="*/ 97563 h 97562"/>
                    <a:gd name="connsiteX3" fmla="*/ 43671 w 88656"/>
                    <a:gd name="connsiteY3" fmla="*/ 97563 h 97562"/>
                    <a:gd name="connsiteX4" fmla="*/ 88657 w 88656"/>
                    <a:gd name="connsiteY4" fmla="*/ 47820 h 97562"/>
                    <a:gd name="connsiteX5" fmla="*/ 44936 w 88656"/>
                    <a:gd name="connsiteY5" fmla="*/ 0 h 97562"/>
                    <a:gd name="connsiteX6" fmla="*/ 44278 w 88656"/>
                    <a:gd name="connsiteY6" fmla="*/ 83748 h 97562"/>
                    <a:gd name="connsiteX7" fmla="*/ 44126 w 88656"/>
                    <a:gd name="connsiteY7" fmla="*/ 83748 h 97562"/>
                    <a:gd name="connsiteX8" fmla="*/ 18065 w 88656"/>
                    <a:gd name="connsiteY8" fmla="*/ 49085 h 97562"/>
                    <a:gd name="connsiteX9" fmla="*/ 44278 w 88656"/>
                    <a:gd name="connsiteY9" fmla="*/ 13815 h 97562"/>
                    <a:gd name="connsiteX10" fmla="*/ 70288 w 88656"/>
                    <a:gd name="connsiteY10" fmla="*/ 48478 h 97562"/>
                    <a:gd name="connsiteX11" fmla="*/ 44227 w 88656"/>
                    <a:gd name="connsiteY11" fmla="*/ 83748 h 97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grpFill/>
                <a:ln w="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BCDB9967-7651-FD33-40ED-5B17BCC9256E}"/>
                    </a:ext>
                  </a:extLst>
                </p:cNvPr>
                <p:cNvSpPr/>
                <p:nvPr/>
              </p:nvSpPr>
              <p:spPr>
                <a:xfrm>
                  <a:off x="1423923"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5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E1B1D7FF-D2A0-B5CF-4D2D-F9D9E471DE84}"/>
                    </a:ext>
                  </a:extLst>
                </p:cNvPr>
                <p:cNvSpPr/>
                <p:nvPr/>
              </p:nvSpPr>
              <p:spPr>
                <a:xfrm>
                  <a:off x="1126832" y="2569675"/>
                  <a:ext cx="56017" cy="94425"/>
                </a:xfrm>
                <a:custGeom>
                  <a:avLst/>
                  <a:gdLst>
                    <a:gd name="connsiteX0" fmla="*/ 17205 w 56017"/>
                    <a:gd name="connsiteY0" fmla="*/ 0 h 94425"/>
                    <a:gd name="connsiteX1" fmla="*/ 0 w 56017"/>
                    <a:gd name="connsiteY1" fmla="*/ 0 h 94425"/>
                    <a:gd name="connsiteX2" fmla="*/ 0 w 56017"/>
                    <a:gd name="connsiteY2" fmla="*/ 94426 h 94425"/>
                    <a:gd name="connsiteX3" fmla="*/ 56018 w 56017"/>
                    <a:gd name="connsiteY3" fmla="*/ 94426 h 94425"/>
                    <a:gd name="connsiteX4" fmla="*/ 56018 w 56017"/>
                    <a:gd name="connsiteY4" fmla="*/ 79953 h 94425"/>
                    <a:gd name="connsiteX5" fmla="*/ 17205 w 56017"/>
                    <a:gd name="connsiteY5" fmla="*/ 79953 h 94425"/>
                    <a:gd name="connsiteX6" fmla="*/ 17205 w 56017"/>
                    <a:gd name="connsiteY6" fmla="*/ 0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17" h="94425">
                      <a:moveTo>
                        <a:pt x="17205" y="0"/>
                      </a:moveTo>
                      <a:lnTo>
                        <a:pt x="0" y="0"/>
                      </a:lnTo>
                      <a:lnTo>
                        <a:pt x="0" y="94426"/>
                      </a:lnTo>
                      <a:lnTo>
                        <a:pt x="56018" y="94426"/>
                      </a:lnTo>
                      <a:lnTo>
                        <a:pt x="56018" y="79953"/>
                      </a:lnTo>
                      <a:lnTo>
                        <a:pt x="17205" y="79953"/>
                      </a:lnTo>
                      <a:lnTo>
                        <a:pt x="17205" y="0"/>
                      </a:lnTo>
                      <a:close/>
                    </a:path>
                  </a:pathLst>
                </a:custGeom>
                <a:grpFill/>
                <a:ln w="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BFD47FD3-8C41-AB29-4014-B2CF56A5F8AC}"/>
                    </a:ext>
                  </a:extLst>
                </p:cNvPr>
                <p:cNvSpPr/>
                <p:nvPr/>
              </p:nvSpPr>
              <p:spPr>
                <a:xfrm>
                  <a:off x="1033469" y="2569675"/>
                  <a:ext cx="73728" cy="95994"/>
                </a:xfrm>
                <a:custGeom>
                  <a:avLst/>
                  <a:gdLst>
                    <a:gd name="connsiteX0" fmla="*/ 73729 w 73728"/>
                    <a:gd name="connsiteY0" fmla="*/ 53943 h 95994"/>
                    <a:gd name="connsiteX1" fmla="*/ 73729 w 73728"/>
                    <a:gd name="connsiteY1" fmla="*/ 0 h 95994"/>
                    <a:gd name="connsiteX2" fmla="*/ 56473 w 73728"/>
                    <a:gd name="connsiteY2" fmla="*/ 0 h 95994"/>
                    <a:gd name="connsiteX3" fmla="*/ 56473 w 73728"/>
                    <a:gd name="connsiteY3" fmla="*/ 55056 h 95994"/>
                    <a:gd name="connsiteX4" fmla="*/ 36586 w 73728"/>
                    <a:gd name="connsiteY4" fmla="*/ 82078 h 95994"/>
                    <a:gd name="connsiteX5" fmla="*/ 17256 w 73728"/>
                    <a:gd name="connsiteY5" fmla="*/ 55056 h 95994"/>
                    <a:gd name="connsiteX6" fmla="*/ 17256 w 73728"/>
                    <a:gd name="connsiteY6" fmla="*/ 0 h 95994"/>
                    <a:gd name="connsiteX7" fmla="*/ 0 w 73728"/>
                    <a:gd name="connsiteY7" fmla="*/ 0 h 95994"/>
                    <a:gd name="connsiteX8" fmla="*/ 0 w 73728"/>
                    <a:gd name="connsiteY8" fmla="*/ 54044 h 95994"/>
                    <a:gd name="connsiteX9" fmla="*/ 35928 w 73728"/>
                    <a:gd name="connsiteY9" fmla="*/ 95994 h 95994"/>
                    <a:gd name="connsiteX10" fmla="*/ 73678 w 73728"/>
                    <a:gd name="connsiteY10" fmla="*/ 53943 h 95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grpFill/>
                <a:ln w="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2181DEC8-92DE-0E8D-18A5-D0C37057E3FB}"/>
                    </a:ext>
                  </a:extLst>
                </p:cNvPr>
                <p:cNvSpPr/>
                <p:nvPr/>
              </p:nvSpPr>
              <p:spPr>
                <a:xfrm>
                  <a:off x="866428" y="2569675"/>
                  <a:ext cx="74892" cy="94476"/>
                </a:xfrm>
                <a:custGeom>
                  <a:avLst/>
                  <a:gdLst>
                    <a:gd name="connsiteX0" fmla="*/ 74842 w 74892"/>
                    <a:gd name="connsiteY0" fmla="*/ 0 h 94476"/>
                    <a:gd name="connsiteX1" fmla="*/ 58902 w 74892"/>
                    <a:gd name="connsiteY1" fmla="*/ 0 h 94476"/>
                    <a:gd name="connsiteX2" fmla="*/ 58902 w 74892"/>
                    <a:gd name="connsiteY2" fmla="*/ 32943 h 94476"/>
                    <a:gd name="connsiteX3" fmla="*/ 60420 w 74892"/>
                    <a:gd name="connsiteY3" fmla="*/ 72110 h 94476"/>
                    <a:gd name="connsiteX4" fmla="*/ 60117 w 74892"/>
                    <a:gd name="connsiteY4" fmla="*/ 72211 h 94476"/>
                    <a:gd name="connsiteX5" fmla="*/ 44075 w 74892"/>
                    <a:gd name="connsiteY5" fmla="*/ 40584 h 94476"/>
                    <a:gd name="connsiteX6" fmla="*/ 19685 w 74892"/>
                    <a:gd name="connsiteY6" fmla="*/ 51 h 94476"/>
                    <a:gd name="connsiteX7" fmla="*/ 0 w 74892"/>
                    <a:gd name="connsiteY7" fmla="*/ 51 h 94476"/>
                    <a:gd name="connsiteX8" fmla="*/ 0 w 74892"/>
                    <a:gd name="connsiteY8" fmla="*/ 94476 h 94476"/>
                    <a:gd name="connsiteX9" fmla="*/ 15940 w 74892"/>
                    <a:gd name="connsiteY9" fmla="*/ 94476 h 94476"/>
                    <a:gd name="connsiteX10" fmla="*/ 15940 w 74892"/>
                    <a:gd name="connsiteY10" fmla="*/ 60673 h 94476"/>
                    <a:gd name="connsiteX11" fmla="*/ 15029 w 74892"/>
                    <a:gd name="connsiteY11" fmla="*/ 20444 h 94476"/>
                    <a:gd name="connsiteX12" fmla="*/ 15485 w 74892"/>
                    <a:gd name="connsiteY12" fmla="*/ 20342 h 94476"/>
                    <a:gd name="connsiteX13" fmla="*/ 32386 w 74892"/>
                    <a:gd name="connsiteY13" fmla="*/ 52931 h 94476"/>
                    <a:gd name="connsiteX14" fmla="*/ 57030 w 74892"/>
                    <a:gd name="connsiteY14" fmla="*/ 94476 h 94476"/>
                    <a:gd name="connsiteX15" fmla="*/ 74893 w 74892"/>
                    <a:gd name="connsiteY15" fmla="*/ 94476 h 94476"/>
                    <a:gd name="connsiteX16" fmla="*/ 74893 w 74892"/>
                    <a:gd name="connsiteY16"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grpFill/>
                <a:ln w="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025F5A4C-C1E9-F793-B211-C75B1785DDE8}"/>
                    </a:ext>
                  </a:extLst>
                </p:cNvPr>
                <p:cNvSpPr/>
                <p:nvPr/>
              </p:nvSpPr>
              <p:spPr>
                <a:xfrm>
                  <a:off x="997743" y="2711313"/>
                  <a:ext cx="17205" cy="94425"/>
                </a:xfrm>
                <a:custGeom>
                  <a:avLst/>
                  <a:gdLst>
                    <a:gd name="connsiteX0" fmla="*/ 0 w 17205"/>
                    <a:gd name="connsiteY0" fmla="*/ 0 h 94425"/>
                    <a:gd name="connsiteX1" fmla="*/ 17205 w 17205"/>
                    <a:gd name="connsiteY1" fmla="*/ 0 h 94425"/>
                    <a:gd name="connsiteX2" fmla="*/ 17205 w 17205"/>
                    <a:gd name="connsiteY2" fmla="*/ 94426 h 94425"/>
                    <a:gd name="connsiteX3" fmla="*/ 0 w 17205"/>
                    <a:gd name="connsiteY3" fmla="*/ 94426 h 94425"/>
                  </a:gdLst>
                  <a:ahLst/>
                  <a:cxnLst>
                    <a:cxn ang="0">
                      <a:pos x="connsiteX0" y="connsiteY0"/>
                    </a:cxn>
                    <a:cxn ang="0">
                      <a:pos x="connsiteX1" y="connsiteY1"/>
                    </a:cxn>
                    <a:cxn ang="0">
                      <a:pos x="connsiteX2" y="connsiteY2"/>
                    </a:cxn>
                    <a:cxn ang="0">
                      <a:pos x="connsiteX3" y="connsiteY3"/>
                    </a:cxn>
                  </a:cxnLst>
                  <a:rect l="l" t="t" r="r" b="b"/>
                  <a:pathLst>
                    <a:path w="17205" h="94425">
                      <a:moveTo>
                        <a:pt x="0" y="0"/>
                      </a:moveTo>
                      <a:lnTo>
                        <a:pt x="17205" y="0"/>
                      </a:lnTo>
                      <a:lnTo>
                        <a:pt x="17205" y="94426"/>
                      </a:lnTo>
                      <a:lnTo>
                        <a:pt x="0" y="94426"/>
                      </a:lnTo>
                      <a:close/>
                    </a:path>
                  </a:pathLst>
                </a:custGeom>
                <a:grpFill/>
                <a:ln w="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F77E86D8-3A6A-6986-BD21-6675587F06FB}"/>
                    </a:ext>
                  </a:extLst>
                </p:cNvPr>
                <p:cNvSpPr/>
                <p:nvPr/>
              </p:nvSpPr>
              <p:spPr>
                <a:xfrm>
                  <a:off x="833536" y="2711262"/>
                  <a:ext cx="66239" cy="94476"/>
                </a:xfrm>
                <a:custGeom>
                  <a:avLst/>
                  <a:gdLst>
                    <a:gd name="connsiteX0" fmla="*/ 45796 w 66239"/>
                    <a:gd name="connsiteY0" fmla="*/ 50198 h 94476"/>
                    <a:gd name="connsiteX1" fmla="*/ 45796 w 66239"/>
                    <a:gd name="connsiteY1" fmla="*/ 49794 h 94476"/>
                    <a:gd name="connsiteX2" fmla="*/ 62799 w 66239"/>
                    <a:gd name="connsiteY2" fmla="*/ 26364 h 94476"/>
                    <a:gd name="connsiteX3" fmla="*/ 54753 w 66239"/>
                    <a:gd name="connsiteY3" fmla="*/ 7540 h 94476"/>
                    <a:gd name="connsiteX4" fmla="*/ 25909 w 66239"/>
                    <a:gd name="connsiteY4" fmla="*/ 0 h 94476"/>
                    <a:gd name="connsiteX5" fmla="*/ 0 w 66239"/>
                    <a:gd name="connsiteY5" fmla="*/ 2024 h 94476"/>
                    <a:gd name="connsiteX6" fmla="*/ 0 w 66239"/>
                    <a:gd name="connsiteY6" fmla="*/ 94476 h 94476"/>
                    <a:gd name="connsiteX7" fmla="*/ 16952 w 66239"/>
                    <a:gd name="connsiteY7" fmla="*/ 94476 h 94476"/>
                    <a:gd name="connsiteX8" fmla="*/ 16952 w 66239"/>
                    <a:gd name="connsiteY8" fmla="*/ 55967 h 94476"/>
                    <a:gd name="connsiteX9" fmla="*/ 25555 w 66239"/>
                    <a:gd name="connsiteY9" fmla="*/ 55967 h 94476"/>
                    <a:gd name="connsiteX10" fmla="*/ 42406 w 66239"/>
                    <a:gd name="connsiteY10" fmla="*/ 72363 h 94476"/>
                    <a:gd name="connsiteX11" fmla="*/ 48680 w 66239"/>
                    <a:gd name="connsiteY11" fmla="*/ 94476 h 94476"/>
                    <a:gd name="connsiteX12" fmla="*/ 66240 w 66239"/>
                    <a:gd name="connsiteY12" fmla="*/ 94476 h 94476"/>
                    <a:gd name="connsiteX13" fmla="*/ 58852 w 66239"/>
                    <a:gd name="connsiteY13" fmla="*/ 68365 h 94476"/>
                    <a:gd name="connsiteX14" fmla="*/ 45796 w 66239"/>
                    <a:gd name="connsiteY14" fmla="*/ 50249 h 94476"/>
                    <a:gd name="connsiteX15" fmla="*/ 27022 w 66239"/>
                    <a:gd name="connsiteY15" fmla="*/ 43367 h 94476"/>
                    <a:gd name="connsiteX16" fmla="*/ 16901 w 66239"/>
                    <a:gd name="connsiteY16" fmla="*/ 43367 h 94476"/>
                    <a:gd name="connsiteX17" fmla="*/ 16901 w 66239"/>
                    <a:gd name="connsiteY17" fmla="*/ 13764 h 94476"/>
                    <a:gd name="connsiteX18" fmla="*/ 27528 w 66239"/>
                    <a:gd name="connsiteY18" fmla="*/ 12904 h 94476"/>
                    <a:gd name="connsiteX19" fmla="*/ 45745 w 66239"/>
                    <a:gd name="connsiteY19" fmla="*/ 27933 h 94476"/>
                    <a:gd name="connsiteX20" fmla="*/ 27022 w 66239"/>
                    <a:gd name="connsiteY20" fmla="*/ 43367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grp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EE2389B6-3FC7-B6A4-A70B-6E8C5195C1F1}"/>
                    </a:ext>
                  </a:extLst>
                </p:cNvPr>
                <p:cNvSpPr/>
                <p:nvPr/>
              </p:nvSpPr>
              <p:spPr>
                <a:xfrm>
                  <a:off x="904835" y="2711313"/>
                  <a:ext cx="82837" cy="94425"/>
                </a:xfrm>
                <a:custGeom>
                  <a:avLst/>
                  <a:gdLst>
                    <a:gd name="connsiteX0" fmla="*/ 50704 w 82837"/>
                    <a:gd name="connsiteY0" fmla="*/ 43215 h 94425"/>
                    <a:gd name="connsiteX1" fmla="*/ 41140 w 82837"/>
                    <a:gd name="connsiteY1" fmla="*/ 77372 h 94425"/>
                    <a:gd name="connsiteX2" fmla="*/ 40837 w 82837"/>
                    <a:gd name="connsiteY2" fmla="*/ 77372 h 94425"/>
                    <a:gd name="connsiteX3" fmla="*/ 31627 w 82837"/>
                    <a:gd name="connsiteY3" fmla="*/ 42962 h 94425"/>
                    <a:gd name="connsiteX4" fmla="*/ 18774 w 82837"/>
                    <a:gd name="connsiteY4" fmla="*/ 0 h 94425"/>
                    <a:gd name="connsiteX5" fmla="*/ 0 w 82837"/>
                    <a:gd name="connsiteY5" fmla="*/ 0 h 94425"/>
                    <a:gd name="connsiteX6" fmla="*/ 30514 w 82837"/>
                    <a:gd name="connsiteY6" fmla="*/ 94426 h 94425"/>
                    <a:gd name="connsiteX7" fmla="*/ 50249 w 82837"/>
                    <a:gd name="connsiteY7" fmla="*/ 94426 h 94425"/>
                    <a:gd name="connsiteX8" fmla="*/ 82837 w 82837"/>
                    <a:gd name="connsiteY8" fmla="*/ 0 h 94425"/>
                    <a:gd name="connsiteX9" fmla="*/ 64519 w 82837"/>
                    <a:gd name="connsiteY9" fmla="*/ 0 h 94425"/>
                    <a:gd name="connsiteX10" fmla="*/ 50755 w 82837"/>
                    <a:gd name="connsiteY10" fmla="*/ 43215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grpFill/>
                <a:ln w="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E8305D0C-D65E-A011-D438-8031F0150AA6}"/>
                    </a:ext>
                  </a:extLst>
                </p:cNvPr>
                <p:cNvSpPr/>
                <p:nvPr/>
              </p:nvSpPr>
              <p:spPr>
                <a:xfrm>
                  <a:off x="1116964" y="2711313"/>
                  <a:ext cx="56979" cy="94425"/>
                </a:xfrm>
                <a:custGeom>
                  <a:avLst/>
                  <a:gdLst>
                    <a:gd name="connsiteX0" fmla="*/ 17205 w 56979"/>
                    <a:gd name="connsiteY0" fmla="*/ 52526 h 94425"/>
                    <a:gd name="connsiteX1" fmla="*/ 52779 w 56979"/>
                    <a:gd name="connsiteY1" fmla="*/ 52526 h 94425"/>
                    <a:gd name="connsiteX2" fmla="*/ 52779 w 56979"/>
                    <a:gd name="connsiteY2" fmla="*/ 38458 h 94425"/>
                    <a:gd name="connsiteX3" fmla="*/ 17205 w 56979"/>
                    <a:gd name="connsiteY3" fmla="*/ 38458 h 94425"/>
                    <a:gd name="connsiteX4" fmla="*/ 17205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05 w 56979"/>
                    <a:gd name="connsiteY11" fmla="*/ 80257 h 94425"/>
                    <a:gd name="connsiteX12" fmla="*/ 17205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grpFill/>
                <a:ln w="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29F9E58C-3C1A-3AA4-F7A7-BD5F44A4DA1F}"/>
                    </a:ext>
                  </a:extLst>
                </p:cNvPr>
                <p:cNvSpPr/>
                <p:nvPr/>
              </p:nvSpPr>
              <p:spPr>
                <a:xfrm>
                  <a:off x="1029724" y="2709846"/>
                  <a:ext cx="73374" cy="97411"/>
                </a:xfrm>
                <a:custGeom>
                  <a:avLst/>
                  <a:gdLst>
                    <a:gd name="connsiteX0" fmla="*/ 51261 w 73374"/>
                    <a:gd name="connsiteY0" fmla="*/ 14219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19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grpFill/>
                <a:ln w="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23EFE9CA-11E3-EADA-441F-24B2B6E38AEF}"/>
                    </a:ext>
                  </a:extLst>
                </p:cNvPr>
                <p:cNvSpPr/>
                <p:nvPr/>
              </p:nvSpPr>
              <p:spPr>
                <a:xfrm>
                  <a:off x="684712"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C02EADE3-B10D-BE63-D2EB-D7E810DC357C}"/>
                    </a:ext>
                  </a:extLst>
                </p:cNvPr>
                <p:cNvSpPr/>
                <p:nvPr/>
              </p:nvSpPr>
              <p:spPr>
                <a:xfrm>
                  <a:off x="761426" y="2711313"/>
                  <a:ext cx="56979" cy="94425"/>
                </a:xfrm>
                <a:custGeom>
                  <a:avLst/>
                  <a:gdLst>
                    <a:gd name="connsiteX0" fmla="*/ 17256 w 56979"/>
                    <a:gd name="connsiteY0" fmla="*/ 52526 h 94425"/>
                    <a:gd name="connsiteX1" fmla="*/ 52779 w 56979"/>
                    <a:gd name="connsiteY1" fmla="*/ 52526 h 94425"/>
                    <a:gd name="connsiteX2" fmla="*/ 52779 w 56979"/>
                    <a:gd name="connsiteY2" fmla="*/ 38458 h 94425"/>
                    <a:gd name="connsiteX3" fmla="*/ 17256 w 56979"/>
                    <a:gd name="connsiteY3" fmla="*/ 38458 h 94425"/>
                    <a:gd name="connsiteX4" fmla="*/ 17256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56 w 56979"/>
                    <a:gd name="connsiteY11" fmla="*/ 80257 h 94425"/>
                    <a:gd name="connsiteX12" fmla="*/ 17256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grpFill/>
                <a:ln w="0"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D1D7AF11-ABA2-8706-4F81-AA276C806566}"/>
                    </a:ext>
                  </a:extLst>
                </p:cNvPr>
                <p:cNvSpPr/>
                <p:nvPr/>
              </p:nvSpPr>
              <p:spPr>
                <a:xfrm>
                  <a:off x="1184874"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grpSp>
        </p:grpSp>
        <p:grpSp>
          <p:nvGrpSpPr>
            <p:cNvPr id="9" name="Graphic 8">
              <a:extLst>
                <a:ext uri="{FF2B5EF4-FFF2-40B4-BE49-F238E27FC236}">
                  <a16:creationId xmlns:a16="http://schemas.microsoft.com/office/drawing/2014/main" id="{94FF046B-9556-054B-BA86-D7F768A06322}"/>
                </a:ext>
              </a:extLst>
            </p:cNvPr>
            <p:cNvGrpSpPr/>
            <p:nvPr/>
          </p:nvGrpSpPr>
          <p:grpSpPr>
            <a:xfrm>
              <a:off x="8352719" y="159185"/>
              <a:ext cx="509877" cy="453727"/>
              <a:chOff x="8599610" y="2333965"/>
              <a:chExt cx="542618" cy="474759"/>
            </a:xfrm>
            <a:grpFill/>
          </p:grpSpPr>
          <p:sp>
            <p:nvSpPr>
              <p:cNvPr id="10" name="Freeform: Shape 9">
                <a:extLst>
                  <a:ext uri="{FF2B5EF4-FFF2-40B4-BE49-F238E27FC236}">
                    <a16:creationId xmlns:a16="http://schemas.microsoft.com/office/drawing/2014/main" id="{0DE61E86-8661-D2D4-5FEC-59588A6BEB9B}"/>
                  </a:ext>
                </a:extLst>
              </p:cNvPr>
              <p:cNvSpPr/>
              <p:nvPr/>
            </p:nvSpPr>
            <p:spPr>
              <a:xfrm>
                <a:off x="859961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160 w 130657"/>
                  <a:gd name="connsiteY3" fmla="*/ 39723 h 135211"/>
                  <a:gd name="connsiteX4" fmla="*/ 93160 w 130657"/>
                  <a:gd name="connsiteY4" fmla="*/ 135212 h 135211"/>
                  <a:gd name="connsiteX5" fmla="*/ 38711 w 130657"/>
                  <a:gd name="connsiteY5" fmla="*/ 135212 h 135211"/>
                  <a:gd name="connsiteX6" fmla="*/ 38711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grpFill/>
              <a:ln w="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1E68537-AABB-D39B-9699-34F3CFEFEDCF}"/>
                  </a:ext>
                </a:extLst>
              </p:cNvPr>
              <p:cNvSpPr/>
              <p:nvPr/>
            </p:nvSpPr>
            <p:spPr>
              <a:xfrm>
                <a:off x="8716605" y="2673513"/>
                <a:ext cx="160563" cy="135211"/>
              </a:xfrm>
              <a:custGeom>
                <a:avLst/>
                <a:gdLst>
                  <a:gd name="connsiteX0" fmla="*/ 79801 w 160563"/>
                  <a:gd name="connsiteY0" fmla="*/ 54651 h 135211"/>
                  <a:gd name="connsiteX1" fmla="*/ 52324 w 160563"/>
                  <a:gd name="connsiteY1" fmla="*/ 135212 h 135211"/>
                  <a:gd name="connsiteX2" fmla="*/ 0 w 160563"/>
                  <a:gd name="connsiteY2" fmla="*/ 135212 h 135211"/>
                  <a:gd name="connsiteX3" fmla="*/ 51312 w 160563"/>
                  <a:gd name="connsiteY3" fmla="*/ 0 h 135211"/>
                  <a:gd name="connsiteX4" fmla="*/ 108088 w 160563"/>
                  <a:gd name="connsiteY4" fmla="*/ 0 h 135211"/>
                  <a:gd name="connsiteX5" fmla="*/ 160564 w 160563"/>
                  <a:gd name="connsiteY5" fmla="*/ 135212 h 135211"/>
                  <a:gd name="connsiteX6" fmla="*/ 107633 w 160563"/>
                  <a:gd name="connsiteY6" fmla="*/ 135212 h 135211"/>
                  <a:gd name="connsiteX7" fmla="*/ 79801 w 16056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grpFill/>
              <a:ln w="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CB54FBB-A35D-AE5D-AC63-F6D6A51808E8}"/>
                  </a:ext>
                </a:extLst>
              </p:cNvPr>
              <p:cNvSpPr/>
              <p:nvPr/>
            </p:nvSpPr>
            <p:spPr>
              <a:xfrm>
                <a:off x="886467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211 w 130657"/>
                  <a:gd name="connsiteY3" fmla="*/ 39723 h 135211"/>
                  <a:gd name="connsiteX4" fmla="*/ 93211 w 130657"/>
                  <a:gd name="connsiteY4" fmla="*/ 135212 h 135211"/>
                  <a:gd name="connsiteX5" fmla="*/ 38762 w 130657"/>
                  <a:gd name="connsiteY5" fmla="*/ 135212 h 135211"/>
                  <a:gd name="connsiteX6" fmla="*/ 38762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grpFill/>
              <a:ln w="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17376F5F-70C3-3289-6902-5EF85DC967A7}"/>
                  </a:ext>
                </a:extLst>
              </p:cNvPr>
              <p:cNvSpPr/>
              <p:nvPr/>
            </p:nvSpPr>
            <p:spPr>
              <a:xfrm>
                <a:off x="8981715" y="2673513"/>
                <a:ext cx="160513" cy="135211"/>
              </a:xfrm>
              <a:custGeom>
                <a:avLst/>
                <a:gdLst>
                  <a:gd name="connsiteX0" fmla="*/ 79750 w 160513"/>
                  <a:gd name="connsiteY0" fmla="*/ 54651 h 135211"/>
                  <a:gd name="connsiteX1" fmla="*/ 52273 w 160513"/>
                  <a:gd name="connsiteY1" fmla="*/ 135212 h 135211"/>
                  <a:gd name="connsiteX2" fmla="*/ 0 w 160513"/>
                  <a:gd name="connsiteY2" fmla="*/ 135212 h 135211"/>
                  <a:gd name="connsiteX3" fmla="*/ 51261 w 160513"/>
                  <a:gd name="connsiteY3" fmla="*/ 0 h 135211"/>
                  <a:gd name="connsiteX4" fmla="*/ 108038 w 160513"/>
                  <a:gd name="connsiteY4" fmla="*/ 0 h 135211"/>
                  <a:gd name="connsiteX5" fmla="*/ 160513 w 160513"/>
                  <a:gd name="connsiteY5" fmla="*/ 135212 h 135211"/>
                  <a:gd name="connsiteX6" fmla="*/ 107633 w 160513"/>
                  <a:gd name="connsiteY6" fmla="*/ 135212 h 135211"/>
                  <a:gd name="connsiteX7" fmla="*/ 79750 w 16051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grpFill/>
              <a:ln w="0"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E4819B01-8152-11FA-B64D-F94A3D5E8BE8}"/>
                  </a:ext>
                </a:extLst>
              </p:cNvPr>
              <p:cNvSpPr/>
              <p:nvPr/>
            </p:nvSpPr>
            <p:spPr>
              <a:xfrm>
                <a:off x="8678855" y="2333965"/>
                <a:ext cx="384685" cy="271536"/>
              </a:xfrm>
              <a:custGeom>
                <a:avLst/>
                <a:gdLst>
                  <a:gd name="connsiteX0" fmla="*/ 384584 w 384685"/>
                  <a:gd name="connsiteY0" fmla="*/ 91086 h 271536"/>
                  <a:gd name="connsiteX1" fmla="*/ 365305 w 384685"/>
                  <a:gd name="connsiteY1" fmla="*/ 63709 h 271536"/>
                  <a:gd name="connsiteX2" fmla="*/ 292032 w 384685"/>
                  <a:gd name="connsiteY2" fmla="*/ 17104 h 271536"/>
                  <a:gd name="connsiteX3" fmla="*/ 192292 w 384685"/>
                  <a:gd name="connsiteY3" fmla="*/ 0 h 271536"/>
                  <a:gd name="connsiteX4" fmla="*/ 92553 w 384685"/>
                  <a:gd name="connsiteY4" fmla="*/ 17104 h 271536"/>
                  <a:gd name="connsiteX5" fmla="*/ 19280 w 384685"/>
                  <a:gd name="connsiteY5" fmla="*/ 63709 h 271536"/>
                  <a:gd name="connsiteX6" fmla="*/ 0 w 384685"/>
                  <a:gd name="connsiteY6" fmla="*/ 91136 h 271536"/>
                  <a:gd name="connsiteX7" fmla="*/ 167800 w 384685"/>
                  <a:gd name="connsiteY7" fmla="*/ 67909 h 271536"/>
                  <a:gd name="connsiteX8" fmla="*/ 180603 w 384685"/>
                  <a:gd name="connsiteY8" fmla="*/ 73122 h 271536"/>
                  <a:gd name="connsiteX9" fmla="*/ 183589 w 384685"/>
                  <a:gd name="connsiteY9" fmla="*/ 98879 h 271536"/>
                  <a:gd name="connsiteX10" fmla="*/ 181818 w 384685"/>
                  <a:gd name="connsiteY10" fmla="*/ 271334 h 271536"/>
                  <a:gd name="connsiteX11" fmla="*/ 192343 w 384685"/>
                  <a:gd name="connsiteY11" fmla="*/ 271537 h 271536"/>
                  <a:gd name="connsiteX12" fmla="*/ 202919 w 384685"/>
                  <a:gd name="connsiteY12" fmla="*/ 271334 h 271536"/>
                  <a:gd name="connsiteX13" fmla="*/ 201148 w 384685"/>
                  <a:gd name="connsiteY13" fmla="*/ 98879 h 271536"/>
                  <a:gd name="connsiteX14" fmla="*/ 204134 w 384685"/>
                  <a:gd name="connsiteY14" fmla="*/ 73122 h 271536"/>
                  <a:gd name="connsiteX15" fmla="*/ 216936 w 384685"/>
                  <a:gd name="connsiteY15" fmla="*/ 67909 h 271536"/>
                  <a:gd name="connsiteX16" fmla="*/ 384686 w 384685"/>
                  <a:gd name="connsiteY16" fmla="*/ 91086 h 27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grp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ADDF2D3D-B16A-0AA4-382C-F3DEE2B9D1F1}"/>
                  </a:ext>
                </a:extLst>
              </p:cNvPr>
              <p:cNvSpPr/>
              <p:nvPr/>
            </p:nvSpPr>
            <p:spPr>
              <a:xfrm>
                <a:off x="8907519" y="2429876"/>
                <a:ext cx="166901" cy="168288"/>
              </a:xfrm>
              <a:custGeom>
                <a:avLst/>
                <a:gdLst>
                  <a:gd name="connsiteX0" fmla="*/ 164219 w 166901"/>
                  <a:gd name="connsiteY0" fmla="*/ 17592 h 168288"/>
                  <a:gd name="connsiteX1" fmla="*/ 31284 w 166901"/>
                  <a:gd name="connsiteY1" fmla="*/ 184 h 168288"/>
                  <a:gd name="connsiteX2" fmla="*/ 1328 w 166901"/>
                  <a:gd name="connsiteY2" fmla="*/ 32469 h 168288"/>
                  <a:gd name="connsiteX3" fmla="*/ 2137 w 166901"/>
                  <a:gd name="connsiteY3" fmla="*/ 37530 h 168288"/>
                  <a:gd name="connsiteX4" fmla="*/ 29210 w 166901"/>
                  <a:gd name="connsiteY4" fmla="*/ 168288 h 168288"/>
                  <a:gd name="connsiteX5" fmla="*/ 166901 w 166901"/>
                  <a:gd name="connsiteY5" fmla="*/ 39807 h 168288"/>
                  <a:gd name="connsiteX6" fmla="*/ 164219 w 166901"/>
                  <a:gd name="connsiteY6" fmla="*/ 17592 h 16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grpFill/>
              <a:ln w="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239725B3-21C7-8D04-5B63-51FA8A69FD17}"/>
                  </a:ext>
                </a:extLst>
              </p:cNvPr>
              <p:cNvSpPr/>
              <p:nvPr/>
            </p:nvSpPr>
            <p:spPr>
              <a:xfrm>
                <a:off x="8667823" y="2429927"/>
                <a:ext cx="166901" cy="168389"/>
              </a:xfrm>
              <a:custGeom>
                <a:avLst/>
                <a:gdLst>
                  <a:gd name="connsiteX0" fmla="*/ 165574 w 166901"/>
                  <a:gd name="connsiteY0" fmla="*/ 32469 h 168389"/>
                  <a:gd name="connsiteX1" fmla="*/ 135616 w 166901"/>
                  <a:gd name="connsiteY1" fmla="*/ 184 h 168389"/>
                  <a:gd name="connsiteX2" fmla="*/ 2631 w 166901"/>
                  <a:gd name="connsiteY2" fmla="*/ 17592 h 168389"/>
                  <a:gd name="connsiteX3" fmla="*/ 0 w 166901"/>
                  <a:gd name="connsiteY3" fmla="*/ 39807 h 168389"/>
                  <a:gd name="connsiteX4" fmla="*/ 30261 w 166901"/>
                  <a:gd name="connsiteY4" fmla="*/ 111815 h 168389"/>
                  <a:gd name="connsiteX5" fmla="*/ 103534 w 166901"/>
                  <a:gd name="connsiteY5" fmla="*/ 158421 h 168389"/>
                  <a:gd name="connsiteX6" fmla="*/ 137640 w 166901"/>
                  <a:gd name="connsiteY6" fmla="*/ 168389 h 168389"/>
                  <a:gd name="connsiteX7" fmla="*/ 165017 w 166901"/>
                  <a:gd name="connsiteY7" fmla="*/ 35860 h 168389"/>
                  <a:gd name="connsiteX8" fmla="*/ 165523 w 166901"/>
                  <a:gd name="connsiteY8" fmla="*/ 32469 h 168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grpFill/>
              <a:ln w="0" cap="flat">
                <a:noFill/>
                <a:prstDash val="solid"/>
                <a:miter/>
              </a:ln>
            </p:spPr>
            <p:txBody>
              <a:bodyPr rtlCol="0" anchor="ctr"/>
              <a:lstStyle/>
              <a:p>
                <a:endParaRPr lang="en-US"/>
              </a:p>
            </p:txBody>
          </p:sp>
        </p:grpSp>
      </p:grpSp>
      <p:pic>
        <p:nvPicPr>
          <p:cNvPr id="3" name="Picture 3">
            <a:extLst>
              <a:ext uri="{FF2B5EF4-FFF2-40B4-BE49-F238E27FC236}">
                <a16:creationId xmlns:a16="http://schemas.microsoft.com/office/drawing/2014/main" id="{4A17F92D-EA49-67C5-1772-6F7AEE2E178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228" y="128"/>
            <a:ext cx="9143543" cy="5143243"/>
          </a:xfrm>
          <a:prstGeom prst="rect">
            <a:avLst/>
          </a:prstGeom>
        </p:spPr>
      </p:pic>
    </p:spTree>
    <p:extLst>
      <p:ext uri="{BB962C8B-B14F-4D97-AF65-F5344CB8AC3E}">
        <p14:creationId xmlns:p14="http://schemas.microsoft.com/office/powerpoint/2010/main" val="36443208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tx1"/>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0E3F5E46-0106-F6A3-64BD-4FA139A4790A}"/>
              </a:ext>
            </a:extLst>
          </p:cNvPr>
          <p:cNvSpPr>
            <a:spLocks noGrp="1"/>
          </p:cNvSpPr>
          <p:nvPr>
            <p:ph type="pic" sz="quarter" idx="10"/>
          </p:nvPr>
        </p:nvSpPr>
        <p:spPr>
          <a:xfrm>
            <a:off x="4894580" y="884789"/>
            <a:ext cx="3769359" cy="3772351"/>
          </a:xfrm>
          <a:prstGeom prst="ellipse">
            <a:avLst/>
          </a:prstGeom>
          <a:solidFill>
            <a:schemeClr val="bg1">
              <a:lumMod val="75000"/>
            </a:schemeClr>
          </a:solidFill>
        </p:spPr>
        <p:txBody>
          <a:bodyPr wrap="square">
            <a:noAutofit/>
          </a:bodyPr>
          <a:lstStyle/>
          <a:p>
            <a:endParaRPr lang="en-US"/>
          </a:p>
        </p:txBody>
      </p:sp>
      <p:sp>
        <p:nvSpPr>
          <p:cNvPr id="2" name="Rectangle 1">
            <a:extLst>
              <a:ext uri="{FF2B5EF4-FFF2-40B4-BE49-F238E27FC236}">
                <a16:creationId xmlns:a16="http://schemas.microsoft.com/office/drawing/2014/main" id="{CFC4708F-FBAB-85A9-77CA-44C0F5E868A9}"/>
              </a:ext>
            </a:extLst>
          </p:cNvPr>
          <p:cNvSpPr/>
          <p:nvPr userDrawn="1"/>
        </p:nvSpPr>
        <p:spPr>
          <a:xfrm>
            <a:off x="0" y="0"/>
            <a:ext cx="354330" cy="64389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pSp>
        <p:nvGrpSpPr>
          <p:cNvPr id="3" name="Group 2">
            <a:extLst>
              <a:ext uri="{FF2B5EF4-FFF2-40B4-BE49-F238E27FC236}">
                <a16:creationId xmlns:a16="http://schemas.microsoft.com/office/drawing/2014/main" id="{A220DF3F-2024-46F8-1842-359BB2F59C27}"/>
              </a:ext>
            </a:extLst>
          </p:cNvPr>
          <p:cNvGrpSpPr/>
          <p:nvPr userDrawn="1"/>
        </p:nvGrpSpPr>
        <p:grpSpPr>
          <a:xfrm>
            <a:off x="268664" y="159185"/>
            <a:ext cx="8556433" cy="451747"/>
            <a:chOff x="268664" y="159185"/>
            <a:chExt cx="8593932" cy="453727"/>
          </a:xfrm>
          <a:solidFill>
            <a:schemeClr val="bg1"/>
          </a:solidFill>
        </p:grpSpPr>
        <p:grpSp>
          <p:nvGrpSpPr>
            <p:cNvPr id="4" name="Group 3">
              <a:extLst>
                <a:ext uri="{FF2B5EF4-FFF2-40B4-BE49-F238E27FC236}">
                  <a16:creationId xmlns:a16="http://schemas.microsoft.com/office/drawing/2014/main" id="{9CDFADEF-617E-8463-7298-478D54D29D07}"/>
                </a:ext>
              </a:extLst>
            </p:cNvPr>
            <p:cNvGrpSpPr/>
            <p:nvPr userDrawn="1"/>
          </p:nvGrpSpPr>
          <p:grpSpPr>
            <a:xfrm>
              <a:off x="268664" y="259103"/>
              <a:ext cx="1481677" cy="353809"/>
              <a:chOff x="0" y="2427986"/>
              <a:chExt cx="1581147" cy="380839"/>
            </a:xfrm>
            <a:grpFill/>
          </p:grpSpPr>
          <p:grpSp>
            <p:nvGrpSpPr>
              <p:cNvPr id="14" name="Graphic 8">
                <a:extLst>
                  <a:ext uri="{FF2B5EF4-FFF2-40B4-BE49-F238E27FC236}">
                    <a16:creationId xmlns:a16="http://schemas.microsoft.com/office/drawing/2014/main" id="{9328878E-565E-36F5-D692-AEACCA80F7BC}"/>
                  </a:ext>
                </a:extLst>
              </p:cNvPr>
              <p:cNvGrpSpPr/>
              <p:nvPr/>
            </p:nvGrpSpPr>
            <p:grpSpPr>
              <a:xfrm>
                <a:off x="0" y="2428340"/>
                <a:ext cx="605264" cy="380485"/>
                <a:chOff x="0" y="2428340"/>
                <a:chExt cx="605264" cy="380485"/>
              </a:xfrm>
              <a:grpFill/>
            </p:grpSpPr>
            <p:sp>
              <p:nvSpPr>
                <p:cNvPr id="39" name="Freeform: Shape 38">
                  <a:extLst>
                    <a:ext uri="{FF2B5EF4-FFF2-40B4-BE49-F238E27FC236}">
                      <a16:creationId xmlns:a16="http://schemas.microsoft.com/office/drawing/2014/main" id="{3CA5B1B0-69FE-BA81-35FD-ACA652634603}"/>
                    </a:ext>
                  </a:extLst>
                </p:cNvPr>
                <p:cNvSpPr/>
                <p:nvPr/>
              </p:nvSpPr>
              <p:spPr>
                <a:xfrm>
                  <a:off x="0" y="2428340"/>
                  <a:ext cx="605264" cy="380485"/>
                </a:xfrm>
                <a:custGeom>
                  <a:avLst/>
                  <a:gdLst>
                    <a:gd name="connsiteX0" fmla="*/ 559165 w 605264"/>
                    <a:gd name="connsiteY0" fmla="*/ 219921 h 380485"/>
                    <a:gd name="connsiteX1" fmla="*/ 514179 w 605264"/>
                    <a:gd name="connsiteY1" fmla="*/ 188598 h 380485"/>
                    <a:gd name="connsiteX2" fmla="*/ 512459 w 605264"/>
                    <a:gd name="connsiteY2" fmla="*/ 187384 h 380485"/>
                    <a:gd name="connsiteX3" fmla="*/ 488928 w 605264"/>
                    <a:gd name="connsiteY3" fmla="*/ 150747 h 380485"/>
                    <a:gd name="connsiteX4" fmla="*/ 523490 w 605264"/>
                    <a:gd name="connsiteY4" fmla="*/ 122156 h 380485"/>
                    <a:gd name="connsiteX5" fmla="*/ 576725 w 605264"/>
                    <a:gd name="connsiteY5" fmla="*/ 134250 h 380485"/>
                    <a:gd name="connsiteX6" fmla="*/ 597017 w 605264"/>
                    <a:gd name="connsiteY6" fmla="*/ 113908 h 380485"/>
                    <a:gd name="connsiteX7" fmla="*/ 581077 w 605264"/>
                    <a:gd name="connsiteY7" fmla="*/ 92452 h 380485"/>
                    <a:gd name="connsiteX8" fmla="*/ 521820 w 605264"/>
                    <a:gd name="connsiteY8" fmla="*/ 80358 h 380485"/>
                    <a:gd name="connsiteX9" fmla="*/ 465297 w 605264"/>
                    <a:gd name="connsiteY9" fmla="*/ 97968 h 380485"/>
                    <a:gd name="connsiteX10" fmla="*/ 458111 w 605264"/>
                    <a:gd name="connsiteY10" fmla="*/ 111023 h 380485"/>
                    <a:gd name="connsiteX11" fmla="*/ 465297 w 605264"/>
                    <a:gd name="connsiteY11" fmla="*/ 97917 h 380485"/>
                    <a:gd name="connsiteX12" fmla="*/ 457048 w 605264"/>
                    <a:gd name="connsiteY12" fmla="*/ 105052 h 380485"/>
                    <a:gd name="connsiteX13" fmla="*/ 456846 w 605264"/>
                    <a:gd name="connsiteY13" fmla="*/ 105305 h 380485"/>
                    <a:gd name="connsiteX14" fmla="*/ 415908 w 605264"/>
                    <a:gd name="connsiteY14" fmla="*/ 184752 h 380485"/>
                    <a:gd name="connsiteX15" fmla="*/ 403308 w 605264"/>
                    <a:gd name="connsiteY15" fmla="*/ 226500 h 380485"/>
                    <a:gd name="connsiteX16" fmla="*/ 289703 w 605264"/>
                    <a:gd name="connsiteY16" fmla="*/ 335297 h 380485"/>
                    <a:gd name="connsiteX17" fmla="*/ 190369 w 605264"/>
                    <a:gd name="connsiteY17" fmla="*/ 230346 h 380485"/>
                    <a:gd name="connsiteX18" fmla="*/ 281050 w 605264"/>
                    <a:gd name="connsiteY18" fmla="*/ 124889 h 380485"/>
                    <a:gd name="connsiteX19" fmla="*/ 284188 w 605264"/>
                    <a:gd name="connsiteY19" fmla="*/ 124838 h 380485"/>
                    <a:gd name="connsiteX20" fmla="*/ 336866 w 605264"/>
                    <a:gd name="connsiteY20" fmla="*/ 136376 h 380485"/>
                    <a:gd name="connsiteX21" fmla="*/ 355538 w 605264"/>
                    <a:gd name="connsiteY21" fmla="*/ 140778 h 380485"/>
                    <a:gd name="connsiteX22" fmla="*/ 377500 w 605264"/>
                    <a:gd name="connsiteY22" fmla="*/ 118766 h 380485"/>
                    <a:gd name="connsiteX23" fmla="*/ 377500 w 605264"/>
                    <a:gd name="connsiteY23" fmla="*/ 118766 h 380485"/>
                    <a:gd name="connsiteX24" fmla="*/ 377500 w 605264"/>
                    <a:gd name="connsiteY24" fmla="*/ 118766 h 380485"/>
                    <a:gd name="connsiteX25" fmla="*/ 361054 w 605264"/>
                    <a:gd name="connsiteY25" fmla="*/ 96804 h 380485"/>
                    <a:gd name="connsiteX26" fmla="*/ 284238 w 605264"/>
                    <a:gd name="connsiteY26" fmla="*/ 80307 h 380485"/>
                    <a:gd name="connsiteX27" fmla="*/ 137742 w 605264"/>
                    <a:gd name="connsiteY27" fmla="*/ 231459 h 380485"/>
                    <a:gd name="connsiteX28" fmla="*/ 137742 w 605264"/>
                    <a:gd name="connsiteY28" fmla="*/ 231459 h 380485"/>
                    <a:gd name="connsiteX29" fmla="*/ 137742 w 605264"/>
                    <a:gd name="connsiteY29" fmla="*/ 231459 h 380485"/>
                    <a:gd name="connsiteX30" fmla="*/ 137742 w 605264"/>
                    <a:gd name="connsiteY30" fmla="*/ 231459 h 380485"/>
                    <a:gd name="connsiteX31" fmla="*/ 149786 w 605264"/>
                    <a:gd name="connsiteY31" fmla="*/ 295725 h 380485"/>
                    <a:gd name="connsiteX32" fmla="*/ 98221 w 605264"/>
                    <a:gd name="connsiteY32" fmla="*/ 333677 h 380485"/>
                    <a:gd name="connsiteX33" fmla="*/ 52678 w 605264"/>
                    <a:gd name="connsiteY33" fmla="*/ 281455 h 380485"/>
                    <a:gd name="connsiteX34" fmla="*/ 52678 w 605264"/>
                    <a:gd name="connsiteY34" fmla="*/ 126457 h 380485"/>
                    <a:gd name="connsiteX35" fmla="*/ 116893 w 605264"/>
                    <a:gd name="connsiteY35" fmla="*/ 126457 h 380485"/>
                    <a:gd name="connsiteX36" fmla="*/ 141588 w 605264"/>
                    <a:gd name="connsiteY36" fmla="*/ 105002 h 380485"/>
                    <a:gd name="connsiteX37" fmla="*/ 116893 w 605264"/>
                    <a:gd name="connsiteY37" fmla="*/ 83546 h 380485"/>
                    <a:gd name="connsiteX38" fmla="*/ 52678 w 605264"/>
                    <a:gd name="connsiteY38" fmla="*/ 83546 h 380485"/>
                    <a:gd name="connsiteX39" fmla="*/ 52678 w 605264"/>
                    <a:gd name="connsiteY39" fmla="*/ 27478 h 380485"/>
                    <a:gd name="connsiteX40" fmla="*/ 26314 w 605264"/>
                    <a:gd name="connsiteY40" fmla="*/ 0 h 380485"/>
                    <a:gd name="connsiteX41" fmla="*/ 0 w 605264"/>
                    <a:gd name="connsiteY41" fmla="*/ 27579 h 380485"/>
                    <a:gd name="connsiteX42" fmla="*/ 0 w 605264"/>
                    <a:gd name="connsiteY42" fmla="*/ 287527 h 380485"/>
                    <a:gd name="connsiteX43" fmla="*/ 93312 w 605264"/>
                    <a:gd name="connsiteY43" fmla="*/ 379878 h 380485"/>
                    <a:gd name="connsiteX44" fmla="*/ 129291 w 605264"/>
                    <a:gd name="connsiteY44" fmla="*/ 373856 h 380485"/>
                    <a:gd name="connsiteX45" fmla="*/ 129494 w 605264"/>
                    <a:gd name="connsiteY45" fmla="*/ 373856 h 380485"/>
                    <a:gd name="connsiteX46" fmla="*/ 175087 w 605264"/>
                    <a:gd name="connsiteY46" fmla="*/ 335702 h 380485"/>
                    <a:gd name="connsiteX47" fmla="*/ 288084 w 605264"/>
                    <a:gd name="connsiteY47" fmla="*/ 380435 h 380485"/>
                    <a:gd name="connsiteX48" fmla="*/ 354931 w 605264"/>
                    <a:gd name="connsiteY48" fmla="*/ 365102 h 380485"/>
                    <a:gd name="connsiteX49" fmla="*/ 354982 w 605264"/>
                    <a:gd name="connsiteY49" fmla="*/ 365102 h 380485"/>
                    <a:gd name="connsiteX50" fmla="*/ 443335 w 605264"/>
                    <a:gd name="connsiteY50" fmla="*/ 237025 h 380485"/>
                    <a:gd name="connsiteX51" fmla="*/ 454872 w 605264"/>
                    <a:gd name="connsiteY51" fmla="*/ 199124 h 380485"/>
                    <a:gd name="connsiteX52" fmla="*/ 454720 w 605264"/>
                    <a:gd name="connsiteY52" fmla="*/ 198921 h 380485"/>
                    <a:gd name="connsiteX53" fmla="*/ 487815 w 605264"/>
                    <a:gd name="connsiteY53" fmla="*/ 229334 h 380485"/>
                    <a:gd name="connsiteX54" fmla="*/ 528955 w 605264"/>
                    <a:gd name="connsiteY54" fmla="*/ 257924 h 380485"/>
                    <a:gd name="connsiteX55" fmla="*/ 545756 w 605264"/>
                    <a:gd name="connsiteY55" fmla="*/ 270676 h 380485"/>
                    <a:gd name="connsiteX56" fmla="*/ 555320 w 605264"/>
                    <a:gd name="connsiteY56" fmla="*/ 298053 h 380485"/>
                    <a:gd name="connsiteX57" fmla="*/ 509777 w 605264"/>
                    <a:gd name="connsiteY57" fmla="*/ 337624 h 380485"/>
                    <a:gd name="connsiteX58" fmla="*/ 449964 w 605264"/>
                    <a:gd name="connsiteY58" fmla="*/ 324417 h 380485"/>
                    <a:gd name="connsiteX59" fmla="*/ 429672 w 605264"/>
                    <a:gd name="connsiteY59" fmla="*/ 344760 h 380485"/>
                    <a:gd name="connsiteX60" fmla="*/ 445612 w 605264"/>
                    <a:gd name="connsiteY60" fmla="*/ 366215 h 380485"/>
                    <a:gd name="connsiteX61" fmla="*/ 510384 w 605264"/>
                    <a:gd name="connsiteY61" fmla="*/ 380485 h 380485"/>
                    <a:gd name="connsiteX62" fmla="*/ 580621 w 605264"/>
                    <a:gd name="connsiteY62" fmla="*/ 356297 h 380485"/>
                    <a:gd name="connsiteX63" fmla="*/ 584467 w 605264"/>
                    <a:gd name="connsiteY63" fmla="*/ 352299 h 380485"/>
                    <a:gd name="connsiteX64" fmla="*/ 605265 w 605264"/>
                    <a:gd name="connsiteY64" fmla="*/ 298053 h 380485"/>
                    <a:gd name="connsiteX65" fmla="*/ 559165 w 605264"/>
                    <a:gd name="connsiteY65" fmla="*/ 220023 h 38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grpFill/>
                <a:ln w="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71270AF3-A2C9-692D-F4CE-FE916B9090D3}"/>
                    </a:ext>
                  </a:extLst>
                </p:cNvPr>
                <p:cNvSpPr/>
                <p:nvPr/>
              </p:nvSpPr>
              <p:spPr>
                <a:xfrm>
                  <a:off x="439539" y="2580150"/>
                  <a:ext cx="5060" cy="151"/>
                </a:xfrm>
                <a:custGeom>
                  <a:avLst/>
                  <a:gdLst>
                    <a:gd name="connsiteX0" fmla="*/ 0 w 5060"/>
                    <a:gd name="connsiteY0" fmla="*/ 0 h 151"/>
                    <a:gd name="connsiteX1" fmla="*/ 0 w 5060"/>
                    <a:gd name="connsiteY1" fmla="*/ 0 h 151"/>
                    <a:gd name="connsiteX2" fmla="*/ 0 w 5060"/>
                    <a:gd name="connsiteY2" fmla="*/ 152 h 151"/>
                    <a:gd name="connsiteX3" fmla="*/ 0 w 5060"/>
                    <a:gd name="connsiteY3" fmla="*/ 0 h 151"/>
                  </a:gdLst>
                  <a:ahLst/>
                  <a:cxnLst>
                    <a:cxn ang="0">
                      <a:pos x="connsiteX0" y="connsiteY0"/>
                    </a:cxn>
                    <a:cxn ang="0">
                      <a:pos x="connsiteX1" y="connsiteY1"/>
                    </a:cxn>
                    <a:cxn ang="0">
                      <a:pos x="connsiteX2" y="connsiteY2"/>
                    </a:cxn>
                    <a:cxn ang="0">
                      <a:pos x="connsiteX3" y="connsiteY3"/>
                    </a:cxn>
                  </a:cxnLst>
                  <a:rect l="l" t="t" r="r" b="b"/>
                  <a:pathLst>
                    <a:path w="5060" h="151">
                      <a:moveTo>
                        <a:pt x="0" y="0"/>
                      </a:moveTo>
                      <a:cubicBezTo>
                        <a:pt x="0" y="0"/>
                        <a:pt x="0" y="0"/>
                        <a:pt x="0" y="0"/>
                      </a:cubicBezTo>
                      <a:cubicBezTo>
                        <a:pt x="0" y="51"/>
                        <a:pt x="0" y="101"/>
                        <a:pt x="0" y="152"/>
                      </a:cubicBezTo>
                      <a:cubicBezTo>
                        <a:pt x="0" y="152"/>
                        <a:pt x="0" y="51"/>
                        <a:pt x="0" y="0"/>
                      </a:cubicBezTo>
                      <a:close/>
                    </a:path>
                  </a:pathLst>
                </a:custGeom>
                <a:grpFill/>
                <a:ln w="0" cap="flat">
                  <a:noFill/>
                  <a:prstDash val="solid"/>
                  <a:miter/>
                </a:ln>
              </p:spPr>
              <p:txBody>
                <a:bodyPr rtlCol="0" anchor="ctr"/>
                <a:lstStyle/>
                <a:p>
                  <a:endParaRPr lang="en-US"/>
                </a:p>
              </p:txBody>
            </p:sp>
          </p:grpSp>
          <p:grpSp>
            <p:nvGrpSpPr>
              <p:cNvPr id="15" name="Graphic 8">
                <a:extLst>
                  <a:ext uri="{FF2B5EF4-FFF2-40B4-BE49-F238E27FC236}">
                    <a16:creationId xmlns:a16="http://schemas.microsoft.com/office/drawing/2014/main" id="{66C9D5CE-F263-1F1F-5F76-A680B0E26607}"/>
                  </a:ext>
                </a:extLst>
              </p:cNvPr>
              <p:cNvGrpSpPr/>
              <p:nvPr/>
            </p:nvGrpSpPr>
            <p:grpSpPr>
              <a:xfrm>
                <a:off x="684661" y="2427986"/>
                <a:ext cx="896486" cy="379270"/>
                <a:chOff x="684661" y="2427986"/>
                <a:chExt cx="896486" cy="379270"/>
              </a:xfrm>
              <a:grpFill/>
            </p:grpSpPr>
            <p:sp>
              <p:nvSpPr>
                <p:cNvPr id="16" name="Freeform: Shape 15">
                  <a:extLst>
                    <a:ext uri="{FF2B5EF4-FFF2-40B4-BE49-F238E27FC236}">
                      <a16:creationId xmlns:a16="http://schemas.microsoft.com/office/drawing/2014/main" id="{05B06149-7354-C5EF-5846-957CAEC1CC25}"/>
                    </a:ext>
                  </a:extLst>
                </p:cNvPr>
                <p:cNvSpPr/>
                <p:nvPr/>
              </p:nvSpPr>
              <p:spPr>
                <a:xfrm>
                  <a:off x="684712"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E01FFA22-B093-6CCD-A72D-9E895850F564}"/>
                    </a:ext>
                  </a:extLst>
                </p:cNvPr>
                <p:cNvSpPr/>
                <p:nvPr/>
              </p:nvSpPr>
              <p:spPr>
                <a:xfrm>
                  <a:off x="766739" y="2427986"/>
                  <a:ext cx="111934" cy="94425"/>
                </a:xfrm>
                <a:custGeom>
                  <a:avLst/>
                  <a:gdLst>
                    <a:gd name="connsiteX0" fmla="*/ 36788 w 111934"/>
                    <a:gd name="connsiteY0" fmla="*/ 94426 h 94425"/>
                    <a:gd name="connsiteX1" fmla="*/ 55967 w 111934"/>
                    <a:gd name="connsiteY1" fmla="*/ 37952 h 94425"/>
                    <a:gd name="connsiteX2" fmla="*/ 75146 w 111934"/>
                    <a:gd name="connsiteY2" fmla="*/ 94426 h 94425"/>
                    <a:gd name="connsiteX3" fmla="*/ 111934 w 111934"/>
                    <a:gd name="connsiteY3" fmla="*/ 94426 h 94425"/>
                    <a:gd name="connsiteX4" fmla="*/ 75905 w 111934"/>
                    <a:gd name="connsiteY4" fmla="*/ 0 h 94425"/>
                    <a:gd name="connsiteX5" fmla="*/ 36080 w 111934"/>
                    <a:gd name="connsiteY5" fmla="*/ 0 h 94425"/>
                    <a:gd name="connsiteX6" fmla="*/ 0 w 111934"/>
                    <a:gd name="connsiteY6" fmla="*/ 94426 h 94425"/>
                    <a:gd name="connsiteX7" fmla="*/ 36788 w 11193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DACB0AF-38DF-A74E-8C2A-17533032BA33}"/>
                    </a:ext>
                  </a:extLst>
                </p:cNvPr>
                <p:cNvSpPr/>
                <p:nvPr/>
              </p:nvSpPr>
              <p:spPr>
                <a:xfrm>
                  <a:off x="869666"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AC2C6CDD-8F96-0423-D7D0-7D34FDF0FDCA}"/>
                    </a:ext>
                  </a:extLst>
                </p:cNvPr>
                <p:cNvSpPr/>
                <p:nvPr/>
              </p:nvSpPr>
              <p:spPr>
                <a:xfrm>
                  <a:off x="951694" y="2427986"/>
                  <a:ext cx="111984" cy="94425"/>
                </a:xfrm>
                <a:custGeom>
                  <a:avLst/>
                  <a:gdLst>
                    <a:gd name="connsiteX0" fmla="*/ 36788 w 111984"/>
                    <a:gd name="connsiteY0" fmla="*/ 94426 h 94425"/>
                    <a:gd name="connsiteX1" fmla="*/ 55967 w 111984"/>
                    <a:gd name="connsiteY1" fmla="*/ 37952 h 94425"/>
                    <a:gd name="connsiteX2" fmla="*/ 75146 w 111984"/>
                    <a:gd name="connsiteY2" fmla="*/ 94426 h 94425"/>
                    <a:gd name="connsiteX3" fmla="*/ 111985 w 111984"/>
                    <a:gd name="connsiteY3" fmla="*/ 94426 h 94425"/>
                    <a:gd name="connsiteX4" fmla="*/ 75905 w 111984"/>
                    <a:gd name="connsiteY4" fmla="*/ 0 h 94425"/>
                    <a:gd name="connsiteX5" fmla="*/ 36080 w 111984"/>
                    <a:gd name="connsiteY5" fmla="*/ 0 h 94425"/>
                    <a:gd name="connsiteX6" fmla="*/ 0 w 111984"/>
                    <a:gd name="connsiteY6" fmla="*/ 94426 h 94425"/>
                    <a:gd name="connsiteX7" fmla="*/ 36788 w 11198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0BFA87A1-3E8A-BA16-982B-2220D6D8D1FD}"/>
                    </a:ext>
                  </a:extLst>
                </p:cNvPr>
                <p:cNvSpPr/>
                <p:nvPr/>
              </p:nvSpPr>
              <p:spPr>
                <a:xfrm>
                  <a:off x="1334356" y="2569675"/>
                  <a:ext cx="74842" cy="94476"/>
                </a:xfrm>
                <a:custGeom>
                  <a:avLst/>
                  <a:gdLst>
                    <a:gd name="connsiteX0" fmla="*/ 15434 w 74842"/>
                    <a:gd name="connsiteY0" fmla="*/ 20292 h 94476"/>
                    <a:gd name="connsiteX1" fmla="*/ 32335 w 74842"/>
                    <a:gd name="connsiteY1" fmla="*/ 52880 h 94476"/>
                    <a:gd name="connsiteX2" fmla="*/ 56979 w 74842"/>
                    <a:gd name="connsiteY2" fmla="*/ 94426 h 94476"/>
                    <a:gd name="connsiteX3" fmla="*/ 74842 w 74842"/>
                    <a:gd name="connsiteY3" fmla="*/ 94426 h 94476"/>
                    <a:gd name="connsiteX4" fmla="*/ 74842 w 74842"/>
                    <a:gd name="connsiteY4" fmla="*/ 0 h 94476"/>
                    <a:gd name="connsiteX5" fmla="*/ 58902 w 74842"/>
                    <a:gd name="connsiteY5" fmla="*/ 0 h 94476"/>
                    <a:gd name="connsiteX6" fmla="*/ 58902 w 74842"/>
                    <a:gd name="connsiteY6" fmla="*/ 32943 h 94476"/>
                    <a:gd name="connsiteX7" fmla="*/ 60420 w 74842"/>
                    <a:gd name="connsiteY7" fmla="*/ 72110 h 94476"/>
                    <a:gd name="connsiteX8" fmla="*/ 60117 w 74842"/>
                    <a:gd name="connsiteY8" fmla="*/ 72211 h 94476"/>
                    <a:gd name="connsiteX9" fmla="*/ 44075 w 74842"/>
                    <a:gd name="connsiteY9" fmla="*/ 40584 h 94476"/>
                    <a:gd name="connsiteX10" fmla="*/ 19685 w 74842"/>
                    <a:gd name="connsiteY10" fmla="*/ 51 h 94476"/>
                    <a:gd name="connsiteX11" fmla="*/ 0 w 74842"/>
                    <a:gd name="connsiteY11" fmla="*/ 51 h 94476"/>
                    <a:gd name="connsiteX12" fmla="*/ 0 w 74842"/>
                    <a:gd name="connsiteY12" fmla="*/ 94476 h 94476"/>
                    <a:gd name="connsiteX13" fmla="*/ 15940 w 74842"/>
                    <a:gd name="connsiteY13" fmla="*/ 94476 h 94476"/>
                    <a:gd name="connsiteX14" fmla="*/ 15940 w 74842"/>
                    <a:gd name="connsiteY14" fmla="*/ 60673 h 94476"/>
                    <a:gd name="connsiteX15" fmla="*/ 15029 w 74842"/>
                    <a:gd name="connsiteY15" fmla="*/ 20444 h 94476"/>
                    <a:gd name="connsiteX16" fmla="*/ 15485 w 74842"/>
                    <a:gd name="connsiteY16" fmla="*/ 20342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grpFill/>
                <a:ln w="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31D0DA53-D896-6ECD-ACC3-D2E0208DD6C4}"/>
                    </a:ext>
                  </a:extLst>
                </p:cNvPr>
                <p:cNvSpPr/>
                <p:nvPr/>
              </p:nvSpPr>
              <p:spPr>
                <a:xfrm>
                  <a:off x="1238412" y="2569624"/>
                  <a:ext cx="82837" cy="94425"/>
                </a:xfrm>
                <a:custGeom>
                  <a:avLst/>
                  <a:gdLst>
                    <a:gd name="connsiteX0" fmla="*/ 25858 w 82837"/>
                    <a:gd name="connsiteY0" fmla="*/ 67758 h 94425"/>
                    <a:gd name="connsiteX1" fmla="*/ 55815 w 82837"/>
                    <a:gd name="connsiteY1" fmla="*/ 67758 h 94425"/>
                    <a:gd name="connsiteX2" fmla="*/ 64367 w 82837"/>
                    <a:gd name="connsiteY2" fmla="*/ 94426 h 94425"/>
                    <a:gd name="connsiteX3" fmla="*/ 82838 w 82837"/>
                    <a:gd name="connsiteY3" fmla="*/ 94426 h 94425"/>
                    <a:gd name="connsiteX4" fmla="*/ 52172 w 82837"/>
                    <a:gd name="connsiteY4" fmla="*/ 0 h 94425"/>
                    <a:gd name="connsiteX5" fmla="*/ 30261 w 82837"/>
                    <a:gd name="connsiteY5" fmla="*/ 0 h 94425"/>
                    <a:gd name="connsiteX6" fmla="*/ 0 w 82837"/>
                    <a:gd name="connsiteY6" fmla="*/ 94426 h 94425"/>
                    <a:gd name="connsiteX7" fmla="*/ 17812 w 82837"/>
                    <a:gd name="connsiteY7" fmla="*/ 94426 h 94425"/>
                    <a:gd name="connsiteX8" fmla="*/ 25858 w 82837"/>
                    <a:gd name="connsiteY8" fmla="*/ 67758 h 94425"/>
                    <a:gd name="connsiteX9" fmla="*/ 35979 w 82837"/>
                    <a:gd name="connsiteY9" fmla="*/ 31374 h 94425"/>
                    <a:gd name="connsiteX10" fmla="*/ 40432 w 82837"/>
                    <a:gd name="connsiteY10" fmla="*/ 13663 h 94425"/>
                    <a:gd name="connsiteX11" fmla="*/ 40736 w 82837"/>
                    <a:gd name="connsiteY11" fmla="*/ 13663 h 94425"/>
                    <a:gd name="connsiteX12" fmla="*/ 45492 w 82837"/>
                    <a:gd name="connsiteY12" fmla="*/ 31425 h 94425"/>
                    <a:gd name="connsiteX13" fmla="*/ 52931 w 82837"/>
                    <a:gd name="connsiteY13" fmla="*/ 54702 h 94425"/>
                    <a:gd name="connsiteX14" fmla="*/ 28641 w 82837"/>
                    <a:gd name="connsiteY14" fmla="*/ 54702 h 94425"/>
                    <a:gd name="connsiteX15" fmla="*/ 35928 w 82837"/>
                    <a:gd name="connsiteY15" fmla="*/ 31374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grpFill/>
                <a:ln w="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9921C3CA-4C4A-9FF6-0180-4F6F4B98113F}"/>
                    </a:ext>
                  </a:extLst>
                </p:cNvPr>
                <p:cNvSpPr/>
                <p:nvPr/>
              </p:nvSpPr>
              <p:spPr>
                <a:xfrm>
                  <a:off x="956906" y="2568157"/>
                  <a:ext cx="61280" cy="97411"/>
                </a:xfrm>
                <a:custGeom>
                  <a:avLst/>
                  <a:gdLst>
                    <a:gd name="connsiteX0" fmla="*/ 26617 w 61280"/>
                    <a:gd name="connsiteY0" fmla="*/ 83141 h 97411"/>
                    <a:gd name="connsiteX1" fmla="*/ 3846 w 61280"/>
                    <a:gd name="connsiteY1" fmla="*/ 77119 h 97411"/>
                    <a:gd name="connsiteX2" fmla="*/ 0 w 61280"/>
                    <a:gd name="connsiteY2" fmla="*/ 91389 h 97411"/>
                    <a:gd name="connsiteX3" fmla="*/ 25504 w 61280"/>
                    <a:gd name="connsiteY3" fmla="*/ 97411 h 97411"/>
                    <a:gd name="connsiteX4" fmla="*/ 61280 w 61280"/>
                    <a:gd name="connsiteY4" fmla="*/ 69023 h 97411"/>
                    <a:gd name="connsiteX5" fmla="*/ 37042 w 61280"/>
                    <a:gd name="connsiteY5" fmla="*/ 40938 h 97411"/>
                    <a:gd name="connsiteX6" fmla="*/ 18976 w 61280"/>
                    <a:gd name="connsiteY6" fmla="*/ 25453 h 97411"/>
                    <a:gd name="connsiteX7" fmla="*/ 34562 w 61280"/>
                    <a:gd name="connsiteY7" fmla="*/ 14068 h 97411"/>
                    <a:gd name="connsiteX8" fmla="*/ 53386 w 61280"/>
                    <a:gd name="connsiteY8" fmla="*/ 18571 h 97411"/>
                    <a:gd name="connsiteX9" fmla="*/ 57536 w 61280"/>
                    <a:gd name="connsiteY9" fmla="*/ 4655 h 97411"/>
                    <a:gd name="connsiteX10" fmla="*/ 34916 w 61280"/>
                    <a:gd name="connsiteY10" fmla="*/ 0 h 97411"/>
                    <a:gd name="connsiteX11" fmla="*/ 1569 w 61280"/>
                    <a:gd name="connsiteY11" fmla="*/ 27123 h 97411"/>
                    <a:gd name="connsiteX12" fmla="*/ 27123 w 61280"/>
                    <a:gd name="connsiteY12" fmla="*/ 54550 h 97411"/>
                    <a:gd name="connsiteX13" fmla="*/ 43822 w 61280"/>
                    <a:gd name="connsiteY13" fmla="*/ 70237 h 97411"/>
                    <a:gd name="connsiteX14" fmla="*/ 26668 w 61280"/>
                    <a:gd name="connsiteY14" fmla="*/ 83141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grpFill/>
                <a:ln w="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2AC5986-9012-60B5-2BCE-BC1A0DE102DD}"/>
                    </a:ext>
                  </a:extLst>
                </p:cNvPr>
                <p:cNvSpPr/>
                <p:nvPr/>
              </p:nvSpPr>
              <p:spPr>
                <a:xfrm>
                  <a:off x="684661"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268C7F13-015E-11FD-79F7-A842F16BC045}"/>
                    </a:ext>
                  </a:extLst>
                </p:cNvPr>
                <p:cNvSpPr/>
                <p:nvPr/>
              </p:nvSpPr>
              <p:spPr>
                <a:xfrm>
                  <a:off x="1173286" y="2569675"/>
                  <a:ext cx="71350" cy="94425"/>
                </a:xfrm>
                <a:custGeom>
                  <a:avLst/>
                  <a:gdLst>
                    <a:gd name="connsiteX0" fmla="*/ 44177 w 71350"/>
                    <a:gd name="connsiteY0" fmla="*/ 94426 h 94425"/>
                    <a:gd name="connsiteX1" fmla="*/ 44177 w 71350"/>
                    <a:gd name="connsiteY1" fmla="*/ 14473 h 94425"/>
                    <a:gd name="connsiteX2" fmla="*/ 71351 w 71350"/>
                    <a:gd name="connsiteY2" fmla="*/ 14473 h 94425"/>
                    <a:gd name="connsiteX3" fmla="*/ 71351 w 71350"/>
                    <a:gd name="connsiteY3" fmla="*/ 0 h 94425"/>
                    <a:gd name="connsiteX4" fmla="*/ 0 w 71350"/>
                    <a:gd name="connsiteY4" fmla="*/ 0 h 94425"/>
                    <a:gd name="connsiteX5" fmla="*/ 0 w 71350"/>
                    <a:gd name="connsiteY5" fmla="*/ 14473 h 94425"/>
                    <a:gd name="connsiteX6" fmla="*/ 26921 w 71350"/>
                    <a:gd name="connsiteY6" fmla="*/ 14473 h 94425"/>
                    <a:gd name="connsiteX7" fmla="*/ 26921 w 71350"/>
                    <a:gd name="connsiteY7" fmla="*/ 94426 h 94425"/>
                    <a:gd name="connsiteX8" fmla="*/ 44177 w 71350"/>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grpFill/>
                <a:ln w="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981F5719-225A-AFCE-C72E-4D8A62F2BBFE}"/>
                    </a:ext>
                  </a:extLst>
                </p:cNvPr>
                <p:cNvSpPr/>
                <p:nvPr/>
              </p:nvSpPr>
              <p:spPr>
                <a:xfrm>
                  <a:off x="1502763" y="2569675"/>
                  <a:ext cx="78384" cy="94476"/>
                </a:xfrm>
                <a:custGeom>
                  <a:avLst/>
                  <a:gdLst>
                    <a:gd name="connsiteX0" fmla="*/ 58953 w 78384"/>
                    <a:gd name="connsiteY0" fmla="*/ 0 h 94476"/>
                    <a:gd name="connsiteX1" fmla="*/ 47618 w 78384"/>
                    <a:gd name="connsiteY1" fmla="*/ 24188 h 94476"/>
                    <a:gd name="connsiteX2" fmla="*/ 39470 w 78384"/>
                    <a:gd name="connsiteY2" fmla="*/ 42962 h 94476"/>
                    <a:gd name="connsiteX3" fmla="*/ 39167 w 78384"/>
                    <a:gd name="connsiteY3" fmla="*/ 42962 h 94476"/>
                    <a:gd name="connsiteX4" fmla="*/ 30918 w 78384"/>
                    <a:gd name="connsiteY4" fmla="*/ 24239 h 94476"/>
                    <a:gd name="connsiteX5" fmla="*/ 19685 w 78384"/>
                    <a:gd name="connsiteY5" fmla="*/ 0 h 94476"/>
                    <a:gd name="connsiteX6" fmla="*/ 0 w 78384"/>
                    <a:gd name="connsiteY6" fmla="*/ 0 h 94476"/>
                    <a:gd name="connsiteX7" fmla="*/ 29805 w 78384"/>
                    <a:gd name="connsiteY7" fmla="*/ 55157 h 94476"/>
                    <a:gd name="connsiteX8" fmla="*/ 29805 w 78384"/>
                    <a:gd name="connsiteY8" fmla="*/ 94476 h 94476"/>
                    <a:gd name="connsiteX9" fmla="*/ 47061 w 78384"/>
                    <a:gd name="connsiteY9" fmla="*/ 94476 h 94476"/>
                    <a:gd name="connsiteX10" fmla="*/ 47061 w 78384"/>
                    <a:gd name="connsiteY10" fmla="*/ 54702 h 94476"/>
                    <a:gd name="connsiteX11" fmla="*/ 78384 w 78384"/>
                    <a:gd name="connsiteY11" fmla="*/ 51 h 94476"/>
                    <a:gd name="connsiteX12" fmla="*/ 58953 w 78384"/>
                    <a:gd name="connsiteY12"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grpFill/>
                <a:ln w="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27B37B-1A1E-32F3-5525-2F635051BA9E}"/>
                    </a:ext>
                  </a:extLst>
                </p:cNvPr>
                <p:cNvSpPr/>
                <p:nvPr/>
              </p:nvSpPr>
              <p:spPr>
                <a:xfrm>
                  <a:off x="763045" y="2568106"/>
                  <a:ext cx="88656" cy="97562"/>
                </a:xfrm>
                <a:custGeom>
                  <a:avLst/>
                  <a:gdLst>
                    <a:gd name="connsiteX0" fmla="*/ 44936 w 88656"/>
                    <a:gd name="connsiteY0" fmla="*/ 0 h 97562"/>
                    <a:gd name="connsiteX1" fmla="*/ 0 w 88656"/>
                    <a:gd name="connsiteY1" fmla="*/ 49490 h 97562"/>
                    <a:gd name="connsiteX2" fmla="*/ 43519 w 88656"/>
                    <a:gd name="connsiteY2" fmla="*/ 97563 h 97562"/>
                    <a:gd name="connsiteX3" fmla="*/ 43671 w 88656"/>
                    <a:gd name="connsiteY3" fmla="*/ 97563 h 97562"/>
                    <a:gd name="connsiteX4" fmla="*/ 88657 w 88656"/>
                    <a:gd name="connsiteY4" fmla="*/ 47820 h 97562"/>
                    <a:gd name="connsiteX5" fmla="*/ 44936 w 88656"/>
                    <a:gd name="connsiteY5" fmla="*/ 0 h 97562"/>
                    <a:gd name="connsiteX6" fmla="*/ 44278 w 88656"/>
                    <a:gd name="connsiteY6" fmla="*/ 83748 h 97562"/>
                    <a:gd name="connsiteX7" fmla="*/ 44126 w 88656"/>
                    <a:gd name="connsiteY7" fmla="*/ 83748 h 97562"/>
                    <a:gd name="connsiteX8" fmla="*/ 18065 w 88656"/>
                    <a:gd name="connsiteY8" fmla="*/ 49085 h 97562"/>
                    <a:gd name="connsiteX9" fmla="*/ 44278 w 88656"/>
                    <a:gd name="connsiteY9" fmla="*/ 13815 h 97562"/>
                    <a:gd name="connsiteX10" fmla="*/ 70288 w 88656"/>
                    <a:gd name="connsiteY10" fmla="*/ 48478 h 97562"/>
                    <a:gd name="connsiteX11" fmla="*/ 44227 w 88656"/>
                    <a:gd name="connsiteY11" fmla="*/ 83748 h 97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grp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A4AEE43-3EC4-F690-5C50-6C08441E04AA}"/>
                    </a:ext>
                  </a:extLst>
                </p:cNvPr>
                <p:cNvSpPr/>
                <p:nvPr/>
              </p:nvSpPr>
              <p:spPr>
                <a:xfrm>
                  <a:off x="1423923"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5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A311164F-90E1-3DC4-5B88-641A7A70D8DA}"/>
                    </a:ext>
                  </a:extLst>
                </p:cNvPr>
                <p:cNvSpPr/>
                <p:nvPr/>
              </p:nvSpPr>
              <p:spPr>
                <a:xfrm>
                  <a:off x="1126832" y="2569675"/>
                  <a:ext cx="56017" cy="94425"/>
                </a:xfrm>
                <a:custGeom>
                  <a:avLst/>
                  <a:gdLst>
                    <a:gd name="connsiteX0" fmla="*/ 17205 w 56017"/>
                    <a:gd name="connsiteY0" fmla="*/ 0 h 94425"/>
                    <a:gd name="connsiteX1" fmla="*/ 0 w 56017"/>
                    <a:gd name="connsiteY1" fmla="*/ 0 h 94425"/>
                    <a:gd name="connsiteX2" fmla="*/ 0 w 56017"/>
                    <a:gd name="connsiteY2" fmla="*/ 94426 h 94425"/>
                    <a:gd name="connsiteX3" fmla="*/ 56018 w 56017"/>
                    <a:gd name="connsiteY3" fmla="*/ 94426 h 94425"/>
                    <a:gd name="connsiteX4" fmla="*/ 56018 w 56017"/>
                    <a:gd name="connsiteY4" fmla="*/ 79953 h 94425"/>
                    <a:gd name="connsiteX5" fmla="*/ 17205 w 56017"/>
                    <a:gd name="connsiteY5" fmla="*/ 79953 h 94425"/>
                    <a:gd name="connsiteX6" fmla="*/ 17205 w 56017"/>
                    <a:gd name="connsiteY6" fmla="*/ 0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17" h="94425">
                      <a:moveTo>
                        <a:pt x="17205" y="0"/>
                      </a:moveTo>
                      <a:lnTo>
                        <a:pt x="0" y="0"/>
                      </a:lnTo>
                      <a:lnTo>
                        <a:pt x="0" y="94426"/>
                      </a:lnTo>
                      <a:lnTo>
                        <a:pt x="56018" y="94426"/>
                      </a:lnTo>
                      <a:lnTo>
                        <a:pt x="56018" y="79953"/>
                      </a:lnTo>
                      <a:lnTo>
                        <a:pt x="17205" y="79953"/>
                      </a:lnTo>
                      <a:lnTo>
                        <a:pt x="17205" y="0"/>
                      </a:lnTo>
                      <a:close/>
                    </a:path>
                  </a:pathLst>
                </a:custGeom>
                <a:grpFill/>
                <a:ln w="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0E199C59-6936-191A-557F-B7D6331538DF}"/>
                    </a:ext>
                  </a:extLst>
                </p:cNvPr>
                <p:cNvSpPr/>
                <p:nvPr/>
              </p:nvSpPr>
              <p:spPr>
                <a:xfrm>
                  <a:off x="1033469" y="2569675"/>
                  <a:ext cx="73728" cy="95994"/>
                </a:xfrm>
                <a:custGeom>
                  <a:avLst/>
                  <a:gdLst>
                    <a:gd name="connsiteX0" fmla="*/ 73729 w 73728"/>
                    <a:gd name="connsiteY0" fmla="*/ 53943 h 95994"/>
                    <a:gd name="connsiteX1" fmla="*/ 73729 w 73728"/>
                    <a:gd name="connsiteY1" fmla="*/ 0 h 95994"/>
                    <a:gd name="connsiteX2" fmla="*/ 56473 w 73728"/>
                    <a:gd name="connsiteY2" fmla="*/ 0 h 95994"/>
                    <a:gd name="connsiteX3" fmla="*/ 56473 w 73728"/>
                    <a:gd name="connsiteY3" fmla="*/ 55056 h 95994"/>
                    <a:gd name="connsiteX4" fmla="*/ 36586 w 73728"/>
                    <a:gd name="connsiteY4" fmla="*/ 82078 h 95994"/>
                    <a:gd name="connsiteX5" fmla="*/ 17256 w 73728"/>
                    <a:gd name="connsiteY5" fmla="*/ 55056 h 95994"/>
                    <a:gd name="connsiteX6" fmla="*/ 17256 w 73728"/>
                    <a:gd name="connsiteY6" fmla="*/ 0 h 95994"/>
                    <a:gd name="connsiteX7" fmla="*/ 0 w 73728"/>
                    <a:gd name="connsiteY7" fmla="*/ 0 h 95994"/>
                    <a:gd name="connsiteX8" fmla="*/ 0 w 73728"/>
                    <a:gd name="connsiteY8" fmla="*/ 54044 h 95994"/>
                    <a:gd name="connsiteX9" fmla="*/ 35928 w 73728"/>
                    <a:gd name="connsiteY9" fmla="*/ 95994 h 95994"/>
                    <a:gd name="connsiteX10" fmla="*/ 73678 w 73728"/>
                    <a:gd name="connsiteY10" fmla="*/ 53943 h 95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grpFill/>
                <a:ln w="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380CE232-7383-95BE-3953-878AF3D6789F}"/>
                    </a:ext>
                  </a:extLst>
                </p:cNvPr>
                <p:cNvSpPr/>
                <p:nvPr/>
              </p:nvSpPr>
              <p:spPr>
                <a:xfrm>
                  <a:off x="866428" y="2569675"/>
                  <a:ext cx="74892" cy="94476"/>
                </a:xfrm>
                <a:custGeom>
                  <a:avLst/>
                  <a:gdLst>
                    <a:gd name="connsiteX0" fmla="*/ 74842 w 74892"/>
                    <a:gd name="connsiteY0" fmla="*/ 0 h 94476"/>
                    <a:gd name="connsiteX1" fmla="*/ 58902 w 74892"/>
                    <a:gd name="connsiteY1" fmla="*/ 0 h 94476"/>
                    <a:gd name="connsiteX2" fmla="*/ 58902 w 74892"/>
                    <a:gd name="connsiteY2" fmla="*/ 32943 h 94476"/>
                    <a:gd name="connsiteX3" fmla="*/ 60420 w 74892"/>
                    <a:gd name="connsiteY3" fmla="*/ 72110 h 94476"/>
                    <a:gd name="connsiteX4" fmla="*/ 60117 w 74892"/>
                    <a:gd name="connsiteY4" fmla="*/ 72211 h 94476"/>
                    <a:gd name="connsiteX5" fmla="*/ 44075 w 74892"/>
                    <a:gd name="connsiteY5" fmla="*/ 40584 h 94476"/>
                    <a:gd name="connsiteX6" fmla="*/ 19685 w 74892"/>
                    <a:gd name="connsiteY6" fmla="*/ 51 h 94476"/>
                    <a:gd name="connsiteX7" fmla="*/ 0 w 74892"/>
                    <a:gd name="connsiteY7" fmla="*/ 51 h 94476"/>
                    <a:gd name="connsiteX8" fmla="*/ 0 w 74892"/>
                    <a:gd name="connsiteY8" fmla="*/ 94476 h 94476"/>
                    <a:gd name="connsiteX9" fmla="*/ 15940 w 74892"/>
                    <a:gd name="connsiteY9" fmla="*/ 94476 h 94476"/>
                    <a:gd name="connsiteX10" fmla="*/ 15940 w 74892"/>
                    <a:gd name="connsiteY10" fmla="*/ 60673 h 94476"/>
                    <a:gd name="connsiteX11" fmla="*/ 15029 w 74892"/>
                    <a:gd name="connsiteY11" fmla="*/ 20444 h 94476"/>
                    <a:gd name="connsiteX12" fmla="*/ 15485 w 74892"/>
                    <a:gd name="connsiteY12" fmla="*/ 20342 h 94476"/>
                    <a:gd name="connsiteX13" fmla="*/ 32386 w 74892"/>
                    <a:gd name="connsiteY13" fmla="*/ 52931 h 94476"/>
                    <a:gd name="connsiteX14" fmla="*/ 57030 w 74892"/>
                    <a:gd name="connsiteY14" fmla="*/ 94476 h 94476"/>
                    <a:gd name="connsiteX15" fmla="*/ 74893 w 74892"/>
                    <a:gd name="connsiteY15" fmla="*/ 94476 h 94476"/>
                    <a:gd name="connsiteX16" fmla="*/ 74893 w 74892"/>
                    <a:gd name="connsiteY16"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grpFill/>
                <a:ln w="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15D75E38-8326-6178-27EE-9B764C023176}"/>
                    </a:ext>
                  </a:extLst>
                </p:cNvPr>
                <p:cNvSpPr/>
                <p:nvPr/>
              </p:nvSpPr>
              <p:spPr>
                <a:xfrm>
                  <a:off x="997743" y="2711313"/>
                  <a:ext cx="17205" cy="94425"/>
                </a:xfrm>
                <a:custGeom>
                  <a:avLst/>
                  <a:gdLst>
                    <a:gd name="connsiteX0" fmla="*/ 0 w 17205"/>
                    <a:gd name="connsiteY0" fmla="*/ 0 h 94425"/>
                    <a:gd name="connsiteX1" fmla="*/ 17205 w 17205"/>
                    <a:gd name="connsiteY1" fmla="*/ 0 h 94425"/>
                    <a:gd name="connsiteX2" fmla="*/ 17205 w 17205"/>
                    <a:gd name="connsiteY2" fmla="*/ 94426 h 94425"/>
                    <a:gd name="connsiteX3" fmla="*/ 0 w 17205"/>
                    <a:gd name="connsiteY3" fmla="*/ 94426 h 94425"/>
                  </a:gdLst>
                  <a:ahLst/>
                  <a:cxnLst>
                    <a:cxn ang="0">
                      <a:pos x="connsiteX0" y="connsiteY0"/>
                    </a:cxn>
                    <a:cxn ang="0">
                      <a:pos x="connsiteX1" y="connsiteY1"/>
                    </a:cxn>
                    <a:cxn ang="0">
                      <a:pos x="connsiteX2" y="connsiteY2"/>
                    </a:cxn>
                    <a:cxn ang="0">
                      <a:pos x="connsiteX3" y="connsiteY3"/>
                    </a:cxn>
                  </a:cxnLst>
                  <a:rect l="l" t="t" r="r" b="b"/>
                  <a:pathLst>
                    <a:path w="17205" h="94425">
                      <a:moveTo>
                        <a:pt x="0" y="0"/>
                      </a:moveTo>
                      <a:lnTo>
                        <a:pt x="17205" y="0"/>
                      </a:lnTo>
                      <a:lnTo>
                        <a:pt x="17205" y="94426"/>
                      </a:lnTo>
                      <a:lnTo>
                        <a:pt x="0" y="94426"/>
                      </a:lnTo>
                      <a:close/>
                    </a:path>
                  </a:pathLst>
                </a:custGeom>
                <a:grpFill/>
                <a:ln w="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1679A9A6-FF9A-5398-EA8D-1085C227907A}"/>
                    </a:ext>
                  </a:extLst>
                </p:cNvPr>
                <p:cNvSpPr/>
                <p:nvPr/>
              </p:nvSpPr>
              <p:spPr>
                <a:xfrm>
                  <a:off x="833536" y="2711262"/>
                  <a:ext cx="66239" cy="94476"/>
                </a:xfrm>
                <a:custGeom>
                  <a:avLst/>
                  <a:gdLst>
                    <a:gd name="connsiteX0" fmla="*/ 45796 w 66239"/>
                    <a:gd name="connsiteY0" fmla="*/ 50198 h 94476"/>
                    <a:gd name="connsiteX1" fmla="*/ 45796 w 66239"/>
                    <a:gd name="connsiteY1" fmla="*/ 49794 h 94476"/>
                    <a:gd name="connsiteX2" fmla="*/ 62799 w 66239"/>
                    <a:gd name="connsiteY2" fmla="*/ 26364 h 94476"/>
                    <a:gd name="connsiteX3" fmla="*/ 54753 w 66239"/>
                    <a:gd name="connsiteY3" fmla="*/ 7540 h 94476"/>
                    <a:gd name="connsiteX4" fmla="*/ 25909 w 66239"/>
                    <a:gd name="connsiteY4" fmla="*/ 0 h 94476"/>
                    <a:gd name="connsiteX5" fmla="*/ 0 w 66239"/>
                    <a:gd name="connsiteY5" fmla="*/ 2024 h 94476"/>
                    <a:gd name="connsiteX6" fmla="*/ 0 w 66239"/>
                    <a:gd name="connsiteY6" fmla="*/ 94476 h 94476"/>
                    <a:gd name="connsiteX7" fmla="*/ 16952 w 66239"/>
                    <a:gd name="connsiteY7" fmla="*/ 94476 h 94476"/>
                    <a:gd name="connsiteX8" fmla="*/ 16952 w 66239"/>
                    <a:gd name="connsiteY8" fmla="*/ 55967 h 94476"/>
                    <a:gd name="connsiteX9" fmla="*/ 25555 w 66239"/>
                    <a:gd name="connsiteY9" fmla="*/ 55967 h 94476"/>
                    <a:gd name="connsiteX10" fmla="*/ 42406 w 66239"/>
                    <a:gd name="connsiteY10" fmla="*/ 72363 h 94476"/>
                    <a:gd name="connsiteX11" fmla="*/ 48680 w 66239"/>
                    <a:gd name="connsiteY11" fmla="*/ 94476 h 94476"/>
                    <a:gd name="connsiteX12" fmla="*/ 66240 w 66239"/>
                    <a:gd name="connsiteY12" fmla="*/ 94476 h 94476"/>
                    <a:gd name="connsiteX13" fmla="*/ 58852 w 66239"/>
                    <a:gd name="connsiteY13" fmla="*/ 68365 h 94476"/>
                    <a:gd name="connsiteX14" fmla="*/ 45796 w 66239"/>
                    <a:gd name="connsiteY14" fmla="*/ 50249 h 94476"/>
                    <a:gd name="connsiteX15" fmla="*/ 27022 w 66239"/>
                    <a:gd name="connsiteY15" fmla="*/ 43367 h 94476"/>
                    <a:gd name="connsiteX16" fmla="*/ 16901 w 66239"/>
                    <a:gd name="connsiteY16" fmla="*/ 43367 h 94476"/>
                    <a:gd name="connsiteX17" fmla="*/ 16901 w 66239"/>
                    <a:gd name="connsiteY17" fmla="*/ 13764 h 94476"/>
                    <a:gd name="connsiteX18" fmla="*/ 27528 w 66239"/>
                    <a:gd name="connsiteY18" fmla="*/ 12904 h 94476"/>
                    <a:gd name="connsiteX19" fmla="*/ 45745 w 66239"/>
                    <a:gd name="connsiteY19" fmla="*/ 27933 h 94476"/>
                    <a:gd name="connsiteX20" fmla="*/ 27022 w 66239"/>
                    <a:gd name="connsiteY20" fmla="*/ 43367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grpFill/>
                <a:ln w="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83A0624-537E-EBAE-309D-CAA7F70CAFF6}"/>
                    </a:ext>
                  </a:extLst>
                </p:cNvPr>
                <p:cNvSpPr/>
                <p:nvPr/>
              </p:nvSpPr>
              <p:spPr>
                <a:xfrm>
                  <a:off x="904835" y="2711313"/>
                  <a:ext cx="82837" cy="94425"/>
                </a:xfrm>
                <a:custGeom>
                  <a:avLst/>
                  <a:gdLst>
                    <a:gd name="connsiteX0" fmla="*/ 50704 w 82837"/>
                    <a:gd name="connsiteY0" fmla="*/ 43215 h 94425"/>
                    <a:gd name="connsiteX1" fmla="*/ 41140 w 82837"/>
                    <a:gd name="connsiteY1" fmla="*/ 77372 h 94425"/>
                    <a:gd name="connsiteX2" fmla="*/ 40837 w 82837"/>
                    <a:gd name="connsiteY2" fmla="*/ 77372 h 94425"/>
                    <a:gd name="connsiteX3" fmla="*/ 31627 w 82837"/>
                    <a:gd name="connsiteY3" fmla="*/ 42962 h 94425"/>
                    <a:gd name="connsiteX4" fmla="*/ 18774 w 82837"/>
                    <a:gd name="connsiteY4" fmla="*/ 0 h 94425"/>
                    <a:gd name="connsiteX5" fmla="*/ 0 w 82837"/>
                    <a:gd name="connsiteY5" fmla="*/ 0 h 94425"/>
                    <a:gd name="connsiteX6" fmla="*/ 30514 w 82837"/>
                    <a:gd name="connsiteY6" fmla="*/ 94426 h 94425"/>
                    <a:gd name="connsiteX7" fmla="*/ 50249 w 82837"/>
                    <a:gd name="connsiteY7" fmla="*/ 94426 h 94425"/>
                    <a:gd name="connsiteX8" fmla="*/ 82837 w 82837"/>
                    <a:gd name="connsiteY8" fmla="*/ 0 h 94425"/>
                    <a:gd name="connsiteX9" fmla="*/ 64519 w 82837"/>
                    <a:gd name="connsiteY9" fmla="*/ 0 h 94425"/>
                    <a:gd name="connsiteX10" fmla="*/ 50755 w 82837"/>
                    <a:gd name="connsiteY10" fmla="*/ 43215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grpFill/>
                <a:ln w="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09BB031-A2C7-D05B-73DA-2B08FAAD12E0}"/>
                    </a:ext>
                  </a:extLst>
                </p:cNvPr>
                <p:cNvSpPr/>
                <p:nvPr/>
              </p:nvSpPr>
              <p:spPr>
                <a:xfrm>
                  <a:off x="1116964" y="2711313"/>
                  <a:ext cx="56979" cy="94425"/>
                </a:xfrm>
                <a:custGeom>
                  <a:avLst/>
                  <a:gdLst>
                    <a:gd name="connsiteX0" fmla="*/ 17205 w 56979"/>
                    <a:gd name="connsiteY0" fmla="*/ 52526 h 94425"/>
                    <a:gd name="connsiteX1" fmla="*/ 52779 w 56979"/>
                    <a:gd name="connsiteY1" fmla="*/ 52526 h 94425"/>
                    <a:gd name="connsiteX2" fmla="*/ 52779 w 56979"/>
                    <a:gd name="connsiteY2" fmla="*/ 38458 h 94425"/>
                    <a:gd name="connsiteX3" fmla="*/ 17205 w 56979"/>
                    <a:gd name="connsiteY3" fmla="*/ 38458 h 94425"/>
                    <a:gd name="connsiteX4" fmla="*/ 17205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05 w 56979"/>
                    <a:gd name="connsiteY11" fmla="*/ 80257 h 94425"/>
                    <a:gd name="connsiteX12" fmla="*/ 17205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grpFill/>
                <a:ln w="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78EAF6D2-7517-14C7-3E6D-8EF581A5B794}"/>
                    </a:ext>
                  </a:extLst>
                </p:cNvPr>
                <p:cNvSpPr/>
                <p:nvPr/>
              </p:nvSpPr>
              <p:spPr>
                <a:xfrm>
                  <a:off x="1029724" y="2709846"/>
                  <a:ext cx="73374" cy="97411"/>
                </a:xfrm>
                <a:custGeom>
                  <a:avLst/>
                  <a:gdLst>
                    <a:gd name="connsiteX0" fmla="*/ 51261 w 73374"/>
                    <a:gd name="connsiteY0" fmla="*/ 14219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19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grp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80AF7256-DA55-25A0-D146-D4B3B1C39A17}"/>
                    </a:ext>
                  </a:extLst>
                </p:cNvPr>
                <p:cNvSpPr/>
                <p:nvPr/>
              </p:nvSpPr>
              <p:spPr>
                <a:xfrm>
                  <a:off x="684712"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BAA3F354-5772-E3FD-D6E7-A6B4B11C705E}"/>
                    </a:ext>
                  </a:extLst>
                </p:cNvPr>
                <p:cNvSpPr/>
                <p:nvPr/>
              </p:nvSpPr>
              <p:spPr>
                <a:xfrm>
                  <a:off x="761426" y="2711313"/>
                  <a:ext cx="56979" cy="94425"/>
                </a:xfrm>
                <a:custGeom>
                  <a:avLst/>
                  <a:gdLst>
                    <a:gd name="connsiteX0" fmla="*/ 17256 w 56979"/>
                    <a:gd name="connsiteY0" fmla="*/ 52526 h 94425"/>
                    <a:gd name="connsiteX1" fmla="*/ 52779 w 56979"/>
                    <a:gd name="connsiteY1" fmla="*/ 52526 h 94425"/>
                    <a:gd name="connsiteX2" fmla="*/ 52779 w 56979"/>
                    <a:gd name="connsiteY2" fmla="*/ 38458 h 94425"/>
                    <a:gd name="connsiteX3" fmla="*/ 17256 w 56979"/>
                    <a:gd name="connsiteY3" fmla="*/ 38458 h 94425"/>
                    <a:gd name="connsiteX4" fmla="*/ 17256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56 w 56979"/>
                    <a:gd name="connsiteY11" fmla="*/ 80257 h 94425"/>
                    <a:gd name="connsiteX12" fmla="*/ 17256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grpFill/>
                <a:ln w="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BC5D070-8557-C08C-93A4-089BB5D02F82}"/>
                    </a:ext>
                  </a:extLst>
                </p:cNvPr>
                <p:cNvSpPr/>
                <p:nvPr/>
              </p:nvSpPr>
              <p:spPr>
                <a:xfrm>
                  <a:off x="1184874"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grpSp>
        </p:grpSp>
        <p:grpSp>
          <p:nvGrpSpPr>
            <p:cNvPr id="5" name="Graphic 8">
              <a:extLst>
                <a:ext uri="{FF2B5EF4-FFF2-40B4-BE49-F238E27FC236}">
                  <a16:creationId xmlns:a16="http://schemas.microsoft.com/office/drawing/2014/main" id="{CE5BD017-3AC6-1515-FA1F-0E041D4B138F}"/>
                </a:ext>
              </a:extLst>
            </p:cNvPr>
            <p:cNvGrpSpPr/>
            <p:nvPr/>
          </p:nvGrpSpPr>
          <p:grpSpPr>
            <a:xfrm>
              <a:off x="8352719" y="159185"/>
              <a:ext cx="509877" cy="453727"/>
              <a:chOff x="8599610" y="2333965"/>
              <a:chExt cx="542618" cy="474759"/>
            </a:xfrm>
            <a:grpFill/>
          </p:grpSpPr>
          <p:sp>
            <p:nvSpPr>
              <p:cNvPr id="6" name="Freeform: Shape 5">
                <a:extLst>
                  <a:ext uri="{FF2B5EF4-FFF2-40B4-BE49-F238E27FC236}">
                    <a16:creationId xmlns:a16="http://schemas.microsoft.com/office/drawing/2014/main" id="{95CDB3F6-BFA8-F10C-2206-D3A57A9AF2DA}"/>
                  </a:ext>
                </a:extLst>
              </p:cNvPr>
              <p:cNvSpPr/>
              <p:nvPr/>
            </p:nvSpPr>
            <p:spPr>
              <a:xfrm>
                <a:off x="859961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160 w 130657"/>
                  <a:gd name="connsiteY3" fmla="*/ 39723 h 135211"/>
                  <a:gd name="connsiteX4" fmla="*/ 93160 w 130657"/>
                  <a:gd name="connsiteY4" fmla="*/ 135212 h 135211"/>
                  <a:gd name="connsiteX5" fmla="*/ 38711 w 130657"/>
                  <a:gd name="connsiteY5" fmla="*/ 135212 h 135211"/>
                  <a:gd name="connsiteX6" fmla="*/ 38711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grpFill/>
              <a:ln w="0"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1D5B4F87-6E22-4DED-B630-C2420D95FAD5}"/>
                  </a:ext>
                </a:extLst>
              </p:cNvPr>
              <p:cNvSpPr/>
              <p:nvPr/>
            </p:nvSpPr>
            <p:spPr>
              <a:xfrm>
                <a:off x="8716605" y="2673513"/>
                <a:ext cx="160563" cy="135211"/>
              </a:xfrm>
              <a:custGeom>
                <a:avLst/>
                <a:gdLst>
                  <a:gd name="connsiteX0" fmla="*/ 79801 w 160563"/>
                  <a:gd name="connsiteY0" fmla="*/ 54651 h 135211"/>
                  <a:gd name="connsiteX1" fmla="*/ 52324 w 160563"/>
                  <a:gd name="connsiteY1" fmla="*/ 135212 h 135211"/>
                  <a:gd name="connsiteX2" fmla="*/ 0 w 160563"/>
                  <a:gd name="connsiteY2" fmla="*/ 135212 h 135211"/>
                  <a:gd name="connsiteX3" fmla="*/ 51312 w 160563"/>
                  <a:gd name="connsiteY3" fmla="*/ 0 h 135211"/>
                  <a:gd name="connsiteX4" fmla="*/ 108088 w 160563"/>
                  <a:gd name="connsiteY4" fmla="*/ 0 h 135211"/>
                  <a:gd name="connsiteX5" fmla="*/ 160564 w 160563"/>
                  <a:gd name="connsiteY5" fmla="*/ 135212 h 135211"/>
                  <a:gd name="connsiteX6" fmla="*/ 107633 w 160563"/>
                  <a:gd name="connsiteY6" fmla="*/ 135212 h 135211"/>
                  <a:gd name="connsiteX7" fmla="*/ 79801 w 16056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grpFill/>
              <a:ln w="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CF73CDCA-52CC-6330-B9FF-C9F295B53A4D}"/>
                  </a:ext>
                </a:extLst>
              </p:cNvPr>
              <p:cNvSpPr/>
              <p:nvPr/>
            </p:nvSpPr>
            <p:spPr>
              <a:xfrm>
                <a:off x="886467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211 w 130657"/>
                  <a:gd name="connsiteY3" fmla="*/ 39723 h 135211"/>
                  <a:gd name="connsiteX4" fmla="*/ 93211 w 130657"/>
                  <a:gd name="connsiteY4" fmla="*/ 135212 h 135211"/>
                  <a:gd name="connsiteX5" fmla="*/ 38762 w 130657"/>
                  <a:gd name="connsiteY5" fmla="*/ 135212 h 135211"/>
                  <a:gd name="connsiteX6" fmla="*/ 38762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grpFill/>
              <a:ln w="0"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2FCAEB0F-443E-5D40-F607-5E2114215515}"/>
                  </a:ext>
                </a:extLst>
              </p:cNvPr>
              <p:cNvSpPr/>
              <p:nvPr/>
            </p:nvSpPr>
            <p:spPr>
              <a:xfrm>
                <a:off x="8981715" y="2673513"/>
                <a:ext cx="160513" cy="135211"/>
              </a:xfrm>
              <a:custGeom>
                <a:avLst/>
                <a:gdLst>
                  <a:gd name="connsiteX0" fmla="*/ 79750 w 160513"/>
                  <a:gd name="connsiteY0" fmla="*/ 54651 h 135211"/>
                  <a:gd name="connsiteX1" fmla="*/ 52273 w 160513"/>
                  <a:gd name="connsiteY1" fmla="*/ 135212 h 135211"/>
                  <a:gd name="connsiteX2" fmla="*/ 0 w 160513"/>
                  <a:gd name="connsiteY2" fmla="*/ 135212 h 135211"/>
                  <a:gd name="connsiteX3" fmla="*/ 51261 w 160513"/>
                  <a:gd name="connsiteY3" fmla="*/ 0 h 135211"/>
                  <a:gd name="connsiteX4" fmla="*/ 108038 w 160513"/>
                  <a:gd name="connsiteY4" fmla="*/ 0 h 135211"/>
                  <a:gd name="connsiteX5" fmla="*/ 160513 w 160513"/>
                  <a:gd name="connsiteY5" fmla="*/ 135212 h 135211"/>
                  <a:gd name="connsiteX6" fmla="*/ 107633 w 160513"/>
                  <a:gd name="connsiteY6" fmla="*/ 135212 h 135211"/>
                  <a:gd name="connsiteX7" fmla="*/ 79750 w 16051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grpFill/>
              <a:ln w="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05B710F4-19EC-BCD6-A67E-4446B1B3B817}"/>
                  </a:ext>
                </a:extLst>
              </p:cNvPr>
              <p:cNvSpPr/>
              <p:nvPr/>
            </p:nvSpPr>
            <p:spPr>
              <a:xfrm>
                <a:off x="8678855" y="2333965"/>
                <a:ext cx="384685" cy="271536"/>
              </a:xfrm>
              <a:custGeom>
                <a:avLst/>
                <a:gdLst>
                  <a:gd name="connsiteX0" fmla="*/ 384584 w 384685"/>
                  <a:gd name="connsiteY0" fmla="*/ 91086 h 271536"/>
                  <a:gd name="connsiteX1" fmla="*/ 365305 w 384685"/>
                  <a:gd name="connsiteY1" fmla="*/ 63709 h 271536"/>
                  <a:gd name="connsiteX2" fmla="*/ 292032 w 384685"/>
                  <a:gd name="connsiteY2" fmla="*/ 17104 h 271536"/>
                  <a:gd name="connsiteX3" fmla="*/ 192292 w 384685"/>
                  <a:gd name="connsiteY3" fmla="*/ 0 h 271536"/>
                  <a:gd name="connsiteX4" fmla="*/ 92553 w 384685"/>
                  <a:gd name="connsiteY4" fmla="*/ 17104 h 271536"/>
                  <a:gd name="connsiteX5" fmla="*/ 19280 w 384685"/>
                  <a:gd name="connsiteY5" fmla="*/ 63709 h 271536"/>
                  <a:gd name="connsiteX6" fmla="*/ 0 w 384685"/>
                  <a:gd name="connsiteY6" fmla="*/ 91136 h 271536"/>
                  <a:gd name="connsiteX7" fmla="*/ 167800 w 384685"/>
                  <a:gd name="connsiteY7" fmla="*/ 67909 h 271536"/>
                  <a:gd name="connsiteX8" fmla="*/ 180603 w 384685"/>
                  <a:gd name="connsiteY8" fmla="*/ 73122 h 271536"/>
                  <a:gd name="connsiteX9" fmla="*/ 183589 w 384685"/>
                  <a:gd name="connsiteY9" fmla="*/ 98879 h 271536"/>
                  <a:gd name="connsiteX10" fmla="*/ 181818 w 384685"/>
                  <a:gd name="connsiteY10" fmla="*/ 271334 h 271536"/>
                  <a:gd name="connsiteX11" fmla="*/ 192343 w 384685"/>
                  <a:gd name="connsiteY11" fmla="*/ 271537 h 271536"/>
                  <a:gd name="connsiteX12" fmla="*/ 202919 w 384685"/>
                  <a:gd name="connsiteY12" fmla="*/ 271334 h 271536"/>
                  <a:gd name="connsiteX13" fmla="*/ 201148 w 384685"/>
                  <a:gd name="connsiteY13" fmla="*/ 98879 h 271536"/>
                  <a:gd name="connsiteX14" fmla="*/ 204134 w 384685"/>
                  <a:gd name="connsiteY14" fmla="*/ 73122 h 271536"/>
                  <a:gd name="connsiteX15" fmla="*/ 216936 w 384685"/>
                  <a:gd name="connsiteY15" fmla="*/ 67909 h 271536"/>
                  <a:gd name="connsiteX16" fmla="*/ 384686 w 384685"/>
                  <a:gd name="connsiteY16" fmla="*/ 91086 h 27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grpFill/>
              <a:ln w="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CA6E38E-CF0B-9F3D-5448-2C562EC9B901}"/>
                  </a:ext>
                </a:extLst>
              </p:cNvPr>
              <p:cNvSpPr/>
              <p:nvPr/>
            </p:nvSpPr>
            <p:spPr>
              <a:xfrm>
                <a:off x="8907519" y="2429876"/>
                <a:ext cx="166901" cy="168288"/>
              </a:xfrm>
              <a:custGeom>
                <a:avLst/>
                <a:gdLst>
                  <a:gd name="connsiteX0" fmla="*/ 164219 w 166901"/>
                  <a:gd name="connsiteY0" fmla="*/ 17592 h 168288"/>
                  <a:gd name="connsiteX1" fmla="*/ 31284 w 166901"/>
                  <a:gd name="connsiteY1" fmla="*/ 184 h 168288"/>
                  <a:gd name="connsiteX2" fmla="*/ 1328 w 166901"/>
                  <a:gd name="connsiteY2" fmla="*/ 32469 h 168288"/>
                  <a:gd name="connsiteX3" fmla="*/ 2137 w 166901"/>
                  <a:gd name="connsiteY3" fmla="*/ 37530 h 168288"/>
                  <a:gd name="connsiteX4" fmla="*/ 29210 w 166901"/>
                  <a:gd name="connsiteY4" fmla="*/ 168288 h 168288"/>
                  <a:gd name="connsiteX5" fmla="*/ 166901 w 166901"/>
                  <a:gd name="connsiteY5" fmla="*/ 39807 h 168288"/>
                  <a:gd name="connsiteX6" fmla="*/ 164219 w 166901"/>
                  <a:gd name="connsiteY6" fmla="*/ 17592 h 16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grpFill/>
              <a:ln w="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E6C99882-FE9E-C8F0-C4CB-A2B82C1CFE99}"/>
                  </a:ext>
                </a:extLst>
              </p:cNvPr>
              <p:cNvSpPr/>
              <p:nvPr/>
            </p:nvSpPr>
            <p:spPr>
              <a:xfrm>
                <a:off x="8667823" y="2429927"/>
                <a:ext cx="166901" cy="168389"/>
              </a:xfrm>
              <a:custGeom>
                <a:avLst/>
                <a:gdLst>
                  <a:gd name="connsiteX0" fmla="*/ 165574 w 166901"/>
                  <a:gd name="connsiteY0" fmla="*/ 32469 h 168389"/>
                  <a:gd name="connsiteX1" fmla="*/ 135616 w 166901"/>
                  <a:gd name="connsiteY1" fmla="*/ 184 h 168389"/>
                  <a:gd name="connsiteX2" fmla="*/ 2631 w 166901"/>
                  <a:gd name="connsiteY2" fmla="*/ 17592 h 168389"/>
                  <a:gd name="connsiteX3" fmla="*/ 0 w 166901"/>
                  <a:gd name="connsiteY3" fmla="*/ 39807 h 168389"/>
                  <a:gd name="connsiteX4" fmla="*/ 30261 w 166901"/>
                  <a:gd name="connsiteY4" fmla="*/ 111815 h 168389"/>
                  <a:gd name="connsiteX5" fmla="*/ 103534 w 166901"/>
                  <a:gd name="connsiteY5" fmla="*/ 158421 h 168389"/>
                  <a:gd name="connsiteX6" fmla="*/ 137640 w 166901"/>
                  <a:gd name="connsiteY6" fmla="*/ 168389 h 168389"/>
                  <a:gd name="connsiteX7" fmla="*/ 165017 w 166901"/>
                  <a:gd name="connsiteY7" fmla="*/ 35860 h 168389"/>
                  <a:gd name="connsiteX8" fmla="*/ 165523 w 166901"/>
                  <a:gd name="connsiteY8" fmla="*/ 32469 h 168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grpFill/>
              <a:ln w="0" cap="flat">
                <a:noFill/>
                <a:prstDash val="solid"/>
                <a:miter/>
              </a:ln>
            </p:spPr>
            <p:txBody>
              <a:bodyPr rtlCol="0" anchor="ctr"/>
              <a:lstStyle/>
              <a:p>
                <a:endParaRPr lang="en-US"/>
              </a:p>
            </p:txBody>
          </p:sp>
        </p:grpSp>
      </p:grpSp>
      <p:sp>
        <p:nvSpPr>
          <p:cNvPr id="81" name="Text Placeholder 80">
            <a:extLst>
              <a:ext uri="{FF2B5EF4-FFF2-40B4-BE49-F238E27FC236}">
                <a16:creationId xmlns:a16="http://schemas.microsoft.com/office/drawing/2014/main" id="{72E48B6A-5719-A4F5-967A-B7A119483ABC}"/>
              </a:ext>
            </a:extLst>
          </p:cNvPr>
          <p:cNvSpPr>
            <a:spLocks noGrp="1"/>
          </p:cNvSpPr>
          <p:nvPr>
            <p:ph type="body" sz="quarter" idx="12"/>
          </p:nvPr>
        </p:nvSpPr>
        <p:spPr>
          <a:xfrm>
            <a:off x="198120" y="1428750"/>
            <a:ext cx="3989069" cy="258532"/>
          </a:xfrm>
          <a:prstGeom prst="rect">
            <a:avLst/>
          </a:prstGeom>
          <a:noFill/>
        </p:spPr>
        <p:txBody>
          <a:bodyPr wrap="square">
            <a:spAutoFit/>
          </a:bodyPr>
          <a:lstStyle>
            <a:lvl1pPr marL="0" indent="0">
              <a:buNone/>
              <a:defRPr lang="en-US" dirty="0" smtClean="0">
                <a:cs typeface="Calibri"/>
              </a:defRPr>
            </a:lvl1pPr>
            <a:lvl2pPr>
              <a:defRPr lang="en-US" sz="818" dirty="0" smtClean="0">
                <a:solidFill>
                  <a:schemeClr val="tx1"/>
                </a:solidFill>
              </a:defRPr>
            </a:lvl2pPr>
            <a:lvl3pPr>
              <a:defRPr lang="en-US" sz="818" dirty="0" smtClean="0">
                <a:solidFill>
                  <a:schemeClr val="tx1"/>
                </a:solidFill>
              </a:defRPr>
            </a:lvl3pPr>
            <a:lvl4pPr>
              <a:defRPr lang="en-US" sz="818" dirty="0" smtClean="0">
                <a:solidFill>
                  <a:schemeClr val="tx1"/>
                </a:solidFill>
              </a:defRPr>
            </a:lvl4pPr>
            <a:lvl5pPr>
              <a:defRPr lang="en-US" sz="818" dirty="0">
                <a:solidFill>
                  <a:schemeClr val="tx1"/>
                </a:solidFill>
              </a:defRPr>
            </a:lvl5pPr>
          </a:lstStyle>
          <a:p>
            <a:pPr marL="0" marR="2310" lvl="0" defTabSz="415525">
              <a:spcBef>
                <a:spcPts val="1200"/>
              </a:spcBef>
              <a:spcAft>
                <a:spcPts val="600"/>
              </a:spcAft>
            </a:pPr>
            <a:r>
              <a:rPr lang="en-US"/>
              <a:t>Click to edit Master text styles</a:t>
            </a:r>
          </a:p>
        </p:txBody>
      </p:sp>
    </p:spTree>
    <p:extLst>
      <p:ext uri="{BB962C8B-B14F-4D97-AF65-F5344CB8AC3E}">
        <p14:creationId xmlns:p14="http://schemas.microsoft.com/office/powerpoint/2010/main" val="42358679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bg1"/>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0E3F5E46-0106-F6A3-64BD-4FA139A4790A}"/>
              </a:ext>
            </a:extLst>
          </p:cNvPr>
          <p:cNvSpPr>
            <a:spLocks noGrp="1"/>
          </p:cNvSpPr>
          <p:nvPr>
            <p:ph type="pic" sz="quarter" idx="10"/>
          </p:nvPr>
        </p:nvSpPr>
        <p:spPr>
          <a:xfrm>
            <a:off x="4894580" y="884789"/>
            <a:ext cx="3769359" cy="3772351"/>
          </a:xfrm>
          <a:prstGeom prst="ellipse">
            <a:avLst/>
          </a:prstGeom>
          <a:solidFill>
            <a:schemeClr val="bg1">
              <a:lumMod val="75000"/>
            </a:schemeClr>
          </a:solidFill>
        </p:spPr>
        <p:txBody>
          <a:bodyPr wrap="square">
            <a:noAutofit/>
          </a:bodyPr>
          <a:lstStyle/>
          <a:p>
            <a:endParaRPr lang="en-US"/>
          </a:p>
        </p:txBody>
      </p:sp>
      <p:grpSp>
        <p:nvGrpSpPr>
          <p:cNvPr id="78" name="Group 77">
            <a:extLst>
              <a:ext uri="{FF2B5EF4-FFF2-40B4-BE49-F238E27FC236}">
                <a16:creationId xmlns:a16="http://schemas.microsoft.com/office/drawing/2014/main" id="{740D7DC1-95EA-0B6A-0ACF-B0A2CB5AAE5A}"/>
              </a:ext>
            </a:extLst>
          </p:cNvPr>
          <p:cNvGrpSpPr/>
          <p:nvPr userDrawn="1"/>
        </p:nvGrpSpPr>
        <p:grpSpPr>
          <a:xfrm>
            <a:off x="268664" y="159185"/>
            <a:ext cx="8556433" cy="451747"/>
            <a:chOff x="268664" y="159185"/>
            <a:chExt cx="8593932" cy="453727"/>
          </a:xfrm>
          <a:solidFill>
            <a:schemeClr val="tx1"/>
          </a:solidFill>
        </p:grpSpPr>
        <p:grpSp>
          <p:nvGrpSpPr>
            <p:cNvPr id="79" name="Group 78">
              <a:extLst>
                <a:ext uri="{FF2B5EF4-FFF2-40B4-BE49-F238E27FC236}">
                  <a16:creationId xmlns:a16="http://schemas.microsoft.com/office/drawing/2014/main" id="{2D6B3254-9C7B-CBEE-BCFF-64CD39708D39}"/>
                </a:ext>
              </a:extLst>
            </p:cNvPr>
            <p:cNvGrpSpPr/>
            <p:nvPr userDrawn="1"/>
          </p:nvGrpSpPr>
          <p:grpSpPr>
            <a:xfrm>
              <a:off x="268664" y="259103"/>
              <a:ext cx="1481677" cy="353809"/>
              <a:chOff x="0" y="2427986"/>
              <a:chExt cx="1581147" cy="380839"/>
            </a:xfrm>
            <a:grpFill/>
          </p:grpSpPr>
          <p:grpSp>
            <p:nvGrpSpPr>
              <p:cNvPr id="88" name="Graphic 8">
                <a:extLst>
                  <a:ext uri="{FF2B5EF4-FFF2-40B4-BE49-F238E27FC236}">
                    <a16:creationId xmlns:a16="http://schemas.microsoft.com/office/drawing/2014/main" id="{627426C5-1235-7F28-F825-CF5DA0EF9E8E}"/>
                  </a:ext>
                </a:extLst>
              </p:cNvPr>
              <p:cNvGrpSpPr/>
              <p:nvPr/>
            </p:nvGrpSpPr>
            <p:grpSpPr>
              <a:xfrm>
                <a:off x="0" y="2428340"/>
                <a:ext cx="605264" cy="380485"/>
                <a:chOff x="0" y="2428340"/>
                <a:chExt cx="605264" cy="380485"/>
              </a:xfrm>
              <a:grpFill/>
            </p:grpSpPr>
            <p:sp>
              <p:nvSpPr>
                <p:cNvPr id="113" name="Freeform: Shape 112">
                  <a:extLst>
                    <a:ext uri="{FF2B5EF4-FFF2-40B4-BE49-F238E27FC236}">
                      <a16:creationId xmlns:a16="http://schemas.microsoft.com/office/drawing/2014/main" id="{EBF02D95-C4EF-D897-9735-E00649E7D181}"/>
                    </a:ext>
                  </a:extLst>
                </p:cNvPr>
                <p:cNvSpPr/>
                <p:nvPr/>
              </p:nvSpPr>
              <p:spPr>
                <a:xfrm>
                  <a:off x="0" y="2428340"/>
                  <a:ext cx="605264" cy="380485"/>
                </a:xfrm>
                <a:custGeom>
                  <a:avLst/>
                  <a:gdLst>
                    <a:gd name="connsiteX0" fmla="*/ 559165 w 605264"/>
                    <a:gd name="connsiteY0" fmla="*/ 219921 h 380485"/>
                    <a:gd name="connsiteX1" fmla="*/ 514179 w 605264"/>
                    <a:gd name="connsiteY1" fmla="*/ 188598 h 380485"/>
                    <a:gd name="connsiteX2" fmla="*/ 512459 w 605264"/>
                    <a:gd name="connsiteY2" fmla="*/ 187384 h 380485"/>
                    <a:gd name="connsiteX3" fmla="*/ 488928 w 605264"/>
                    <a:gd name="connsiteY3" fmla="*/ 150747 h 380485"/>
                    <a:gd name="connsiteX4" fmla="*/ 523490 w 605264"/>
                    <a:gd name="connsiteY4" fmla="*/ 122156 h 380485"/>
                    <a:gd name="connsiteX5" fmla="*/ 576725 w 605264"/>
                    <a:gd name="connsiteY5" fmla="*/ 134250 h 380485"/>
                    <a:gd name="connsiteX6" fmla="*/ 597017 w 605264"/>
                    <a:gd name="connsiteY6" fmla="*/ 113908 h 380485"/>
                    <a:gd name="connsiteX7" fmla="*/ 581077 w 605264"/>
                    <a:gd name="connsiteY7" fmla="*/ 92452 h 380485"/>
                    <a:gd name="connsiteX8" fmla="*/ 521820 w 605264"/>
                    <a:gd name="connsiteY8" fmla="*/ 80358 h 380485"/>
                    <a:gd name="connsiteX9" fmla="*/ 465297 w 605264"/>
                    <a:gd name="connsiteY9" fmla="*/ 97968 h 380485"/>
                    <a:gd name="connsiteX10" fmla="*/ 458111 w 605264"/>
                    <a:gd name="connsiteY10" fmla="*/ 111023 h 380485"/>
                    <a:gd name="connsiteX11" fmla="*/ 465297 w 605264"/>
                    <a:gd name="connsiteY11" fmla="*/ 97917 h 380485"/>
                    <a:gd name="connsiteX12" fmla="*/ 457048 w 605264"/>
                    <a:gd name="connsiteY12" fmla="*/ 105052 h 380485"/>
                    <a:gd name="connsiteX13" fmla="*/ 456846 w 605264"/>
                    <a:gd name="connsiteY13" fmla="*/ 105305 h 380485"/>
                    <a:gd name="connsiteX14" fmla="*/ 415908 w 605264"/>
                    <a:gd name="connsiteY14" fmla="*/ 184752 h 380485"/>
                    <a:gd name="connsiteX15" fmla="*/ 403308 w 605264"/>
                    <a:gd name="connsiteY15" fmla="*/ 226500 h 380485"/>
                    <a:gd name="connsiteX16" fmla="*/ 289703 w 605264"/>
                    <a:gd name="connsiteY16" fmla="*/ 335297 h 380485"/>
                    <a:gd name="connsiteX17" fmla="*/ 190369 w 605264"/>
                    <a:gd name="connsiteY17" fmla="*/ 230346 h 380485"/>
                    <a:gd name="connsiteX18" fmla="*/ 281050 w 605264"/>
                    <a:gd name="connsiteY18" fmla="*/ 124889 h 380485"/>
                    <a:gd name="connsiteX19" fmla="*/ 284188 w 605264"/>
                    <a:gd name="connsiteY19" fmla="*/ 124838 h 380485"/>
                    <a:gd name="connsiteX20" fmla="*/ 336866 w 605264"/>
                    <a:gd name="connsiteY20" fmla="*/ 136376 h 380485"/>
                    <a:gd name="connsiteX21" fmla="*/ 355538 w 605264"/>
                    <a:gd name="connsiteY21" fmla="*/ 140778 h 380485"/>
                    <a:gd name="connsiteX22" fmla="*/ 377500 w 605264"/>
                    <a:gd name="connsiteY22" fmla="*/ 118766 h 380485"/>
                    <a:gd name="connsiteX23" fmla="*/ 377500 w 605264"/>
                    <a:gd name="connsiteY23" fmla="*/ 118766 h 380485"/>
                    <a:gd name="connsiteX24" fmla="*/ 377500 w 605264"/>
                    <a:gd name="connsiteY24" fmla="*/ 118766 h 380485"/>
                    <a:gd name="connsiteX25" fmla="*/ 361054 w 605264"/>
                    <a:gd name="connsiteY25" fmla="*/ 96804 h 380485"/>
                    <a:gd name="connsiteX26" fmla="*/ 284238 w 605264"/>
                    <a:gd name="connsiteY26" fmla="*/ 80307 h 380485"/>
                    <a:gd name="connsiteX27" fmla="*/ 137742 w 605264"/>
                    <a:gd name="connsiteY27" fmla="*/ 231459 h 380485"/>
                    <a:gd name="connsiteX28" fmla="*/ 137742 w 605264"/>
                    <a:gd name="connsiteY28" fmla="*/ 231459 h 380485"/>
                    <a:gd name="connsiteX29" fmla="*/ 137742 w 605264"/>
                    <a:gd name="connsiteY29" fmla="*/ 231459 h 380485"/>
                    <a:gd name="connsiteX30" fmla="*/ 137742 w 605264"/>
                    <a:gd name="connsiteY30" fmla="*/ 231459 h 380485"/>
                    <a:gd name="connsiteX31" fmla="*/ 149786 w 605264"/>
                    <a:gd name="connsiteY31" fmla="*/ 295725 h 380485"/>
                    <a:gd name="connsiteX32" fmla="*/ 98221 w 605264"/>
                    <a:gd name="connsiteY32" fmla="*/ 333677 h 380485"/>
                    <a:gd name="connsiteX33" fmla="*/ 52678 w 605264"/>
                    <a:gd name="connsiteY33" fmla="*/ 281455 h 380485"/>
                    <a:gd name="connsiteX34" fmla="*/ 52678 w 605264"/>
                    <a:gd name="connsiteY34" fmla="*/ 126457 h 380485"/>
                    <a:gd name="connsiteX35" fmla="*/ 116893 w 605264"/>
                    <a:gd name="connsiteY35" fmla="*/ 126457 h 380485"/>
                    <a:gd name="connsiteX36" fmla="*/ 141588 w 605264"/>
                    <a:gd name="connsiteY36" fmla="*/ 105002 h 380485"/>
                    <a:gd name="connsiteX37" fmla="*/ 116893 w 605264"/>
                    <a:gd name="connsiteY37" fmla="*/ 83546 h 380485"/>
                    <a:gd name="connsiteX38" fmla="*/ 52678 w 605264"/>
                    <a:gd name="connsiteY38" fmla="*/ 83546 h 380485"/>
                    <a:gd name="connsiteX39" fmla="*/ 52678 w 605264"/>
                    <a:gd name="connsiteY39" fmla="*/ 27478 h 380485"/>
                    <a:gd name="connsiteX40" fmla="*/ 26314 w 605264"/>
                    <a:gd name="connsiteY40" fmla="*/ 0 h 380485"/>
                    <a:gd name="connsiteX41" fmla="*/ 0 w 605264"/>
                    <a:gd name="connsiteY41" fmla="*/ 27579 h 380485"/>
                    <a:gd name="connsiteX42" fmla="*/ 0 w 605264"/>
                    <a:gd name="connsiteY42" fmla="*/ 287527 h 380485"/>
                    <a:gd name="connsiteX43" fmla="*/ 93312 w 605264"/>
                    <a:gd name="connsiteY43" fmla="*/ 379878 h 380485"/>
                    <a:gd name="connsiteX44" fmla="*/ 129291 w 605264"/>
                    <a:gd name="connsiteY44" fmla="*/ 373856 h 380485"/>
                    <a:gd name="connsiteX45" fmla="*/ 129494 w 605264"/>
                    <a:gd name="connsiteY45" fmla="*/ 373856 h 380485"/>
                    <a:gd name="connsiteX46" fmla="*/ 175087 w 605264"/>
                    <a:gd name="connsiteY46" fmla="*/ 335702 h 380485"/>
                    <a:gd name="connsiteX47" fmla="*/ 288084 w 605264"/>
                    <a:gd name="connsiteY47" fmla="*/ 380435 h 380485"/>
                    <a:gd name="connsiteX48" fmla="*/ 354931 w 605264"/>
                    <a:gd name="connsiteY48" fmla="*/ 365102 h 380485"/>
                    <a:gd name="connsiteX49" fmla="*/ 354982 w 605264"/>
                    <a:gd name="connsiteY49" fmla="*/ 365102 h 380485"/>
                    <a:gd name="connsiteX50" fmla="*/ 443335 w 605264"/>
                    <a:gd name="connsiteY50" fmla="*/ 237025 h 380485"/>
                    <a:gd name="connsiteX51" fmla="*/ 454872 w 605264"/>
                    <a:gd name="connsiteY51" fmla="*/ 199124 h 380485"/>
                    <a:gd name="connsiteX52" fmla="*/ 454720 w 605264"/>
                    <a:gd name="connsiteY52" fmla="*/ 198921 h 380485"/>
                    <a:gd name="connsiteX53" fmla="*/ 487815 w 605264"/>
                    <a:gd name="connsiteY53" fmla="*/ 229334 h 380485"/>
                    <a:gd name="connsiteX54" fmla="*/ 528955 w 605264"/>
                    <a:gd name="connsiteY54" fmla="*/ 257924 h 380485"/>
                    <a:gd name="connsiteX55" fmla="*/ 545756 w 605264"/>
                    <a:gd name="connsiteY55" fmla="*/ 270676 h 380485"/>
                    <a:gd name="connsiteX56" fmla="*/ 555320 w 605264"/>
                    <a:gd name="connsiteY56" fmla="*/ 298053 h 380485"/>
                    <a:gd name="connsiteX57" fmla="*/ 509777 w 605264"/>
                    <a:gd name="connsiteY57" fmla="*/ 337624 h 380485"/>
                    <a:gd name="connsiteX58" fmla="*/ 449964 w 605264"/>
                    <a:gd name="connsiteY58" fmla="*/ 324417 h 380485"/>
                    <a:gd name="connsiteX59" fmla="*/ 429672 w 605264"/>
                    <a:gd name="connsiteY59" fmla="*/ 344760 h 380485"/>
                    <a:gd name="connsiteX60" fmla="*/ 445612 w 605264"/>
                    <a:gd name="connsiteY60" fmla="*/ 366215 h 380485"/>
                    <a:gd name="connsiteX61" fmla="*/ 510384 w 605264"/>
                    <a:gd name="connsiteY61" fmla="*/ 380485 h 380485"/>
                    <a:gd name="connsiteX62" fmla="*/ 580621 w 605264"/>
                    <a:gd name="connsiteY62" fmla="*/ 356297 h 380485"/>
                    <a:gd name="connsiteX63" fmla="*/ 584467 w 605264"/>
                    <a:gd name="connsiteY63" fmla="*/ 352299 h 380485"/>
                    <a:gd name="connsiteX64" fmla="*/ 605265 w 605264"/>
                    <a:gd name="connsiteY64" fmla="*/ 298053 h 380485"/>
                    <a:gd name="connsiteX65" fmla="*/ 559165 w 605264"/>
                    <a:gd name="connsiteY65" fmla="*/ 220023 h 38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grpFill/>
                <a:ln w="0"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2B0449C0-6DEB-3178-1FFA-6DCA690934C2}"/>
                    </a:ext>
                  </a:extLst>
                </p:cNvPr>
                <p:cNvSpPr/>
                <p:nvPr/>
              </p:nvSpPr>
              <p:spPr>
                <a:xfrm>
                  <a:off x="439539" y="2580150"/>
                  <a:ext cx="5060" cy="151"/>
                </a:xfrm>
                <a:custGeom>
                  <a:avLst/>
                  <a:gdLst>
                    <a:gd name="connsiteX0" fmla="*/ 0 w 5060"/>
                    <a:gd name="connsiteY0" fmla="*/ 0 h 151"/>
                    <a:gd name="connsiteX1" fmla="*/ 0 w 5060"/>
                    <a:gd name="connsiteY1" fmla="*/ 0 h 151"/>
                    <a:gd name="connsiteX2" fmla="*/ 0 w 5060"/>
                    <a:gd name="connsiteY2" fmla="*/ 152 h 151"/>
                    <a:gd name="connsiteX3" fmla="*/ 0 w 5060"/>
                    <a:gd name="connsiteY3" fmla="*/ 0 h 151"/>
                  </a:gdLst>
                  <a:ahLst/>
                  <a:cxnLst>
                    <a:cxn ang="0">
                      <a:pos x="connsiteX0" y="connsiteY0"/>
                    </a:cxn>
                    <a:cxn ang="0">
                      <a:pos x="connsiteX1" y="connsiteY1"/>
                    </a:cxn>
                    <a:cxn ang="0">
                      <a:pos x="connsiteX2" y="connsiteY2"/>
                    </a:cxn>
                    <a:cxn ang="0">
                      <a:pos x="connsiteX3" y="connsiteY3"/>
                    </a:cxn>
                  </a:cxnLst>
                  <a:rect l="l" t="t" r="r" b="b"/>
                  <a:pathLst>
                    <a:path w="5060" h="151">
                      <a:moveTo>
                        <a:pt x="0" y="0"/>
                      </a:moveTo>
                      <a:cubicBezTo>
                        <a:pt x="0" y="0"/>
                        <a:pt x="0" y="0"/>
                        <a:pt x="0" y="0"/>
                      </a:cubicBezTo>
                      <a:cubicBezTo>
                        <a:pt x="0" y="51"/>
                        <a:pt x="0" y="101"/>
                        <a:pt x="0" y="152"/>
                      </a:cubicBezTo>
                      <a:cubicBezTo>
                        <a:pt x="0" y="152"/>
                        <a:pt x="0" y="51"/>
                        <a:pt x="0" y="0"/>
                      </a:cubicBezTo>
                      <a:close/>
                    </a:path>
                  </a:pathLst>
                </a:custGeom>
                <a:grpFill/>
                <a:ln w="0" cap="flat">
                  <a:noFill/>
                  <a:prstDash val="solid"/>
                  <a:miter/>
                </a:ln>
              </p:spPr>
              <p:txBody>
                <a:bodyPr rtlCol="0" anchor="ctr"/>
                <a:lstStyle/>
                <a:p>
                  <a:endParaRPr lang="en-US"/>
                </a:p>
              </p:txBody>
            </p:sp>
          </p:grpSp>
          <p:grpSp>
            <p:nvGrpSpPr>
              <p:cNvPr id="89" name="Graphic 8">
                <a:extLst>
                  <a:ext uri="{FF2B5EF4-FFF2-40B4-BE49-F238E27FC236}">
                    <a16:creationId xmlns:a16="http://schemas.microsoft.com/office/drawing/2014/main" id="{16E2A2A9-3BE7-F109-A4DD-A0E1300E826A}"/>
                  </a:ext>
                </a:extLst>
              </p:cNvPr>
              <p:cNvGrpSpPr/>
              <p:nvPr/>
            </p:nvGrpSpPr>
            <p:grpSpPr>
              <a:xfrm>
                <a:off x="684661" y="2427986"/>
                <a:ext cx="896486" cy="379270"/>
                <a:chOff x="684661" y="2427986"/>
                <a:chExt cx="896486" cy="379270"/>
              </a:xfrm>
              <a:grpFill/>
            </p:grpSpPr>
            <p:sp>
              <p:nvSpPr>
                <p:cNvPr id="90" name="Freeform: Shape 89">
                  <a:extLst>
                    <a:ext uri="{FF2B5EF4-FFF2-40B4-BE49-F238E27FC236}">
                      <a16:creationId xmlns:a16="http://schemas.microsoft.com/office/drawing/2014/main" id="{02FDE846-4B87-9530-BF1E-0A9BB4AC47CF}"/>
                    </a:ext>
                  </a:extLst>
                </p:cNvPr>
                <p:cNvSpPr/>
                <p:nvPr/>
              </p:nvSpPr>
              <p:spPr>
                <a:xfrm>
                  <a:off x="684712"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32BE4632-1E44-2A31-F8E6-422F1F40169E}"/>
                    </a:ext>
                  </a:extLst>
                </p:cNvPr>
                <p:cNvSpPr/>
                <p:nvPr/>
              </p:nvSpPr>
              <p:spPr>
                <a:xfrm>
                  <a:off x="766739" y="2427986"/>
                  <a:ext cx="111934" cy="94425"/>
                </a:xfrm>
                <a:custGeom>
                  <a:avLst/>
                  <a:gdLst>
                    <a:gd name="connsiteX0" fmla="*/ 36788 w 111934"/>
                    <a:gd name="connsiteY0" fmla="*/ 94426 h 94425"/>
                    <a:gd name="connsiteX1" fmla="*/ 55967 w 111934"/>
                    <a:gd name="connsiteY1" fmla="*/ 37952 h 94425"/>
                    <a:gd name="connsiteX2" fmla="*/ 75146 w 111934"/>
                    <a:gd name="connsiteY2" fmla="*/ 94426 h 94425"/>
                    <a:gd name="connsiteX3" fmla="*/ 111934 w 111934"/>
                    <a:gd name="connsiteY3" fmla="*/ 94426 h 94425"/>
                    <a:gd name="connsiteX4" fmla="*/ 75905 w 111934"/>
                    <a:gd name="connsiteY4" fmla="*/ 0 h 94425"/>
                    <a:gd name="connsiteX5" fmla="*/ 36080 w 111934"/>
                    <a:gd name="connsiteY5" fmla="*/ 0 h 94425"/>
                    <a:gd name="connsiteX6" fmla="*/ 0 w 111934"/>
                    <a:gd name="connsiteY6" fmla="*/ 94426 h 94425"/>
                    <a:gd name="connsiteX7" fmla="*/ 36788 w 11193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76D1EB1D-5DBC-4C37-397E-B113E89FA4C3}"/>
                    </a:ext>
                  </a:extLst>
                </p:cNvPr>
                <p:cNvSpPr/>
                <p:nvPr/>
              </p:nvSpPr>
              <p:spPr>
                <a:xfrm>
                  <a:off x="869666"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1F6AFA81-A4DF-2257-6DBC-8605E19F4795}"/>
                    </a:ext>
                  </a:extLst>
                </p:cNvPr>
                <p:cNvSpPr/>
                <p:nvPr/>
              </p:nvSpPr>
              <p:spPr>
                <a:xfrm>
                  <a:off x="951694" y="2427986"/>
                  <a:ext cx="111984" cy="94425"/>
                </a:xfrm>
                <a:custGeom>
                  <a:avLst/>
                  <a:gdLst>
                    <a:gd name="connsiteX0" fmla="*/ 36788 w 111984"/>
                    <a:gd name="connsiteY0" fmla="*/ 94426 h 94425"/>
                    <a:gd name="connsiteX1" fmla="*/ 55967 w 111984"/>
                    <a:gd name="connsiteY1" fmla="*/ 37952 h 94425"/>
                    <a:gd name="connsiteX2" fmla="*/ 75146 w 111984"/>
                    <a:gd name="connsiteY2" fmla="*/ 94426 h 94425"/>
                    <a:gd name="connsiteX3" fmla="*/ 111985 w 111984"/>
                    <a:gd name="connsiteY3" fmla="*/ 94426 h 94425"/>
                    <a:gd name="connsiteX4" fmla="*/ 75905 w 111984"/>
                    <a:gd name="connsiteY4" fmla="*/ 0 h 94425"/>
                    <a:gd name="connsiteX5" fmla="*/ 36080 w 111984"/>
                    <a:gd name="connsiteY5" fmla="*/ 0 h 94425"/>
                    <a:gd name="connsiteX6" fmla="*/ 0 w 111984"/>
                    <a:gd name="connsiteY6" fmla="*/ 94426 h 94425"/>
                    <a:gd name="connsiteX7" fmla="*/ 36788 w 11198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AC335623-DB6A-AE81-756D-7B291DC57007}"/>
                    </a:ext>
                  </a:extLst>
                </p:cNvPr>
                <p:cNvSpPr/>
                <p:nvPr/>
              </p:nvSpPr>
              <p:spPr>
                <a:xfrm>
                  <a:off x="1334356" y="2569675"/>
                  <a:ext cx="74842" cy="94476"/>
                </a:xfrm>
                <a:custGeom>
                  <a:avLst/>
                  <a:gdLst>
                    <a:gd name="connsiteX0" fmla="*/ 15434 w 74842"/>
                    <a:gd name="connsiteY0" fmla="*/ 20292 h 94476"/>
                    <a:gd name="connsiteX1" fmla="*/ 32335 w 74842"/>
                    <a:gd name="connsiteY1" fmla="*/ 52880 h 94476"/>
                    <a:gd name="connsiteX2" fmla="*/ 56979 w 74842"/>
                    <a:gd name="connsiteY2" fmla="*/ 94426 h 94476"/>
                    <a:gd name="connsiteX3" fmla="*/ 74842 w 74842"/>
                    <a:gd name="connsiteY3" fmla="*/ 94426 h 94476"/>
                    <a:gd name="connsiteX4" fmla="*/ 74842 w 74842"/>
                    <a:gd name="connsiteY4" fmla="*/ 0 h 94476"/>
                    <a:gd name="connsiteX5" fmla="*/ 58902 w 74842"/>
                    <a:gd name="connsiteY5" fmla="*/ 0 h 94476"/>
                    <a:gd name="connsiteX6" fmla="*/ 58902 w 74842"/>
                    <a:gd name="connsiteY6" fmla="*/ 32943 h 94476"/>
                    <a:gd name="connsiteX7" fmla="*/ 60420 w 74842"/>
                    <a:gd name="connsiteY7" fmla="*/ 72110 h 94476"/>
                    <a:gd name="connsiteX8" fmla="*/ 60117 w 74842"/>
                    <a:gd name="connsiteY8" fmla="*/ 72211 h 94476"/>
                    <a:gd name="connsiteX9" fmla="*/ 44075 w 74842"/>
                    <a:gd name="connsiteY9" fmla="*/ 40584 h 94476"/>
                    <a:gd name="connsiteX10" fmla="*/ 19685 w 74842"/>
                    <a:gd name="connsiteY10" fmla="*/ 51 h 94476"/>
                    <a:gd name="connsiteX11" fmla="*/ 0 w 74842"/>
                    <a:gd name="connsiteY11" fmla="*/ 51 h 94476"/>
                    <a:gd name="connsiteX12" fmla="*/ 0 w 74842"/>
                    <a:gd name="connsiteY12" fmla="*/ 94476 h 94476"/>
                    <a:gd name="connsiteX13" fmla="*/ 15940 w 74842"/>
                    <a:gd name="connsiteY13" fmla="*/ 94476 h 94476"/>
                    <a:gd name="connsiteX14" fmla="*/ 15940 w 74842"/>
                    <a:gd name="connsiteY14" fmla="*/ 60673 h 94476"/>
                    <a:gd name="connsiteX15" fmla="*/ 15029 w 74842"/>
                    <a:gd name="connsiteY15" fmla="*/ 20444 h 94476"/>
                    <a:gd name="connsiteX16" fmla="*/ 15485 w 74842"/>
                    <a:gd name="connsiteY16" fmla="*/ 20342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grpFill/>
                <a:ln w="0"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503ECB28-350C-1402-04B2-7BA5E81770E6}"/>
                    </a:ext>
                  </a:extLst>
                </p:cNvPr>
                <p:cNvSpPr/>
                <p:nvPr/>
              </p:nvSpPr>
              <p:spPr>
                <a:xfrm>
                  <a:off x="1238412" y="2569624"/>
                  <a:ext cx="82837" cy="94425"/>
                </a:xfrm>
                <a:custGeom>
                  <a:avLst/>
                  <a:gdLst>
                    <a:gd name="connsiteX0" fmla="*/ 25858 w 82837"/>
                    <a:gd name="connsiteY0" fmla="*/ 67758 h 94425"/>
                    <a:gd name="connsiteX1" fmla="*/ 55815 w 82837"/>
                    <a:gd name="connsiteY1" fmla="*/ 67758 h 94425"/>
                    <a:gd name="connsiteX2" fmla="*/ 64367 w 82837"/>
                    <a:gd name="connsiteY2" fmla="*/ 94426 h 94425"/>
                    <a:gd name="connsiteX3" fmla="*/ 82838 w 82837"/>
                    <a:gd name="connsiteY3" fmla="*/ 94426 h 94425"/>
                    <a:gd name="connsiteX4" fmla="*/ 52172 w 82837"/>
                    <a:gd name="connsiteY4" fmla="*/ 0 h 94425"/>
                    <a:gd name="connsiteX5" fmla="*/ 30261 w 82837"/>
                    <a:gd name="connsiteY5" fmla="*/ 0 h 94425"/>
                    <a:gd name="connsiteX6" fmla="*/ 0 w 82837"/>
                    <a:gd name="connsiteY6" fmla="*/ 94426 h 94425"/>
                    <a:gd name="connsiteX7" fmla="*/ 17812 w 82837"/>
                    <a:gd name="connsiteY7" fmla="*/ 94426 h 94425"/>
                    <a:gd name="connsiteX8" fmla="*/ 25858 w 82837"/>
                    <a:gd name="connsiteY8" fmla="*/ 67758 h 94425"/>
                    <a:gd name="connsiteX9" fmla="*/ 35979 w 82837"/>
                    <a:gd name="connsiteY9" fmla="*/ 31374 h 94425"/>
                    <a:gd name="connsiteX10" fmla="*/ 40432 w 82837"/>
                    <a:gd name="connsiteY10" fmla="*/ 13663 h 94425"/>
                    <a:gd name="connsiteX11" fmla="*/ 40736 w 82837"/>
                    <a:gd name="connsiteY11" fmla="*/ 13663 h 94425"/>
                    <a:gd name="connsiteX12" fmla="*/ 45492 w 82837"/>
                    <a:gd name="connsiteY12" fmla="*/ 31425 h 94425"/>
                    <a:gd name="connsiteX13" fmla="*/ 52931 w 82837"/>
                    <a:gd name="connsiteY13" fmla="*/ 54702 h 94425"/>
                    <a:gd name="connsiteX14" fmla="*/ 28641 w 82837"/>
                    <a:gd name="connsiteY14" fmla="*/ 54702 h 94425"/>
                    <a:gd name="connsiteX15" fmla="*/ 35928 w 82837"/>
                    <a:gd name="connsiteY15" fmla="*/ 31374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grpFill/>
                <a:ln w="0"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368F1EA4-66EF-220D-3ED3-3FCE88877EE6}"/>
                    </a:ext>
                  </a:extLst>
                </p:cNvPr>
                <p:cNvSpPr/>
                <p:nvPr/>
              </p:nvSpPr>
              <p:spPr>
                <a:xfrm>
                  <a:off x="956906" y="2568157"/>
                  <a:ext cx="61280" cy="97411"/>
                </a:xfrm>
                <a:custGeom>
                  <a:avLst/>
                  <a:gdLst>
                    <a:gd name="connsiteX0" fmla="*/ 26617 w 61280"/>
                    <a:gd name="connsiteY0" fmla="*/ 83141 h 97411"/>
                    <a:gd name="connsiteX1" fmla="*/ 3846 w 61280"/>
                    <a:gd name="connsiteY1" fmla="*/ 77119 h 97411"/>
                    <a:gd name="connsiteX2" fmla="*/ 0 w 61280"/>
                    <a:gd name="connsiteY2" fmla="*/ 91389 h 97411"/>
                    <a:gd name="connsiteX3" fmla="*/ 25504 w 61280"/>
                    <a:gd name="connsiteY3" fmla="*/ 97411 h 97411"/>
                    <a:gd name="connsiteX4" fmla="*/ 61280 w 61280"/>
                    <a:gd name="connsiteY4" fmla="*/ 69023 h 97411"/>
                    <a:gd name="connsiteX5" fmla="*/ 37042 w 61280"/>
                    <a:gd name="connsiteY5" fmla="*/ 40938 h 97411"/>
                    <a:gd name="connsiteX6" fmla="*/ 18976 w 61280"/>
                    <a:gd name="connsiteY6" fmla="*/ 25453 h 97411"/>
                    <a:gd name="connsiteX7" fmla="*/ 34562 w 61280"/>
                    <a:gd name="connsiteY7" fmla="*/ 14068 h 97411"/>
                    <a:gd name="connsiteX8" fmla="*/ 53386 w 61280"/>
                    <a:gd name="connsiteY8" fmla="*/ 18571 h 97411"/>
                    <a:gd name="connsiteX9" fmla="*/ 57536 w 61280"/>
                    <a:gd name="connsiteY9" fmla="*/ 4655 h 97411"/>
                    <a:gd name="connsiteX10" fmla="*/ 34916 w 61280"/>
                    <a:gd name="connsiteY10" fmla="*/ 0 h 97411"/>
                    <a:gd name="connsiteX11" fmla="*/ 1569 w 61280"/>
                    <a:gd name="connsiteY11" fmla="*/ 27123 h 97411"/>
                    <a:gd name="connsiteX12" fmla="*/ 27123 w 61280"/>
                    <a:gd name="connsiteY12" fmla="*/ 54550 h 97411"/>
                    <a:gd name="connsiteX13" fmla="*/ 43822 w 61280"/>
                    <a:gd name="connsiteY13" fmla="*/ 70237 h 97411"/>
                    <a:gd name="connsiteX14" fmla="*/ 26668 w 61280"/>
                    <a:gd name="connsiteY14" fmla="*/ 83141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grpFill/>
                <a:ln w="0"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608A482F-2991-3F91-9C26-3438FE7B7C3A}"/>
                    </a:ext>
                  </a:extLst>
                </p:cNvPr>
                <p:cNvSpPr/>
                <p:nvPr/>
              </p:nvSpPr>
              <p:spPr>
                <a:xfrm>
                  <a:off x="684661"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50D772B9-3551-EBBB-D440-087286679E92}"/>
                    </a:ext>
                  </a:extLst>
                </p:cNvPr>
                <p:cNvSpPr/>
                <p:nvPr/>
              </p:nvSpPr>
              <p:spPr>
                <a:xfrm>
                  <a:off x="1173286" y="2569675"/>
                  <a:ext cx="71350" cy="94425"/>
                </a:xfrm>
                <a:custGeom>
                  <a:avLst/>
                  <a:gdLst>
                    <a:gd name="connsiteX0" fmla="*/ 44177 w 71350"/>
                    <a:gd name="connsiteY0" fmla="*/ 94426 h 94425"/>
                    <a:gd name="connsiteX1" fmla="*/ 44177 w 71350"/>
                    <a:gd name="connsiteY1" fmla="*/ 14473 h 94425"/>
                    <a:gd name="connsiteX2" fmla="*/ 71351 w 71350"/>
                    <a:gd name="connsiteY2" fmla="*/ 14473 h 94425"/>
                    <a:gd name="connsiteX3" fmla="*/ 71351 w 71350"/>
                    <a:gd name="connsiteY3" fmla="*/ 0 h 94425"/>
                    <a:gd name="connsiteX4" fmla="*/ 0 w 71350"/>
                    <a:gd name="connsiteY4" fmla="*/ 0 h 94425"/>
                    <a:gd name="connsiteX5" fmla="*/ 0 w 71350"/>
                    <a:gd name="connsiteY5" fmla="*/ 14473 h 94425"/>
                    <a:gd name="connsiteX6" fmla="*/ 26921 w 71350"/>
                    <a:gd name="connsiteY6" fmla="*/ 14473 h 94425"/>
                    <a:gd name="connsiteX7" fmla="*/ 26921 w 71350"/>
                    <a:gd name="connsiteY7" fmla="*/ 94426 h 94425"/>
                    <a:gd name="connsiteX8" fmla="*/ 44177 w 71350"/>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grpFill/>
                <a:ln w="0"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44E49030-C2D0-149F-0D98-96E61CFC2766}"/>
                    </a:ext>
                  </a:extLst>
                </p:cNvPr>
                <p:cNvSpPr/>
                <p:nvPr/>
              </p:nvSpPr>
              <p:spPr>
                <a:xfrm>
                  <a:off x="1502763" y="2569675"/>
                  <a:ext cx="78384" cy="94476"/>
                </a:xfrm>
                <a:custGeom>
                  <a:avLst/>
                  <a:gdLst>
                    <a:gd name="connsiteX0" fmla="*/ 58953 w 78384"/>
                    <a:gd name="connsiteY0" fmla="*/ 0 h 94476"/>
                    <a:gd name="connsiteX1" fmla="*/ 47618 w 78384"/>
                    <a:gd name="connsiteY1" fmla="*/ 24188 h 94476"/>
                    <a:gd name="connsiteX2" fmla="*/ 39470 w 78384"/>
                    <a:gd name="connsiteY2" fmla="*/ 42962 h 94476"/>
                    <a:gd name="connsiteX3" fmla="*/ 39167 w 78384"/>
                    <a:gd name="connsiteY3" fmla="*/ 42962 h 94476"/>
                    <a:gd name="connsiteX4" fmla="*/ 30918 w 78384"/>
                    <a:gd name="connsiteY4" fmla="*/ 24239 h 94476"/>
                    <a:gd name="connsiteX5" fmla="*/ 19685 w 78384"/>
                    <a:gd name="connsiteY5" fmla="*/ 0 h 94476"/>
                    <a:gd name="connsiteX6" fmla="*/ 0 w 78384"/>
                    <a:gd name="connsiteY6" fmla="*/ 0 h 94476"/>
                    <a:gd name="connsiteX7" fmla="*/ 29805 w 78384"/>
                    <a:gd name="connsiteY7" fmla="*/ 55157 h 94476"/>
                    <a:gd name="connsiteX8" fmla="*/ 29805 w 78384"/>
                    <a:gd name="connsiteY8" fmla="*/ 94476 h 94476"/>
                    <a:gd name="connsiteX9" fmla="*/ 47061 w 78384"/>
                    <a:gd name="connsiteY9" fmla="*/ 94476 h 94476"/>
                    <a:gd name="connsiteX10" fmla="*/ 47061 w 78384"/>
                    <a:gd name="connsiteY10" fmla="*/ 54702 h 94476"/>
                    <a:gd name="connsiteX11" fmla="*/ 78384 w 78384"/>
                    <a:gd name="connsiteY11" fmla="*/ 51 h 94476"/>
                    <a:gd name="connsiteX12" fmla="*/ 58953 w 78384"/>
                    <a:gd name="connsiteY12"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grpFill/>
                <a:ln w="0"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62E523F1-71CC-141A-7D55-97D54021F2A3}"/>
                    </a:ext>
                  </a:extLst>
                </p:cNvPr>
                <p:cNvSpPr/>
                <p:nvPr/>
              </p:nvSpPr>
              <p:spPr>
                <a:xfrm>
                  <a:off x="763045" y="2568106"/>
                  <a:ext cx="88656" cy="97562"/>
                </a:xfrm>
                <a:custGeom>
                  <a:avLst/>
                  <a:gdLst>
                    <a:gd name="connsiteX0" fmla="*/ 44936 w 88656"/>
                    <a:gd name="connsiteY0" fmla="*/ 0 h 97562"/>
                    <a:gd name="connsiteX1" fmla="*/ 0 w 88656"/>
                    <a:gd name="connsiteY1" fmla="*/ 49490 h 97562"/>
                    <a:gd name="connsiteX2" fmla="*/ 43519 w 88656"/>
                    <a:gd name="connsiteY2" fmla="*/ 97563 h 97562"/>
                    <a:gd name="connsiteX3" fmla="*/ 43671 w 88656"/>
                    <a:gd name="connsiteY3" fmla="*/ 97563 h 97562"/>
                    <a:gd name="connsiteX4" fmla="*/ 88657 w 88656"/>
                    <a:gd name="connsiteY4" fmla="*/ 47820 h 97562"/>
                    <a:gd name="connsiteX5" fmla="*/ 44936 w 88656"/>
                    <a:gd name="connsiteY5" fmla="*/ 0 h 97562"/>
                    <a:gd name="connsiteX6" fmla="*/ 44278 w 88656"/>
                    <a:gd name="connsiteY6" fmla="*/ 83748 h 97562"/>
                    <a:gd name="connsiteX7" fmla="*/ 44126 w 88656"/>
                    <a:gd name="connsiteY7" fmla="*/ 83748 h 97562"/>
                    <a:gd name="connsiteX8" fmla="*/ 18065 w 88656"/>
                    <a:gd name="connsiteY8" fmla="*/ 49085 h 97562"/>
                    <a:gd name="connsiteX9" fmla="*/ 44278 w 88656"/>
                    <a:gd name="connsiteY9" fmla="*/ 13815 h 97562"/>
                    <a:gd name="connsiteX10" fmla="*/ 70288 w 88656"/>
                    <a:gd name="connsiteY10" fmla="*/ 48478 h 97562"/>
                    <a:gd name="connsiteX11" fmla="*/ 44227 w 88656"/>
                    <a:gd name="connsiteY11" fmla="*/ 83748 h 97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grpFill/>
                <a:ln w="0"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0279CF07-8F68-5188-151D-20CAA7BFD456}"/>
                    </a:ext>
                  </a:extLst>
                </p:cNvPr>
                <p:cNvSpPr/>
                <p:nvPr/>
              </p:nvSpPr>
              <p:spPr>
                <a:xfrm>
                  <a:off x="1423923"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5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C3E8F44B-8A87-2A04-AD6D-1034D6D725C8}"/>
                    </a:ext>
                  </a:extLst>
                </p:cNvPr>
                <p:cNvSpPr/>
                <p:nvPr/>
              </p:nvSpPr>
              <p:spPr>
                <a:xfrm>
                  <a:off x="1126832" y="2569675"/>
                  <a:ext cx="56017" cy="94425"/>
                </a:xfrm>
                <a:custGeom>
                  <a:avLst/>
                  <a:gdLst>
                    <a:gd name="connsiteX0" fmla="*/ 17205 w 56017"/>
                    <a:gd name="connsiteY0" fmla="*/ 0 h 94425"/>
                    <a:gd name="connsiteX1" fmla="*/ 0 w 56017"/>
                    <a:gd name="connsiteY1" fmla="*/ 0 h 94425"/>
                    <a:gd name="connsiteX2" fmla="*/ 0 w 56017"/>
                    <a:gd name="connsiteY2" fmla="*/ 94426 h 94425"/>
                    <a:gd name="connsiteX3" fmla="*/ 56018 w 56017"/>
                    <a:gd name="connsiteY3" fmla="*/ 94426 h 94425"/>
                    <a:gd name="connsiteX4" fmla="*/ 56018 w 56017"/>
                    <a:gd name="connsiteY4" fmla="*/ 79953 h 94425"/>
                    <a:gd name="connsiteX5" fmla="*/ 17205 w 56017"/>
                    <a:gd name="connsiteY5" fmla="*/ 79953 h 94425"/>
                    <a:gd name="connsiteX6" fmla="*/ 17205 w 56017"/>
                    <a:gd name="connsiteY6" fmla="*/ 0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17" h="94425">
                      <a:moveTo>
                        <a:pt x="17205" y="0"/>
                      </a:moveTo>
                      <a:lnTo>
                        <a:pt x="0" y="0"/>
                      </a:lnTo>
                      <a:lnTo>
                        <a:pt x="0" y="94426"/>
                      </a:lnTo>
                      <a:lnTo>
                        <a:pt x="56018" y="94426"/>
                      </a:lnTo>
                      <a:lnTo>
                        <a:pt x="56018" y="79953"/>
                      </a:lnTo>
                      <a:lnTo>
                        <a:pt x="17205" y="79953"/>
                      </a:lnTo>
                      <a:lnTo>
                        <a:pt x="17205" y="0"/>
                      </a:lnTo>
                      <a:close/>
                    </a:path>
                  </a:pathLst>
                </a:custGeom>
                <a:grpFill/>
                <a:ln w="0"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9357D15D-10D7-57CD-2588-3A0C136CB4DC}"/>
                    </a:ext>
                  </a:extLst>
                </p:cNvPr>
                <p:cNvSpPr/>
                <p:nvPr/>
              </p:nvSpPr>
              <p:spPr>
                <a:xfrm>
                  <a:off x="1033469" y="2569675"/>
                  <a:ext cx="73728" cy="95994"/>
                </a:xfrm>
                <a:custGeom>
                  <a:avLst/>
                  <a:gdLst>
                    <a:gd name="connsiteX0" fmla="*/ 73729 w 73728"/>
                    <a:gd name="connsiteY0" fmla="*/ 53943 h 95994"/>
                    <a:gd name="connsiteX1" fmla="*/ 73729 w 73728"/>
                    <a:gd name="connsiteY1" fmla="*/ 0 h 95994"/>
                    <a:gd name="connsiteX2" fmla="*/ 56473 w 73728"/>
                    <a:gd name="connsiteY2" fmla="*/ 0 h 95994"/>
                    <a:gd name="connsiteX3" fmla="*/ 56473 w 73728"/>
                    <a:gd name="connsiteY3" fmla="*/ 55056 h 95994"/>
                    <a:gd name="connsiteX4" fmla="*/ 36586 w 73728"/>
                    <a:gd name="connsiteY4" fmla="*/ 82078 h 95994"/>
                    <a:gd name="connsiteX5" fmla="*/ 17256 w 73728"/>
                    <a:gd name="connsiteY5" fmla="*/ 55056 h 95994"/>
                    <a:gd name="connsiteX6" fmla="*/ 17256 w 73728"/>
                    <a:gd name="connsiteY6" fmla="*/ 0 h 95994"/>
                    <a:gd name="connsiteX7" fmla="*/ 0 w 73728"/>
                    <a:gd name="connsiteY7" fmla="*/ 0 h 95994"/>
                    <a:gd name="connsiteX8" fmla="*/ 0 w 73728"/>
                    <a:gd name="connsiteY8" fmla="*/ 54044 h 95994"/>
                    <a:gd name="connsiteX9" fmla="*/ 35928 w 73728"/>
                    <a:gd name="connsiteY9" fmla="*/ 95994 h 95994"/>
                    <a:gd name="connsiteX10" fmla="*/ 73678 w 73728"/>
                    <a:gd name="connsiteY10" fmla="*/ 53943 h 95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grpFill/>
                <a:ln w="0"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37E15DB8-DDA6-03FD-9F5B-CF6C0D1F71E0}"/>
                    </a:ext>
                  </a:extLst>
                </p:cNvPr>
                <p:cNvSpPr/>
                <p:nvPr/>
              </p:nvSpPr>
              <p:spPr>
                <a:xfrm>
                  <a:off x="866428" y="2569675"/>
                  <a:ext cx="74892" cy="94476"/>
                </a:xfrm>
                <a:custGeom>
                  <a:avLst/>
                  <a:gdLst>
                    <a:gd name="connsiteX0" fmla="*/ 74842 w 74892"/>
                    <a:gd name="connsiteY0" fmla="*/ 0 h 94476"/>
                    <a:gd name="connsiteX1" fmla="*/ 58902 w 74892"/>
                    <a:gd name="connsiteY1" fmla="*/ 0 h 94476"/>
                    <a:gd name="connsiteX2" fmla="*/ 58902 w 74892"/>
                    <a:gd name="connsiteY2" fmla="*/ 32943 h 94476"/>
                    <a:gd name="connsiteX3" fmla="*/ 60420 w 74892"/>
                    <a:gd name="connsiteY3" fmla="*/ 72110 h 94476"/>
                    <a:gd name="connsiteX4" fmla="*/ 60117 w 74892"/>
                    <a:gd name="connsiteY4" fmla="*/ 72211 h 94476"/>
                    <a:gd name="connsiteX5" fmla="*/ 44075 w 74892"/>
                    <a:gd name="connsiteY5" fmla="*/ 40584 h 94476"/>
                    <a:gd name="connsiteX6" fmla="*/ 19685 w 74892"/>
                    <a:gd name="connsiteY6" fmla="*/ 51 h 94476"/>
                    <a:gd name="connsiteX7" fmla="*/ 0 w 74892"/>
                    <a:gd name="connsiteY7" fmla="*/ 51 h 94476"/>
                    <a:gd name="connsiteX8" fmla="*/ 0 w 74892"/>
                    <a:gd name="connsiteY8" fmla="*/ 94476 h 94476"/>
                    <a:gd name="connsiteX9" fmla="*/ 15940 w 74892"/>
                    <a:gd name="connsiteY9" fmla="*/ 94476 h 94476"/>
                    <a:gd name="connsiteX10" fmla="*/ 15940 w 74892"/>
                    <a:gd name="connsiteY10" fmla="*/ 60673 h 94476"/>
                    <a:gd name="connsiteX11" fmla="*/ 15029 w 74892"/>
                    <a:gd name="connsiteY11" fmla="*/ 20444 h 94476"/>
                    <a:gd name="connsiteX12" fmla="*/ 15485 w 74892"/>
                    <a:gd name="connsiteY12" fmla="*/ 20342 h 94476"/>
                    <a:gd name="connsiteX13" fmla="*/ 32386 w 74892"/>
                    <a:gd name="connsiteY13" fmla="*/ 52931 h 94476"/>
                    <a:gd name="connsiteX14" fmla="*/ 57030 w 74892"/>
                    <a:gd name="connsiteY14" fmla="*/ 94476 h 94476"/>
                    <a:gd name="connsiteX15" fmla="*/ 74893 w 74892"/>
                    <a:gd name="connsiteY15" fmla="*/ 94476 h 94476"/>
                    <a:gd name="connsiteX16" fmla="*/ 74893 w 74892"/>
                    <a:gd name="connsiteY16"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grpFill/>
                <a:ln w="0"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AA126930-B6F4-D955-72DF-34E7C3CB6D78}"/>
                    </a:ext>
                  </a:extLst>
                </p:cNvPr>
                <p:cNvSpPr/>
                <p:nvPr/>
              </p:nvSpPr>
              <p:spPr>
                <a:xfrm>
                  <a:off x="997743" y="2711313"/>
                  <a:ext cx="17205" cy="94425"/>
                </a:xfrm>
                <a:custGeom>
                  <a:avLst/>
                  <a:gdLst>
                    <a:gd name="connsiteX0" fmla="*/ 0 w 17205"/>
                    <a:gd name="connsiteY0" fmla="*/ 0 h 94425"/>
                    <a:gd name="connsiteX1" fmla="*/ 17205 w 17205"/>
                    <a:gd name="connsiteY1" fmla="*/ 0 h 94425"/>
                    <a:gd name="connsiteX2" fmla="*/ 17205 w 17205"/>
                    <a:gd name="connsiteY2" fmla="*/ 94426 h 94425"/>
                    <a:gd name="connsiteX3" fmla="*/ 0 w 17205"/>
                    <a:gd name="connsiteY3" fmla="*/ 94426 h 94425"/>
                  </a:gdLst>
                  <a:ahLst/>
                  <a:cxnLst>
                    <a:cxn ang="0">
                      <a:pos x="connsiteX0" y="connsiteY0"/>
                    </a:cxn>
                    <a:cxn ang="0">
                      <a:pos x="connsiteX1" y="connsiteY1"/>
                    </a:cxn>
                    <a:cxn ang="0">
                      <a:pos x="connsiteX2" y="connsiteY2"/>
                    </a:cxn>
                    <a:cxn ang="0">
                      <a:pos x="connsiteX3" y="connsiteY3"/>
                    </a:cxn>
                  </a:cxnLst>
                  <a:rect l="l" t="t" r="r" b="b"/>
                  <a:pathLst>
                    <a:path w="17205" h="94425">
                      <a:moveTo>
                        <a:pt x="0" y="0"/>
                      </a:moveTo>
                      <a:lnTo>
                        <a:pt x="17205" y="0"/>
                      </a:lnTo>
                      <a:lnTo>
                        <a:pt x="17205" y="94426"/>
                      </a:lnTo>
                      <a:lnTo>
                        <a:pt x="0" y="94426"/>
                      </a:lnTo>
                      <a:close/>
                    </a:path>
                  </a:pathLst>
                </a:custGeom>
                <a:grpFill/>
                <a:ln w="0"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2CC73032-3E90-DE02-5896-3FDC7D640FC8}"/>
                    </a:ext>
                  </a:extLst>
                </p:cNvPr>
                <p:cNvSpPr/>
                <p:nvPr/>
              </p:nvSpPr>
              <p:spPr>
                <a:xfrm>
                  <a:off x="833536" y="2711262"/>
                  <a:ext cx="66239" cy="94476"/>
                </a:xfrm>
                <a:custGeom>
                  <a:avLst/>
                  <a:gdLst>
                    <a:gd name="connsiteX0" fmla="*/ 45796 w 66239"/>
                    <a:gd name="connsiteY0" fmla="*/ 50198 h 94476"/>
                    <a:gd name="connsiteX1" fmla="*/ 45796 w 66239"/>
                    <a:gd name="connsiteY1" fmla="*/ 49794 h 94476"/>
                    <a:gd name="connsiteX2" fmla="*/ 62799 w 66239"/>
                    <a:gd name="connsiteY2" fmla="*/ 26364 h 94476"/>
                    <a:gd name="connsiteX3" fmla="*/ 54753 w 66239"/>
                    <a:gd name="connsiteY3" fmla="*/ 7540 h 94476"/>
                    <a:gd name="connsiteX4" fmla="*/ 25909 w 66239"/>
                    <a:gd name="connsiteY4" fmla="*/ 0 h 94476"/>
                    <a:gd name="connsiteX5" fmla="*/ 0 w 66239"/>
                    <a:gd name="connsiteY5" fmla="*/ 2024 h 94476"/>
                    <a:gd name="connsiteX6" fmla="*/ 0 w 66239"/>
                    <a:gd name="connsiteY6" fmla="*/ 94476 h 94476"/>
                    <a:gd name="connsiteX7" fmla="*/ 16952 w 66239"/>
                    <a:gd name="connsiteY7" fmla="*/ 94476 h 94476"/>
                    <a:gd name="connsiteX8" fmla="*/ 16952 w 66239"/>
                    <a:gd name="connsiteY8" fmla="*/ 55967 h 94476"/>
                    <a:gd name="connsiteX9" fmla="*/ 25555 w 66239"/>
                    <a:gd name="connsiteY9" fmla="*/ 55967 h 94476"/>
                    <a:gd name="connsiteX10" fmla="*/ 42406 w 66239"/>
                    <a:gd name="connsiteY10" fmla="*/ 72363 h 94476"/>
                    <a:gd name="connsiteX11" fmla="*/ 48680 w 66239"/>
                    <a:gd name="connsiteY11" fmla="*/ 94476 h 94476"/>
                    <a:gd name="connsiteX12" fmla="*/ 66240 w 66239"/>
                    <a:gd name="connsiteY12" fmla="*/ 94476 h 94476"/>
                    <a:gd name="connsiteX13" fmla="*/ 58852 w 66239"/>
                    <a:gd name="connsiteY13" fmla="*/ 68365 h 94476"/>
                    <a:gd name="connsiteX14" fmla="*/ 45796 w 66239"/>
                    <a:gd name="connsiteY14" fmla="*/ 50249 h 94476"/>
                    <a:gd name="connsiteX15" fmla="*/ 27022 w 66239"/>
                    <a:gd name="connsiteY15" fmla="*/ 43367 h 94476"/>
                    <a:gd name="connsiteX16" fmla="*/ 16901 w 66239"/>
                    <a:gd name="connsiteY16" fmla="*/ 43367 h 94476"/>
                    <a:gd name="connsiteX17" fmla="*/ 16901 w 66239"/>
                    <a:gd name="connsiteY17" fmla="*/ 13764 h 94476"/>
                    <a:gd name="connsiteX18" fmla="*/ 27528 w 66239"/>
                    <a:gd name="connsiteY18" fmla="*/ 12904 h 94476"/>
                    <a:gd name="connsiteX19" fmla="*/ 45745 w 66239"/>
                    <a:gd name="connsiteY19" fmla="*/ 27933 h 94476"/>
                    <a:gd name="connsiteX20" fmla="*/ 27022 w 66239"/>
                    <a:gd name="connsiteY20" fmla="*/ 43367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grpFill/>
                <a:ln w="0"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C65E0B0C-BAE8-46B9-318D-7BF5B5F05BBC}"/>
                    </a:ext>
                  </a:extLst>
                </p:cNvPr>
                <p:cNvSpPr/>
                <p:nvPr/>
              </p:nvSpPr>
              <p:spPr>
                <a:xfrm>
                  <a:off x="904835" y="2711313"/>
                  <a:ext cx="82837" cy="94425"/>
                </a:xfrm>
                <a:custGeom>
                  <a:avLst/>
                  <a:gdLst>
                    <a:gd name="connsiteX0" fmla="*/ 50704 w 82837"/>
                    <a:gd name="connsiteY0" fmla="*/ 43215 h 94425"/>
                    <a:gd name="connsiteX1" fmla="*/ 41140 w 82837"/>
                    <a:gd name="connsiteY1" fmla="*/ 77372 h 94425"/>
                    <a:gd name="connsiteX2" fmla="*/ 40837 w 82837"/>
                    <a:gd name="connsiteY2" fmla="*/ 77372 h 94425"/>
                    <a:gd name="connsiteX3" fmla="*/ 31627 w 82837"/>
                    <a:gd name="connsiteY3" fmla="*/ 42962 h 94425"/>
                    <a:gd name="connsiteX4" fmla="*/ 18774 w 82837"/>
                    <a:gd name="connsiteY4" fmla="*/ 0 h 94425"/>
                    <a:gd name="connsiteX5" fmla="*/ 0 w 82837"/>
                    <a:gd name="connsiteY5" fmla="*/ 0 h 94425"/>
                    <a:gd name="connsiteX6" fmla="*/ 30514 w 82837"/>
                    <a:gd name="connsiteY6" fmla="*/ 94426 h 94425"/>
                    <a:gd name="connsiteX7" fmla="*/ 50249 w 82837"/>
                    <a:gd name="connsiteY7" fmla="*/ 94426 h 94425"/>
                    <a:gd name="connsiteX8" fmla="*/ 82837 w 82837"/>
                    <a:gd name="connsiteY8" fmla="*/ 0 h 94425"/>
                    <a:gd name="connsiteX9" fmla="*/ 64519 w 82837"/>
                    <a:gd name="connsiteY9" fmla="*/ 0 h 94425"/>
                    <a:gd name="connsiteX10" fmla="*/ 50755 w 82837"/>
                    <a:gd name="connsiteY10" fmla="*/ 43215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grpFill/>
                <a:ln w="0"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B1BE733D-5645-9846-C4B5-919F7E5A49B1}"/>
                    </a:ext>
                  </a:extLst>
                </p:cNvPr>
                <p:cNvSpPr/>
                <p:nvPr/>
              </p:nvSpPr>
              <p:spPr>
                <a:xfrm>
                  <a:off x="1116964" y="2711313"/>
                  <a:ext cx="56979" cy="94425"/>
                </a:xfrm>
                <a:custGeom>
                  <a:avLst/>
                  <a:gdLst>
                    <a:gd name="connsiteX0" fmla="*/ 17205 w 56979"/>
                    <a:gd name="connsiteY0" fmla="*/ 52526 h 94425"/>
                    <a:gd name="connsiteX1" fmla="*/ 52779 w 56979"/>
                    <a:gd name="connsiteY1" fmla="*/ 52526 h 94425"/>
                    <a:gd name="connsiteX2" fmla="*/ 52779 w 56979"/>
                    <a:gd name="connsiteY2" fmla="*/ 38458 h 94425"/>
                    <a:gd name="connsiteX3" fmla="*/ 17205 w 56979"/>
                    <a:gd name="connsiteY3" fmla="*/ 38458 h 94425"/>
                    <a:gd name="connsiteX4" fmla="*/ 17205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05 w 56979"/>
                    <a:gd name="connsiteY11" fmla="*/ 80257 h 94425"/>
                    <a:gd name="connsiteX12" fmla="*/ 17205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grpFill/>
                <a:ln w="0"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AA3C37E1-7FE0-16CD-CCD5-A68E43ACF098}"/>
                    </a:ext>
                  </a:extLst>
                </p:cNvPr>
                <p:cNvSpPr/>
                <p:nvPr/>
              </p:nvSpPr>
              <p:spPr>
                <a:xfrm>
                  <a:off x="1029724" y="2709846"/>
                  <a:ext cx="73374" cy="97411"/>
                </a:xfrm>
                <a:custGeom>
                  <a:avLst/>
                  <a:gdLst>
                    <a:gd name="connsiteX0" fmla="*/ 51261 w 73374"/>
                    <a:gd name="connsiteY0" fmla="*/ 14219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19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grpFill/>
                <a:ln w="0"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5C2F4071-CC9B-A0F0-3FB0-DF508C6917D0}"/>
                    </a:ext>
                  </a:extLst>
                </p:cNvPr>
                <p:cNvSpPr/>
                <p:nvPr/>
              </p:nvSpPr>
              <p:spPr>
                <a:xfrm>
                  <a:off x="684712"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B34E4139-9B2B-FFE6-5694-8A5553847B4A}"/>
                    </a:ext>
                  </a:extLst>
                </p:cNvPr>
                <p:cNvSpPr/>
                <p:nvPr/>
              </p:nvSpPr>
              <p:spPr>
                <a:xfrm>
                  <a:off x="761426" y="2711313"/>
                  <a:ext cx="56979" cy="94425"/>
                </a:xfrm>
                <a:custGeom>
                  <a:avLst/>
                  <a:gdLst>
                    <a:gd name="connsiteX0" fmla="*/ 17256 w 56979"/>
                    <a:gd name="connsiteY0" fmla="*/ 52526 h 94425"/>
                    <a:gd name="connsiteX1" fmla="*/ 52779 w 56979"/>
                    <a:gd name="connsiteY1" fmla="*/ 52526 h 94425"/>
                    <a:gd name="connsiteX2" fmla="*/ 52779 w 56979"/>
                    <a:gd name="connsiteY2" fmla="*/ 38458 h 94425"/>
                    <a:gd name="connsiteX3" fmla="*/ 17256 w 56979"/>
                    <a:gd name="connsiteY3" fmla="*/ 38458 h 94425"/>
                    <a:gd name="connsiteX4" fmla="*/ 17256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56 w 56979"/>
                    <a:gd name="connsiteY11" fmla="*/ 80257 h 94425"/>
                    <a:gd name="connsiteX12" fmla="*/ 17256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grpFill/>
                <a:ln w="0"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5EBA6382-85CE-105C-B33E-CD876BF81119}"/>
                    </a:ext>
                  </a:extLst>
                </p:cNvPr>
                <p:cNvSpPr/>
                <p:nvPr/>
              </p:nvSpPr>
              <p:spPr>
                <a:xfrm>
                  <a:off x="1184874"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grpSp>
        </p:grpSp>
        <p:grpSp>
          <p:nvGrpSpPr>
            <p:cNvPr id="80" name="Graphic 8">
              <a:extLst>
                <a:ext uri="{FF2B5EF4-FFF2-40B4-BE49-F238E27FC236}">
                  <a16:creationId xmlns:a16="http://schemas.microsoft.com/office/drawing/2014/main" id="{90101F9F-F9B0-F548-4D15-4F09E3593F43}"/>
                </a:ext>
              </a:extLst>
            </p:cNvPr>
            <p:cNvGrpSpPr/>
            <p:nvPr/>
          </p:nvGrpSpPr>
          <p:grpSpPr>
            <a:xfrm>
              <a:off x="8352719" y="159185"/>
              <a:ext cx="509877" cy="453727"/>
              <a:chOff x="8599610" y="2333965"/>
              <a:chExt cx="542618" cy="474759"/>
            </a:xfrm>
            <a:grpFill/>
          </p:grpSpPr>
          <p:sp>
            <p:nvSpPr>
              <p:cNvPr id="81" name="Freeform: Shape 80">
                <a:extLst>
                  <a:ext uri="{FF2B5EF4-FFF2-40B4-BE49-F238E27FC236}">
                    <a16:creationId xmlns:a16="http://schemas.microsoft.com/office/drawing/2014/main" id="{F91A6458-93A4-F2F6-57B1-17D5B27CEB6F}"/>
                  </a:ext>
                </a:extLst>
              </p:cNvPr>
              <p:cNvSpPr/>
              <p:nvPr/>
            </p:nvSpPr>
            <p:spPr>
              <a:xfrm>
                <a:off x="859961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160 w 130657"/>
                  <a:gd name="connsiteY3" fmla="*/ 39723 h 135211"/>
                  <a:gd name="connsiteX4" fmla="*/ 93160 w 130657"/>
                  <a:gd name="connsiteY4" fmla="*/ 135212 h 135211"/>
                  <a:gd name="connsiteX5" fmla="*/ 38711 w 130657"/>
                  <a:gd name="connsiteY5" fmla="*/ 135212 h 135211"/>
                  <a:gd name="connsiteX6" fmla="*/ 38711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grpFill/>
              <a:ln w="0"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98D6B3FB-BCBD-3D14-7CA9-31024D51C961}"/>
                  </a:ext>
                </a:extLst>
              </p:cNvPr>
              <p:cNvSpPr/>
              <p:nvPr/>
            </p:nvSpPr>
            <p:spPr>
              <a:xfrm>
                <a:off x="8716605" y="2673513"/>
                <a:ext cx="160563" cy="135211"/>
              </a:xfrm>
              <a:custGeom>
                <a:avLst/>
                <a:gdLst>
                  <a:gd name="connsiteX0" fmla="*/ 79801 w 160563"/>
                  <a:gd name="connsiteY0" fmla="*/ 54651 h 135211"/>
                  <a:gd name="connsiteX1" fmla="*/ 52324 w 160563"/>
                  <a:gd name="connsiteY1" fmla="*/ 135212 h 135211"/>
                  <a:gd name="connsiteX2" fmla="*/ 0 w 160563"/>
                  <a:gd name="connsiteY2" fmla="*/ 135212 h 135211"/>
                  <a:gd name="connsiteX3" fmla="*/ 51312 w 160563"/>
                  <a:gd name="connsiteY3" fmla="*/ 0 h 135211"/>
                  <a:gd name="connsiteX4" fmla="*/ 108088 w 160563"/>
                  <a:gd name="connsiteY4" fmla="*/ 0 h 135211"/>
                  <a:gd name="connsiteX5" fmla="*/ 160564 w 160563"/>
                  <a:gd name="connsiteY5" fmla="*/ 135212 h 135211"/>
                  <a:gd name="connsiteX6" fmla="*/ 107633 w 160563"/>
                  <a:gd name="connsiteY6" fmla="*/ 135212 h 135211"/>
                  <a:gd name="connsiteX7" fmla="*/ 79801 w 16056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grpFill/>
              <a:ln w="0"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83212518-8225-C45C-9708-EBB60603D8C8}"/>
                  </a:ext>
                </a:extLst>
              </p:cNvPr>
              <p:cNvSpPr/>
              <p:nvPr/>
            </p:nvSpPr>
            <p:spPr>
              <a:xfrm>
                <a:off x="886467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211 w 130657"/>
                  <a:gd name="connsiteY3" fmla="*/ 39723 h 135211"/>
                  <a:gd name="connsiteX4" fmla="*/ 93211 w 130657"/>
                  <a:gd name="connsiteY4" fmla="*/ 135212 h 135211"/>
                  <a:gd name="connsiteX5" fmla="*/ 38762 w 130657"/>
                  <a:gd name="connsiteY5" fmla="*/ 135212 h 135211"/>
                  <a:gd name="connsiteX6" fmla="*/ 38762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grpFill/>
              <a:ln w="0"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DDB7B919-4D9D-4979-0DB1-6BD0A8A47BE5}"/>
                  </a:ext>
                </a:extLst>
              </p:cNvPr>
              <p:cNvSpPr/>
              <p:nvPr/>
            </p:nvSpPr>
            <p:spPr>
              <a:xfrm>
                <a:off x="8981715" y="2673513"/>
                <a:ext cx="160513" cy="135211"/>
              </a:xfrm>
              <a:custGeom>
                <a:avLst/>
                <a:gdLst>
                  <a:gd name="connsiteX0" fmla="*/ 79750 w 160513"/>
                  <a:gd name="connsiteY0" fmla="*/ 54651 h 135211"/>
                  <a:gd name="connsiteX1" fmla="*/ 52273 w 160513"/>
                  <a:gd name="connsiteY1" fmla="*/ 135212 h 135211"/>
                  <a:gd name="connsiteX2" fmla="*/ 0 w 160513"/>
                  <a:gd name="connsiteY2" fmla="*/ 135212 h 135211"/>
                  <a:gd name="connsiteX3" fmla="*/ 51261 w 160513"/>
                  <a:gd name="connsiteY3" fmla="*/ 0 h 135211"/>
                  <a:gd name="connsiteX4" fmla="*/ 108038 w 160513"/>
                  <a:gd name="connsiteY4" fmla="*/ 0 h 135211"/>
                  <a:gd name="connsiteX5" fmla="*/ 160513 w 160513"/>
                  <a:gd name="connsiteY5" fmla="*/ 135212 h 135211"/>
                  <a:gd name="connsiteX6" fmla="*/ 107633 w 160513"/>
                  <a:gd name="connsiteY6" fmla="*/ 135212 h 135211"/>
                  <a:gd name="connsiteX7" fmla="*/ 79750 w 16051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grpFill/>
              <a:ln w="0"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84C0A227-570B-F33D-3D4E-B6D57B672B81}"/>
                  </a:ext>
                </a:extLst>
              </p:cNvPr>
              <p:cNvSpPr/>
              <p:nvPr/>
            </p:nvSpPr>
            <p:spPr>
              <a:xfrm>
                <a:off x="8678855" y="2333965"/>
                <a:ext cx="384685" cy="271536"/>
              </a:xfrm>
              <a:custGeom>
                <a:avLst/>
                <a:gdLst>
                  <a:gd name="connsiteX0" fmla="*/ 384584 w 384685"/>
                  <a:gd name="connsiteY0" fmla="*/ 91086 h 271536"/>
                  <a:gd name="connsiteX1" fmla="*/ 365305 w 384685"/>
                  <a:gd name="connsiteY1" fmla="*/ 63709 h 271536"/>
                  <a:gd name="connsiteX2" fmla="*/ 292032 w 384685"/>
                  <a:gd name="connsiteY2" fmla="*/ 17104 h 271536"/>
                  <a:gd name="connsiteX3" fmla="*/ 192292 w 384685"/>
                  <a:gd name="connsiteY3" fmla="*/ 0 h 271536"/>
                  <a:gd name="connsiteX4" fmla="*/ 92553 w 384685"/>
                  <a:gd name="connsiteY4" fmla="*/ 17104 h 271536"/>
                  <a:gd name="connsiteX5" fmla="*/ 19280 w 384685"/>
                  <a:gd name="connsiteY5" fmla="*/ 63709 h 271536"/>
                  <a:gd name="connsiteX6" fmla="*/ 0 w 384685"/>
                  <a:gd name="connsiteY6" fmla="*/ 91136 h 271536"/>
                  <a:gd name="connsiteX7" fmla="*/ 167800 w 384685"/>
                  <a:gd name="connsiteY7" fmla="*/ 67909 h 271536"/>
                  <a:gd name="connsiteX8" fmla="*/ 180603 w 384685"/>
                  <a:gd name="connsiteY8" fmla="*/ 73122 h 271536"/>
                  <a:gd name="connsiteX9" fmla="*/ 183589 w 384685"/>
                  <a:gd name="connsiteY9" fmla="*/ 98879 h 271536"/>
                  <a:gd name="connsiteX10" fmla="*/ 181818 w 384685"/>
                  <a:gd name="connsiteY10" fmla="*/ 271334 h 271536"/>
                  <a:gd name="connsiteX11" fmla="*/ 192343 w 384685"/>
                  <a:gd name="connsiteY11" fmla="*/ 271537 h 271536"/>
                  <a:gd name="connsiteX12" fmla="*/ 202919 w 384685"/>
                  <a:gd name="connsiteY12" fmla="*/ 271334 h 271536"/>
                  <a:gd name="connsiteX13" fmla="*/ 201148 w 384685"/>
                  <a:gd name="connsiteY13" fmla="*/ 98879 h 271536"/>
                  <a:gd name="connsiteX14" fmla="*/ 204134 w 384685"/>
                  <a:gd name="connsiteY14" fmla="*/ 73122 h 271536"/>
                  <a:gd name="connsiteX15" fmla="*/ 216936 w 384685"/>
                  <a:gd name="connsiteY15" fmla="*/ 67909 h 271536"/>
                  <a:gd name="connsiteX16" fmla="*/ 384686 w 384685"/>
                  <a:gd name="connsiteY16" fmla="*/ 91086 h 27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grpFill/>
              <a:ln w="0"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982A1C60-4FA8-03A9-71EF-15157212738A}"/>
                  </a:ext>
                </a:extLst>
              </p:cNvPr>
              <p:cNvSpPr/>
              <p:nvPr/>
            </p:nvSpPr>
            <p:spPr>
              <a:xfrm>
                <a:off x="8907519" y="2429876"/>
                <a:ext cx="166901" cy="168288"/>
              </a:xfrm>
              <a:custGeom>
                <a:avLst/>
                <a:gdLst>
                  <a:gd name="connsiteX0" fmla="*/ 164219 w 166901"/>
                  <a:gd name="connsiteY0" fmla="*/ 17592 h 168288"/>
                  <a:gd name="connsiteX1" fmla="*/ 31284 w 166901"/>
                  <a:gd name="connsiteY1" fmla="*/ 184 h 168288"/>
                  <a:gd name="connsiteX2" fmla="*/ 1328 w 166901"/>
                  <a:gd name="connsiteY2" fmla="*/ 32469 h 168288"/>
                  <a:gd name="connsiteX3" fmla="*/ 2137 w 166901"/>
                  <a:gd name="connsiteY3" fmla="*/ 37530 h 168288"/>
                  <a:gd name="connsiteX4" fmla="*/ 29210 w 166901"/>
                  <a:gd name="connsiteY4" fmla="*/ 168288 h 168288"/>
                  <a:gd name="connsiteX5" fmla="*/ 166901 w 166901"/>
                  <a:gd name="connsiteY5" fmla="*/ 39807 h 168288"/>
                  <a:gd name="connsiteX6" fmla="*/ 164219 w 166901"/>
                  <a:gd name="connsiteY6" fmla="*/ 17592 h 16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grpFill/>
              <a:ln w="0"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8C7C9C57-D34F-406F-1B36-B909BB21C8A7}"/>
                  </a:ext>
                </a:extLst>
              </p:cNvPr>
              <p:cNvSpPr/>
              <p:nvPr/>
            </p:nvSpPr>
            <p:spPr>
              <a:xfrm>
                <a:off x="8667823" y="2429927"/>
                <a:ext cx="166901" cy="168389"/>
              </a:xfrm>
              <a:custGeom>
                <a:avLst/>
                <a:gdLst>
                  <a:gd name="connsiteX0" fmla="*/ 165574 w 166901"/>
                  <a:gd name="connsiteY0" fmla="*/ 32469 h 168389"/>
                  <a:gd name="connsiteX1" fmla="*/ 135616 w 166901"/>
                  <a:gd name="connsiteY1" fmla="*/ 184 h 168389"/>
                  <a:gd name="connsiteX2" fmla="*/ 2631 w 166901"/>
                  <a:gd name="connsiteY2" fmla="*/ 17592 h 168389"/>
                  <a:gd name="connsiteX3" fmla="*/ 0 w 166901"/>
                  <a:gd name="connsiteY3" fmla="*/ 39807 h 168389"/>
                  <a:gd name="connsiteX4" fmla="*/ 30261 w 166901"/>
                  <a:gd name="connsiteY4" fmla="*/ 111815 h 168389"/>
                  <a:gd name="connsiteX5" fmla="*/ 103534 w 166901"/>
                  <a:gd name="connsiteY5" fmla="*/ 158421 h 168389"/>
                  <a:gd name="connsiteX6" fmla="*/ 137640 w 166901"/>
                  <a:gd name="connsiteY6" fmla="*/ 168389 h 168389"/>
                  <a:gd name="connsiteX7" fmla="*/ 165017 w 166901"/>
                  <a:gd name="connsiteY7" fmla="*/ 35860 h 168389"/>
                  <a:gd name="connsiteX8" fmla="*/ 165523 w 166901"/>
                  <a:gd name="connsiteY8" fmla="*/ 32469 h 168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grpFill/>
              <a:ln w="0" cap="flat">
                <a:noFill/>
                <a:prstDash val="solid"/>
                <a:miter/>
              </a:ln>
            </p:spPr>
            <p:txBody>
              <a:bodyPr rtlCol="0" anchor="ctr"/>
              <a:lstStyle/>
              <a:p>
                <a:endParaRPr lang="en-US"/>
              </a:p>
            </p:txBody>
          </p:sp>
        </p:grpSp>
      </p:grpSp>
      <p:sp>
        <p:nvSpPr>
          <p:cNvPr id="5" name="Text Placeholder 4">
            <a:extLst>
              <a:ext uri="{FF2B5EF4-FFF2-40B4-BE49-F238E27FC236}">
                <a16:creationId xmlns:a16="http://schemas.microsoft.com/office/drawing/2014/main" id="{334BFF83-6937-1EE7-AAFB-333D362D99E0}"/>
              </a:ext>
            </a:extLst>
          </p:cNvPr>
          <p:cNvSpPr>
            <a:spLocks noGrp="1"/>
          </p:cNvSpPr>
          <p:nvPr>
            <p:ph type="body" sz="quarter" idx="11"/>
          </p:nvPr>
        </p:nvSpPr>
        <p:spPr>
          <a:xfrm>
            <a:off x="198120" y="1428750"/>
            <a:ext cx="3989069" cy="258532"/>
          </a:xfrm>
          <a:prstGeom prst="rect">
            <a:avLst/>
          </a:prstGeom>
          <a:noFill/>
        </p:spPr>
        <p:txBody>
          <a:bodyPr wrap="square">
            <a:spAutoFit/>
          </a:bodyPr>
          <a:lstStyle>
            <a:lvl1pPr marL="0" indent="0">
              <a:buNone/>
              <a:defRPr lang="en-US" smtClean="0">
                <a:solidFill>
                  <a:schemeClr val="tx1"/>
                </a:solidFill>
                <a:cs typeface="Calibri"/>
              </a:defRPr>
            </a:lvl1pPr>
            <a:lvl2pPr>
              <a:defRPr lang="en-US" sz="818" smtClean="0">
                <a:solidFill>
                  <a:schemeClr val="tx1"/>
                </a:solidFill>
              </a:defRPr>
            </a:lvl2pPr>
            <a:lvl3pPr>
              <a:defRPr lang="en-US" sz="818" smtClean="0">
                <a:solidFill>
                  <a:schemeClr val="tx1"/>
                </a:solidFill>
              </a:defRPr>
            </a:lvl3pPr>
            <a:lvl4pPr>
              <a:defRPr lang="en-US" sz="818" smtClean="0">
                <a:solidFill>
                  <a:schemeClr val="tx1"/>
                </a:solidFill>
              </a:defRPr>
            </a:lvl4pPr>
            <a:lvl5pPr>
              <a:defRPr lang="en-US" sz="818">
                <a:solidFill>
                  <a:schemeClr val="tx1"/>
                </a:solidFill>
              </a:defRPr>
            </a:lvl5pPr>
          </a:lstStyle>
          <a:p>
            <a:pPr marL="0" marR="2310" lvl="0" defTabSz="415525">
              <a:spcBef>
                <a:spcPts val="1200"/>
              </a:spcBef>
              <a:spcAft>
                <a:spcPts val="600"/>
              </a:spcAft>
            </a:pPr>
            <a:r>
              <a:rPr lang="en-US"/>
              <a:t>Click to edit Master text styles</a:t>
            </a:r>
          </a:p>
        </p:txBody>
      </p:sp>
    </p:spTree>
    <p:extLst>
      <p:ext uri="{BB962C8B-B14F-4D97-AF65-F5344CB8AC3E}">
        <p14:creationId xmlns:p14="http://schemas.microsoft.com/office/powerpoint/2010/main" val="31848047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tx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AB9BDA3-8BF1-129E-3816-0EACE4BC4198}"/>
              </a:ext>
            </a:extLst>
          </p:cNvPr>
          <p:cNvSpPr/>
          <p:nvPr userDrawn="1"/>
        </p:nvSpPr>
        <p:spPr>
          <a:xfrm>
            <a:off x="70640" y="100727"/>
            <a:ext cx="148437" cy="145788"/>
          </a:xfrm>
          <a:prstGeom prst="rect">
            <a:avLst/>
          </a:prstGeom>
          <a:solidFill>
            <a:srgbClr val="4E84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p>
        </p:txBody>
      </p:sp>
      <p:cxnSp>
        <p:nvCxnSpPr>
          <p:cNvPr id="18" name="Straight Connector 17">
            <a:extLst>
              <a:ext uri="{FF2B5EF4-FFF2-40B4-BE49-F238E27FC236}">
                <a16:creationId xmlns:a16="http://schemas.microsoft.com/office/drawing/2014/main" id="{DD37BDB2-CDE0-85DF-BE44-09758DF8C4FB}"/>
              </a:ext>
            </a:extLst>
          </p:cNvPr>
          <p:cNvCxnSpPr>
            <a:cxnSpLocks/>
          </p:cNvCxnSpPr>
          <p:nvPr userDrawn="1"/>
        </p:nvCxnSpPr>
        <p:spPr>
          <a:xfrm>
            <a:off x="91079" y="273502"/>
            <a:ext cx="107556" cy="0"/>
          </a:xfrm>
          <a:prstGeom prst="line">
            <a:avLst/>
          </a:prstGeom>
          <a:ln w="9525"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16B0B531-0D2A-5BB1-5FBE-3A6A0663FB48}"/>
              </a:ext>
            </a:extLst>
          </p:cNvPr>
          <p:cNvSpPr txBox="1"/>
          <p:nvPr userDrawn="1"/>
        </p:nvSpPr>
        <p:spPr>
          <a:xfrm>
            <a:off x="70640" y="330802"/>
            <a:ext cx="148437" cy="145788"/>
          </a:xfrm>
          <a:prstGeom prst="rect">
            <a:avLst/>
          </a:prstGeom>
          <a:noFill/>
        </p:spPr>
        <p:txBody>
          <a:bodyPr wrap="none" lIns="0" tIns="0" rIns="0" bIns="0" rtlCol="0" anchor="ctr" anchorCtr="0">
            <a:noAutofit/>
          </a:bodyPr>
          <a:lstStyle/>
          <a:p>
            <a:pPr algn="ctr"/>
            <a:endParaRPr lang="en-US" sz="1400">
              <a:solidFill>
                <a:schemeClr val="bg1"/>
              </a:solidFill>
            </a:endParaRPr>
          </a:p>
        </p:txBody>
      </p:sp>
      <p:sp>
        <p:nvSpPr>
          <p:cNvPr id="21" name="Rectangle 20">
            <a:extLst>
              <a:ext uri="{FF2B5EF4-FFF2-40B4-BE49-F238E27FC236}">
                <a16:creationId xmlns:a16="http://schemas.microsoft.com/office/drawing/2014/main" id="{6DC50FE5-087A-A8B7-36A6-226DA6B55B10}"/>
              </a:ext>
            </a:extLst>
          </p:cNvPr>
          <p:cNvSpPr/>
          <p:nvPr userDrawn="1"/>
        </p:nvSpPr>
        <p:spPr>
          <a:xfrm>
            <a:off x="37301" y="63500"/>
            <a:ext cx="215112" cy="43289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1"/>
          </a:p>
        </p:txBody>
      </p:sp>
      <p:pic>
        <p:nvPicPr>
          <p:cNvPr id="12" name="Picture 11">
            <a:extLst>
              <a:ext uri="{FF2B5EF4-FFF2-40B4-BE49-F238E27FC236}">
                <a16:creationId xmlns:a16="http://schemas.microsoft.com/office/drawing/2014/main" id="{6F1F605A-DBB2-ADA8-B1EE-91A42D5E137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0" y="0"/>
            <a:ext cx="9144000" cy="5143500"/>
          </a:xfrm>
          <a:prstGeom prst="rect">
            <a:avLst/>
          </a:prstGeom>
        </p:spPr>
      </p:pic>
      <p:sp>
        <p:nvSpPr>
          <p:cNvPr id="15" name="Oval 14">
            <a:extLst>
              <a:ext uri="{FF2B5EF4-FFF2-40B4-BE49-F238E27FC236}">
                <a16:creationId xmlns:a16="http://schemas.microsoft.com/office/drawing/2014/main" id="{A07AB6BE-0C83-9D75-DC9C-C04868AE449D}"/>
              </a:ext>
            </a:extLst>
          </p:cNvPr>
          <p:cNvSpPr/>
          <p:nvPr userDrawn="1"/>
        </p:nvSpPr>
        <p:spPr>
          <a:xfrm>
            <a:off x="733982" y="1371600"/>
            <a:ext cx="2910732" cy="2910732"/>
          </a:xfrm>
          <a:prstGeom prst="ellipse">
            <a:avLst/>
          </a:prstGeom>
          <a:solidFill>
            <a:srgbClr val="FBB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 name="Picture Placeholder 1">
            <a:extLst>
              <a:ext uri="{FF2B5EF4-FFF2-40B4-BE49-F238E27FC236}">
                <a16:creationId xmlns:a16="http://schemas.microsoft.com/office/drawing/2014/main" id="{40FA421C-748E-DD74-1D40-990AA6E113C9}"/>
              </a:ext>
            </a:extLst>
          </p:cNvPr>
          <p:cNvSpPr>
            <a:spLocks noGrp="1"/>
          </p:cNvSpPr>
          <p:nvPr>
            <p:ph type="pic" sz="quarter" idx="10"/>
          </p:nvPr>
        </p:nvSpPr>
        <p:spPr>
          <a:xfrm>
            <a:off x="783471" y="1421089"/>
            <a:ext cx="2811754" cy="2811754"/>
          </a:xfrm>
          <a:custGeom>
            <a:avLst/>
            <a:gdLst>
              <a:gd name="connsiteX0" fmla="*/ 1480220 w 2960440"/>
              <a:gd name="connsiteY0" fmla="*/ 0 h 2960440"/>
              <a:gd name="connsiteX1" fmla="*/ 2960440 w 2960440"/>
              <a:gd name="connsiteY1" fmla="*/ 1480220 h 2960440"/>
              <a:gd name="connsiteX2" fmla="*/ 1480220 w 2960440"/>
              <a:gd name="connsiteY2" fmla="*/ 2960440 h 2960440"/>
              <a:gd name="connsiteX3" fmla="*/ 0 w 2960440"/>
              <a:gd name="connsiteY3" fmla="*/ 1480220 h 2960440"/>
              <a:gd name="connsiteX4" fmla="*/ 1480220 w 2960440"/>
              <a:gd name="connsiteY4" fmla="*/ 0 h 2960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0440" h="2960440">
                <a:moveTo>
                  <a:pt x="1480220" y="0"/>
                </a:moveTo>
                <a:cubicBezTo>
                  <a:pt x="2297723" y="0"/>
                  <a:pt x="2960440" y="662717"/>
                  <a:pt x="2960440" y="1480220"/>
                </a:cubicBezTo>
                <a:cubicBezTo>
                  <a:pt x="2960440" y="2297723"/>
                  <a:pt x="2297723" y="2960440"/>
                  <a:pt x="1480220" y="2960440"/>
                </a:cubicBezTo>
                <a:cubicBezTo>
                  <a:pt x="662717" y="2960440"/>
                  <a:pt x="0" y="2297723"/>
                  <a:pt x="0" y="1480220"/>
                </a:cubicBezTo>
                <a:cubicBezTo>
                  <a:pt x="0" y="662717"/>
                  <a:pt x="662717" y="0"/>
                  <a:pt x="1480220" y="0"/>
                </a:cubicBezTo>
                <a:close/>
              </a:path>
            </a:pathLst>
          </a:custGeom>
          <a:solidFill>
            <a:schemeClr val="bg1">
              <a:lumMod val="85000"/>
            </a:schemeClr>
          </a:solidFill>
          <a:ln>
            <a:noFill/>
          </a:ln>
        </p:spPr>
        <p:txBody>
          <a:bodyPr wrap="square">
            <a:noAutofit/>
          </a:bodyPr>
          <a:lstStyle/>
          <a:p>
            <a:endParaRPr lang="en-US"/>
          </a:p>
        </p:txBody>
      </p:sp>
      <p:sp>
        <p:nvSpPr>
          <p:cNvPr id="4" name="Title 3">
            <a:extLst>
              <a:ext uri="{FF2B5EF4-FFF2-40B4-BE49-F238E27FC236}">
                <a16:creationId xmlns:a16="http://schemas.microsoft.com/office/drawing/2014/main" id="{77B4D9FC-FA7C-4152-8E54-ABFA83CB2CA8}"/>
              </a:ext>
            </a:extLst>
          </p:cNvPr>
          <p:cNvSpPr>
            <a:spLocks noGrp="1"/>
          </p:cNvSpPr>
          <p:nvPr>
            <p:ph type="title"/>
          </p:nvPr>
        </p:nvSpPr>
        <p:spPr>
          <a:xfrm>
            <a:off x="3810000" y="1064545"/>
            <a:ext cx="5093972" cy="2123658"/>
          </a:xfrm>
          <a:noFill/>
        </p:spPr>
        <p:txBody>
          <a:bodyPr wrap="square">
            <a:spAutoFit/>
          </a:bodyPr>
          <a:lstStyle>
            <a:lvl1pPr>
              <a:defRPr lang="en-US" sz="1100" i="0" kern="1200" dirty="0">
                <a:effectLst/>
                <a:latin typeface="+mn-lt"/>
                <a:ea typeface="+mn-ea"/>
                <a:cs typeface="+mn-cs"/>
              </a:defRPr>
            </a:lvl1pPr>
          </a:lstStyle>
          <a:p>
            <a:pPr marL="0" lvl="0" defTabSz="415525"/>
            <a:r>
              <a:rPr lang="en-US"/>
              <a:t>Click to edit Master title style</a:t>
            </a:r>
          </a:p>
        </p:txBody>
      </p:sp>
    </p:spTree>
    <p:extLst>
      <p:ext uri="{BB962C8B-B14F-4D97-AF65-F5344CB8AC3E}">
        <p14:creationId xmlns:p14="http://schemas.microsoft.com/office/powerpoint/2010/main" val="13288280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pic>
        <p:nvPicPr>
          <p:cNvPr id="30" name="Picture 11">
            <a:extLst>
              <a:ext uri="{FF2B5EF4-FFF2-40B4-BE49-F238E27FC236}">
                <a16:creationId xmlns:a16="http://schemas.microsoft.com/office/drawing/2014/main" id="{183483B5-6B16-0808-12E5-566DBE9E3255}"/>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0" y="0"/>
            <a:ext cx="9144000" cy="5143500"/>
          </a:xfrm>
          <a:prstGeom prst="rect">
            <a:avLst/>
          </a:prstGeom>
        </p:spPr>
      </p:pic>
      <p:sp>
        <p:nvSpPr>
          <p:cNvPr id="9" name="Rectangle 8">
            <a:extLst>
              <a:ext uri="{FF2B5EF4-FFF2-40B4-BE49-F238E27FC236}">
                <a16:creationId xmlns:a16="http://schemas.microsoft.com/office/drawing/2014/main" id="{FE4C9EF8-06C8-3412-47E6-FF50BBB6A4DB}"/>
              </a:ext>
            </a:extLst>
          </p:cNvPr>
          <p:cNvSpPr/>
          <p:nvPr userDrawn="1"/>
        </p:nvSpPr>
        <p:spPr>
          <a:xfrm>
            <a:off x="70640" y="100727"/>
            <a:ext cx="148437" cy="145788"/>
          </a:xfrm>
          <a:prstGeom prst="rect">
            <a:avLst/>
          </a:prstGeom>
          <a:solidFill>
            <a:srgbClr val="4E84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p>
        </p:txBody>
      </p:sp>
      <p:cxnSp>
        <p:nvCxnSpPr>
          <p:cNvPr id="18" name="Straight Connector 17">
            <a:extLst>
              <a:ext uri="{FF2B5EF4-FFF2-40B4-BE49-F238E27FC236}">
                <a16:creationId xmlns:a16="http://schemas.microsoft.com/office/drawing/2014/main" id="{FC159EBC-2EE7-0120-EFA7-40D046A7B327}"/>
              </a:ext>
            </a:extLst>
          </p:cNvPr>
          <p:cNvCxnSpPr>
            <a:cxnSpLocks/>
          </p:cNvCxnSpPr>
          <p:nvPr userDrawn="1"/>
        </p:nvCxnSpPr>
        <p:spPr>
          <a:xfrm>
            <a:off x="91079" y="273502"/>
            <a:ext cx="107556" cy="0"/>
          </a:xfrm>
          <a:prstGeom prst="line">
            <a:avLst/>
          </a:prstGeom>
          <a:ln w="9525"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2D67323A-A54E-5D22-BA3F-3CCA4BAADBCA}"/>
              </a:ext>
            </a:extLst>
          </p:cNvPr>
          <p:cNvSpPr txBox="1"/>
          <p:nvPr userDrawn="1"/>
        </p:nvSpPr>
        <p:spPr>
          <a:xfrm>
            <a:off x="70640" y="330802"/>
            <a:ext cx="148437" cy="145788"/>
          </a:xfrm>
          <a:prstGeom prst="rect">
            <a:avLst/>
          </a:prstGeom>
          <a:noFill/>
        </p:spPr>
        <p:txBody>
          <a:bodyPr wrap="none" lIns="0" tIns="0" rIns="0" bIns="0" rtlCol="0" anchor="ctr" anchorCtr="0">
            <a:noAutofit/>
          </a:bodyPr>
          <a:lstStyle/>
          <a:p>
            <a:pPr algn="ctr"/>
            <a:endParaRPr lang="en-US" sz="1400">
              <a:solidFill>
                <a:schemeClr val="tx1"/>
              </a:solidFill>
            </a:endParaRPr>
          </a:p>
        </p:txBody>
      </p:sp>
      <p:sp>
        <p:nvSpPr>
          <p:cNvPr id="21" name="Rectangle 20">
            <a:extLst>
              <a:ext uri="{FF2B5EF4-FFF2-40B4-BE49-F238E27FC236}">
                <a16:creationId xmlns:a16="http://schemas.microsoft.com/office/drawing/2014/main" id="{BB3EA4AA-80A4-8885-8F1B-8BD335BC4D7E}"/>
              </a:ext>
            </a:extLst>
          </p:cNvPr>
          <p:cNvSpPr/>
          <p:nvPr userDrawn="1"/>
        </p:nvSpPr>
        <p:spPr>
          <a:xfrm>
            <a:off x="37301" y="63500"/>
            <a:ext cx="215112" cy="4328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1"/>
          </a:p>
        </p:txBody>
      </p:sp>
      <p:grpSp>
        <p:nvGrpSpPr>
          <p:cNvPr id="4" name="Group 3">
            <a:extLst>
              <a:ext uri="{FF2B5EF4-FFF2-40B4-BE49-F238E27FC236}">
                <a16:creationId xmlns:a16="http://schemas.microsoft.com/office/drawing/2014/main" id="{90B80ACE-E470-1847-9A72-B2CC91A5603F}"/>
              </a:ext>
            </a:extLst>
          </p:cNvPr>
          <p:cNvGrpSpPr/>
          <p:nvPr userDrawn="1"/>
        </p:nvGrpSpPr>
        <p:grpSpPr>
          <a:xfrm>
            <a:off x="298499" y="4650645"/>
            <a:ext cx="8547003" cy="387958"/>
            <a:chOff x="285750" y="2645065"/>
            <a:chExt cx="8547003" cy="387958"/>
          </a:xfrm>
          <a:solidFill>
            <a:schemeClr val="tx1"/>
          </a:solidFill>
        </p:grpSpPr>
        <p:grpSp>
          <p:nvGrpSpPr>
            <p:cNvPr id="5" name="Group 4">
              <a:extLst>
                <a:ext uri="{FF2B5EF4-FFF2-40B4-BE49-F238E27FC236}">
                  <a16:creationId xmlns:a16="http://schemas.microsoft.com/office/drawing/2014/main" id="{5FFC44C6-C53A-EA39-BEBC-06D808D330DB}"/>
                </a:ext>
              </a:extLst>
            </p:cNvPr>
            <p:cNvGrpSpPr/>
            <p:nvPr userDrawn="1"/>
          </p:nvGrpSpPr>
          <p:grpSpPr>
            <a:xfrm>
              <a:off x="285750" y="2730500"/>
              <a:ext cx="1266904" cy="302523"/>
              <a:chOff x="0" y="2427986"/>
              <a:chExt cx="1581147" cy="380839"/>
            </a:xfrm>
            <a:grpFill/>
          </p:grpSpPr>
          <p:grpSp>
            <p:nvGrpSpPr>
              <p:cNvPr id="17" name="Graphic 8">
                <a:extLst>
                  <a:ext uri="{FF2B5EF4-FFF2-40B4-BE49-F238E27FC236}">
                    <a16:creationId xmlns:a16="http://schemas.microsoft.com/office/drawing/2014/main" id="{60FAC316-9D5A-47D5-D74B-648091D12B43}"/>
                  </a:ext>
                </a:extLst>
              </p:cNvPr>
              <p:cNvGrpSpPr/>
              <p:nvPr/>
            </p:nvGrpSpPr>
            <p:grpSpPr>
              <a:xfrm>
                <a:off x="0" y="2428340"/>
                <a:ext cx="605264" cy="380485"/>
                <a:chOff x="0" y="2428340"/>
                <a:chExt cx="605264" cy="380485"/>
              </a:xfrm>
              <a:grpFill/>
            </p:grpSpPr>
            <p:sp>
              <p:nvSpPr>
                <p:cNvPr id="46" name="Freeform: Shape 45">
                  <a:extLst>
                    <a:ext uri="{FF2B5EF4-FFF2-40B4-BE49-F238E27FC236}">
                      <a16:creationId xmlns:a16="http://schemas.microsoft.com/office/drawing/2014/main" id="{518A68F0-2488-C047-24D8-66E68D55E008}"/>
                    </a:ext>
                  </a:extLst>
                </p:cNvPr>
                <p:cNvSpPr/>
                <p:nvPr/>
              </p:nvSpPr>
              <p:spPr>
                <a:xfrm>
                  <a:off x="0" y="2428340"/>
                  <a:ext cx="605264" cy="380485"/>
                </a:xfrm>
                <a:custGeom>
                  <a:avLst/>
                  <a:gdLst>
                    <a:gd name="connsiteX0" fmla="*/ 559165 w 605264"/>
                    <a:gd name="connsiteY0" fmla="*/ 219921 h 380485"/>
                    <a:gd name="connsiteX1" fmla="*/ 514179 w 605264"/>
                    <a:gd name="connsiteY1" fmla="*/ 188598 h 380485"/>
                    <a:gd name="connsiteX2" fmla="*/ 512459 w 605264"/>
                    <a:gd name="connsiteY2" fmla="*/ 187384 h 380485"/>
                    <a:gd name="connsiteX3" fmla="*/ 488928 w 605264"/>
                    <a:gd name="connsiteY3" fmla="*/ 150747 h 380485"/>
                    <a:gd name="connsiteX4" fmla="*/ 523490 w 605264"/>
                    <a:gd name="connsiteY4" fmla="*/ 122156 h 380485"/>
                    <a:gd name="connsiteX5" fmla="*/ 576725 w 605264"/>
                    <a:gd name="connsiteY5" fmla="*/ 134250 h 380485"/>
                    <a:gd name="connsiteX6" fmla="*/ 597017 w 605264"/>
                    <a:gd name="connsiteY6" fmla="*/ 113908 h 380485"/>
                    <a:gd name="connsiteX7" fmla="*/ 581077 w 605264"/>
                    <a:gd name="connsiteY7" fmla="*/ 92452 h 380485"/>
                    <a:gd name="connsiteX8" fmla="*/ 521820 w 605264"/>
                    <a:gd name="connsiteY8" fmla="*/ 80358 h 380485"/>
                    <a:gd name="connsiteX9" fmla="*/ 465297 w 605264"/>
                    <a:gd name="connsiteY9" fmla="*/ 97968 h 380485"/>
                    <a:gd name="connsiteX10" fmla="*/ 458111 w 605264"/>
                    <a:gd name="connsiteY10" fmla="*/ 111023 h 380485"/>
                    <a:gd name="connsiteX11" fmla="*/ 465297 w 605264"/>
                    <a:gd name="connsiteY11" fmla="*/ 97917 h 380485"/>
                    <a:gd name="connsiteX12" fmla="*/ 457048 w 605264"/>
                    <a:gd name="connsiteY12" fmla="*/ 105052 h 380485"/>
                    <a:gd name="connsiteX13" fmla="*/ 456846 w 605264"/>
                    <a:gd name="connsiteY13" fmla="*/ 105305 h 380485"/>
                    <a:gd name="connsiteX14" fmla="*/ 415908 w 605264"/>
                    <a:gd name="connsiteY14" fmla="*/ 184752 h 380485"/>
                    <a:gd name="connsiteX15" fmla="*/ 403308 w 605264"/>
                    <a:gd name="connsiteY15" fmla="*/ 226500 h 380485"/>
                    <a:gd name="connsiteX16" fmla="*/ 289703 w 605264"/>
                    <a:gd name="connsiteY16" fmla="*/ 335297 h 380485"/>
                    <a:gd name="connsiteX17" fmla="*/ 190369 w 605264"/>
                    <a:gd name="connsiteY17" fmla="*/ 230346 h 380485"/>
                    <a:gd name="connsiteX18" fmla="*/ 281050 w 605264"/>
                    <a:gd name="connsiteY18" fmla="*/ 124889 h 380485"/>
                    <a:gd name="connsiteX19" fmla="*/ 284188 w 605264"/>
                    <a:gd name="connsiteY19" fmla="*/ 124838 h 380485"/>
                    <a:gd name="connsiteX20" fmla="*/ 336866 w 605264"/>
                    <a:gd name="connsiteY20" fmla="*/ 136376 h 380485"/>
                    <a:gd name="connsiteX21" fmla="*/ 355538 w 605264"/>
                    <a:gd name="connsiteY21" fmla="*/ 140778 h 380485"/>
                    <a:gd name="connsiteX22" fmla="*/ 377500 w 605264"/>
                    <a:gd name="connsiteY22" fmla="*/ 118766 h 380485"/>
                    <a:gd name="connsiteX23" fmla="*/ 377500 w 605264"/>
                    <a:gd name="connsiteY23" fmla="*/ 118766 h 380485"/>
                    <a:gd name="connsiteX24" fmla="*/ 377500 w 605264"/>
                    <a:gd name="connsiteY24" fmla="*/ 118766 h 380485"/>
                    <a:gd name="connsiteX25" fmla="*/ 361054 w 605264"/>
                    <a:gd name="connsiteY25" fmla="*/ 96804 h 380485"/>
                    <a:gd name="connsiteX26" fmla="*/ 284238 w 605264"/>
                    <a:gd name="connsiteY26" fmla="*/ 80307 h 380485"/>
                    <a:gd name="connsiteX27" fmla="*/ 137742 w 605264"/>
                    <a:gd name="connsiteY27" fmla="*/ 231459 h 380485"/>
                    <a:gd name="connsiteX28" fmla="*/ 137742 w 605264"/>
                    <a:gd name="connsiteY28" fmla="*/ 231459 h 380485"/>
                    <a:gd name="connsiteX29" fmla="*/ 137742 w 605264"/>
                    <a:gd name="connsiteY29" fmla="*/ 231459 h 380485"/>
                    <a:gd name="connsiteX30" fmla="*/ 137742 w 605264"/>
                    <a:gd name="connsiteY30" fmla="*/ 231459 h 380485"/>
                    <a:gd name="connsiteX31" fmla="*/ 149786 w 605264"/>
                    <a:gd name="connsiteY31" fmla="*/ 295725 h 380485"/>
                    <a:gd name="connsiteX32" fmla="*/ 98221 w 605264"/>
                    <a:gd name="connsiteY32" fmla="*/ 333677 h 380485"/>
                    <a:gd name="connsiteX33" fmla="*/ 52678 w 605264"/>
                    <a:gd name="connsiteY33" fmla="*/ 281455 h 380485"/>
                    <a:gd name="connsiteX34" fmla="*/ 52678 w 605264"/>
                    <a:gd name="connsiteY34" fmla="*/ 126457 h 380485"/>
                    <a:gd name="connsiteX35" fmla="*/ 116893 w 605264"/>
                    <a:gd name="connsiteY35" fmla="*/ 126457 h 380485"/>
                    <a:gd name="connsiteX36" fmla="*/ 141588 w 605264"/>
                    <a:gd name="connsiteY36" fmla="*/ 105002 h 380485"/>
                    <a:gd name="connsiteX37" fmla="*/ 116893 w 605264"/>
                    <a:gd name="connsiteY37" fmla="*/ 83546 h 380485"/>
                    <a:gd name="connsiteX38" fmla="*/ 52678 w 605264"/>
                    <a:gd name="connsiteY38" fmla="*/ 83546 h 380485"/>
                    <a:gd name="connsiteX39" fmla="*/ 52678 w 605264"/>
                    <a:gd name="connsiteY39" fmla="*/ 27478 h 380485"/>
                    <a:gd name="connsiteX40" fmla="*/ 26314 w 605264"/>
                    <a:gd name="connsiteY40" fmla="*/ 0 h 380485"/>
                    <a:gd name="connsiteX41" fmla="*/ 0 w 605264"/>
                    <a:gd name="connsiteY41" fmla="*/ 27579 h 380485"/>
                    <a:gd name="connsiteX42" fmla="*/ 0 w 605264"/>
                    <a:gd name="connsiteY42" fmla="*/ 287527 h 380485"/>
                    <a:gd name="connsiteX43" fmla="*/ 93312 w 605264"/>
                    <a:gd name="connsiteY43" fmla="*/ 379878 h 380485"/>
                    <a:gd name="connsiteX44" fmla="*/ 129291 w 605264"/>
                    <a:gd name="connsiteY44" fmla="*/ 373856 h 380485"/>
                    <a:gd name="connsiteX45" fmla="*/ 129494 w 605264"/>
                    <a:gd name="connsiteY45" fmla="*/ 373856 h 380485"/>
                    <a:gd name="connsiteX46" fmla="*/ 175087 w 605264"/>
                    <a:gd name="connsiteY46" fmla="*/ 335702 h 380485"/>
                    <a:gd name="connsiteX47" fmla="*/ 288084 w 605264"/>
                    <a:gd name="connsiteY47" fmla="*/ 380435 h 380485"/>
                    <a:gd name="connsiteX48" fmla="*/ 354931 w 605264"/>
                    <a:gd name="connsiteY48" fmla="*/ 365102 h 380485"/>
                    <a:gd name="connsiteX49" fmla="*/ 354982 w 605264"/>
                    <a:gd name="connsiteY49" fmla="*/ 365102 h 380485"/>
                    <a:gd name="connsiteX50" fmla="*/ 443335 w 605264"/>
                    <a:gd name="connsiteY50" fmla="*/ 237025 h 380485"/>
                    <a:gd name="connsiteX51" fmla="*/ 454872 w 605264"/>
                    <a:gd name="connsiteY51" fmla="*/ 199124 h 380485"/>
                    <a:gd name="connsiteX52" fmla="*/ 454720 w 605264"/>
                    <a:gd name="connsiteY52" fmla="*/ 198921 h 380485"/>
                    <a:gd name="connsiteX53" fmla="*/ 487815 w 605264"/>
                    <a:gd name="connsiteY53" fmla="*/ 229334 h 380485"/>
                    <a:gd name="connsiteX54" fmla="*/ 528955 w 605264"/>
                    <a:gd name="connsiteY54" fmla="*/ 257924 h 380485"/>
                    <a:gd name="connsiteX55" fmla="*/ 545756 w 605264"/>
                    <a:gd name="connsiteY55" fmla="*/ 270676 h 380485"/>
                    <a:gd name="connsiteX56" fmla="*/ 555320 w 605264"/>
                    <a:gd name="connsiteY56" fmla="*/ 298053 h 380485"/>
                    <a:gd name="connsiteX57" fmla="*/ 509777 w 605264"/>
                    <a:gd name="connsiteY57" fmla="*/ 337624 h 380485"/>
                    <a:gd name="connsiteX58" fmla="*/ 449964 w 605264"/>
                    <a:gd name="connsiteY58" fmla="*/ 324417 h 380485"/>
                    <a:gd name="connsiteX59" fmla="*/ 429672 w 605264"/>
                    <a:gd name="connsiteY59" fmla="*/ 344760 h 380485"/>
                    <a:gd name="connsiteX60" fmla="*/ 445612 w 605264"/>
                    <a:gd name="connsiteY60" fmla="*/ 366215 h 380485"/>
                    <a:gd name="connsiteX61" fmla="*/ 510384 w 605264"/>
                    <a:gd name="connsiteY61" fmla="*/ 380485 h 380485"/>
                    <a:gd name="connsiteX62" fmla="*/ 580621 w 605264"/>
                    <a:gd name="connsiteY62" fmla="*/ 356297 h 380485"/>
                    <a:gd name="connsiteX63" fmla="*/ 584467 w 605264"/>
                    <a:gd name="connsiteY63" fmla="*/ 352299 h 380485"/>
                    <a:gd name="connsiteX64" fmla="*/ 605265 w 605264"/>
                    <a:gd name="connsiteY64" fmla="*/ 298053 h 380485"/>
                    <a:gd name="connsiteX65" fmla="*/ 559165 w 605264"/>
                    <a:gd name="connsiteY65" fmla="*/ 220023 h 38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grpFill/>
                <a:ln w="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295E5A06-E927-67D9-92B6-C3003B49A9AB}"/>
                    </a:ext>
                  </a:extLst>
                </p:cNvPr>
                <p:cNvSpPr/>
                <p:nvPr/>
              </p:nvSpPr>
              <p:spPr>
                <a:xfrm>
                  <a:off x="439539" y="2580150"/>
                  <a:ext cx="5060" cy="151"/>
                </a:xfrm>
                <a:custGeom>
                  <a:avLst/>
                  <a:gdLst>
                    <a:gd name="connsiteX0" fmla="*/ 0 w 5060"/>
                    <a:gd name="connsiteY0" fmla="*/ 0 h 151"/>
                    <a:gd name="connsiteX1" fmla="*/ 0 w 5060"/>
                    <a:gd name="connsiteY1" fmla="*/ 0 h 151"/>
                    <a:gd name="connsiteX2" fmla="*/ 0 w 5060"/>
                    <a:gd name="connsiteY2" fmla="*/ 152 h 151"/>
                    <a:gd name="connsiteX3" fmla="*/ 0 w 5060"/>
                    <a:gd name="connsiteY3" fmla="*/ 0 h 151"/>
                  </a:gdLst>
                  <a:ahLst/>
                  <a:cxnLst>
                    <a:cxn ang="0">
                      <a:pos x="connsiteX0" y="connsiteY0"/>
                    </a:cxn>
                    <a:cxn ang="0">
                      <a:pos x="connsiteX1" y="connsiteY1"/>
                    </a:cxn>
                    <a:cxn ang="0">
                      <a:pos x="connsiteX2" y="connsiteY2"/>
                    </a:cxn>
                    <a:cxn ang="0">
                      <a:pos x="connsiteX3" y="connsiteY3"/>
                    </a:cxn>
                  </a:cxnLst>
                  <a:rect l="l" t="t" r="r" b="b"/>
                  <a:pathLst>
                    <a:path w="5060" h="151">
                      <a:moveTo>
                        <a:pt x="0" y="0"/>
                      </a:moveTo>
                      <a:cubicBezTo>
                        <a:pt x="0" y="0"/>
                        <a:pt x="0" y="0"/>
                        <a:pt x="0" y="0"/>
                      </a:cubicBezTo>
                      <a:cubicBezTo>
                        <a:pt x="0" y="51"/>
                        <a:pt x="0" y="101"/>
                        <a:pt x="0" y="152"/>
                      </a:cubicBezTo>
                      <a:cubicBezTo>
                        <a:pt x="0" y="152"/>
                        <a:pt x="0" y="51"/>
                        <a:pt x="0" y="0"/>
                      </a:cubicBezTo>
                      <a:close/>
                    </a:path>
                  </a:pathLst>
                </a:custGeom>
                <a:grpFill/>
                <a:ln w="0" cap="flat">
                  <a:noFill/>
                  <a:prstDash val="solid"/>
                  <a:miter/>
                </a:ln>
              </p:spPr>
              <p:txBody>
                <a:bodyPr rtlCol="0" anchor="ctr"/>
                <a:lstStyle/>
                <a:p>
                  <a:endParaRPr lang="en-US"/>
                </a:p>
              </p:txBody>
            </p:sp>
          </p:grpSp>
          <p:grpSp>
            <p:nvGrpSpPr>
              <p:cNvPr id="20" name="Graphic 8">
                <a:extLst>
                  <a:ext uri="{FF2B5EF4-FFF2-40B4-BE49-F238E27FC236}">
                    <a16:creationId xmlns:a16="http://schemas.microsoft.com/office/drawing/2014/main" id="{CC2C02F9-8A90-5895-5D9B-FDE7CCC98AF2}"/>
                  </a:ext>
                </a:extLst>
              </p:cNvPr>
              <p:cNvGrpSpPr/>
              <p:nvPr/>
            </p:nvGrpSpPr>
            <p:grpSpPr>
              <a:xfrm>
                <a:off x="684661" y="2427986"/>
                <a:ext cx="896486" cy="379270"/>
                <a:chOff x="684661" y="2427986"/>
                <a:chExt cx="896486" cy="379270"/>
              </a:xfrm>
              <a:grpFill/>
            </p:grpSpPr>
            <p:sp>
              <p:nvSpPr>
                <p:cNvPr id="22" name="Freeform: Shape 21">
                  <a:extLst>
                    <a:ext uri="{FF2B5EF4-FFF2-40B4-BE49-F238E27FC236}">
                      <a16:creationId xmlns:a16="http://schemas.microsoft.com/office/drawing/2014/main" id="{E1E35AEB-3D8B-4202-81D5-7AB7682073EE}"/>
                    </a:ext>
                  </a:extLst>
                </p:cNvPr>
                <p:cNvSpPr/>
                <p:nvPr/>
              </p:nvSpPr>
              <p:spPr>
                <a:xfrm>
                  <a:off x="684712"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CD133AC1-4EA8-E88C-700B-C8F28338D648}"/>
                    </a:ext>
                  </a:extLst>
                </p:cNvPr>
                <p:cNvSpPr/>
                <p:nvPr/>
              </p:nvSpPr>
              <p:spPr>
                <a:xfrm>
                  <a:off x="766739" y="2427986"/>
                  <a:ext cx="111934" cy="94425"/>
                </a:xfrm>
                <a:custGeom>
                  <a:avLst/>
                  <a:gdLst>
                    <a:gd name="connsiteX0" fmla="*/ 36788 w 111934"/>
                    <a:gd name="connsiteY0" fmla="*/ 94426 h 94425"/>
                    <a:gd name="connsiteX1" fmla="*/ 55967 w 111934"/>
                    <a:gd name="connsiteY1" fmla="*/ 37952 h 94425"/>
                    <a:gd name="connsiteX2" fmla="*/ 75146 w 111934"/>
                    <a:gd name="connsiteY2" fmla="*/ 94426 h 94425"/>
                    <a:gd name="connsiteX3" fmla="*/ 111934 w 111934"/>
                    <a:gd name="connsiteY3" fmla="*/ 94426 h 94425"/>
                    <a:gd name="connsiteX4" fmla="*/ 75905 w 111934"/>
                    <a:gd name="connsiteY4" fmla="*/ 0 h 94425"/>
                    <a:gd name="connsiteX5" fmla="*/ 36080 w 111934"/>
                    <a:gd name="connsiteY5" fmla="*/ 0 h 94425"/>
                    <a:gd name="connsiteX6" fmla="*/ 0 w 111934"/>
                    <a:gd name="connsiteY6" fmla="*/ 94426 h 94425"/>
                    <a:gd name="connsiteX7" fmla="*/ 36788 w 11193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1188F4BB-197C-0B59-DB0E-9E1B073ADD92}"/>
                    </a:ext>
                  </a:extLst>
                </p:cNvPr>
                <p:cNvSpPr/>
                <p:nvPr/>
              </p:nvSpPr>
              <p:spPr>
                <a:xfrm>
                  <a:off x="869666"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EB3207C-20E1-6EE3-3427-AF6F444C3B9A}"/>
                    </a:ext>
                  </a:extLst>
                </p:cNvPr>
                <p:cNvSpPr/>
                <p:nvPr/>
              </p:nvSpPr>
              <p:spPr>
                <a:xfrm>
                  <a:off x="951694" y="2427986"/>
                  <a:ext cx="111984" cy="94425"/>
                </a:xfrm>
                <a:custGeom>
                  <a:avLst/>
                  <a:gdLst>
                    <a:gd name="connsiteX0" fmla="*/ 36788 w 111984"/>
                    <a:gd name="connsiteY0" fmla="*/ 94426 h 94425"/>
                    <a:gd name="connsiteX1" fmla="*/ 55967 w 111984"/>
                    <a:gd name="connsiteY1" fmla="*/ 37952 h 94425"/>
                    <a:gd name="connsiteX2" fmla="*/ 75146 w 111984"/>
                    <a:gd name="connsiteY2" fmla="*/ 94426 h 94425"/>
                    <a:gd name="connsiteX3" fmla="*/ 111985 w 111984"/>
                    <a:gd name="connsiteY3" fmla="*/ 94426 h 94425"/>
                    <a:gd name="connsiteX4" fmla="*/ 75905 w 111984"/>
                    <a:gd name="connsiteY4" fmla="*/ 0 h 94425"/>
                    <a:gd name="connsiteX5" fmla="*/ 36080 w 111984"/>
                    <a:gd name="connsiteY5" fmla="*/ 0 h 94425"/>
                    <a:gd name="connsiteX6" fmla="*/ 0 w 111984"/>
                    <a:gd name="connsiteY6" fmla="*/ 94426 h 94425"/>
                    <a:gd name="connsiteX7" fmla="*/ 36788 w 11198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7CA8CE65-9BFD-F7C4-5FFD-CCED9E5F8A1E}"/>
                    </a:ext>
                  </a:extLst>
                </p:cNvPr>
                <p:cNvSpPr/>
                <p:nvPr/>
              </p:nvSpPr>
              <p:spPr>
                <a:xfrm>
                  <a:off x="1334356" y="2569675"/>
                  <a:ext cx="74842" cy="94476"/>
                </a:xfrm>
                <a:custGeom>
                  <a:avLst/>
                  <a:gdLst>
                    <a:gd name="connsiteX0" fmla="*/ 15434 w 74842"/>
                    <a:gd name="connsiteY0" fmla="*/ 20292 h 94476"/>
                    <a:gd name="connsiteX1" fmla="*/ 32335 w 74842"/>
                    <a:gd name="connsiteY1" fmla="*/ 52880 h 94476"/>
                    <a:gd name="connsiteX2" fmla="*/ 56979 w 74842"/>
                    <a:gd name="connsiteY2" fmla="*/ 94426 h 94476"/>
                    <a:gd name="connsiteX3" fmla="*/ 74842 w 74842"/>
                    <a:gd name="connsiteY3" fmla="*/ 94426 h 94476"/>
                    <a:gd name="connsiteX4" fmla="*/ 74842 w 74842"/>
                    <a:gd name="connsiteY4" fmla="*/ 0 h 94476"/>
                    <a:gd name="connsiteX5" fmla="*/ 58902 w 74842"/>
                    <a:gd name="connsiteY5" fmla="*/ 0 h 94476"/>
                    <a:gd name="connsiteX6" fmla="*/ 58902 w 74842"/>
                    <a:gd name="connsiteY6" fmla="*/ 32943 h 94476"/>
                    <a:gd name="connsiteX7" fmla="*/ 60420 w 74842"/>
                    <a:gd name="connsiteY7" fmla="*/ 72110 h 94476"/>
                    <a:gd name="connsiteX8" fmla="*/ 60117 w 74842"/>
                    <a:gd name="connsiteY8" fmla="*/ 72211 h 94476"/>
                    <a:gd name="connsiteX9" fmla="*/ 44075 w 74842"/>
                    <a:gd name="connsiteY9" fmla="*/ 40584 h 94476"/>
                    <a:gd name="connsiteX10" fmla="*/ 19685 w 74842"/>
                    <a:gd name="connsiteY10" fmla="*/ 51 h 94476"/>
                    <a:gd name="connsiteX11" fmla="*/ 0 w 74842"/>
                    <a:gd name="connsiteY11" fmla="*/ 51 h 94476"/>
                    <a:gd name="connsiteX12" fmla="*/ 0 w 74842"/>
                    <a:gd name="connsiteY12" fmla="*/ 94476 h 94476"/>
                    <a:gd name="connsiteX13" fmla="*/ 15940 w 74842"/>
                    <a:gd name="connsiteY13" fmla="*/ 94476 h 94476"/>
                    <a:gd name="connsiteX14" fmla="*/ 15940 w 74842"/>
                    <a:gd name="connsiteY14" fmla="*/ 60673 h 94476"/>
                    <a:gd name="connsiteX15" fmla="*/ 15029 w 74842"/>
                    <a:gd name="connsiteY15" fmla="*/ 20444 h 94476"/>
                    <a:gd name="connsiteX16" fmla="*/ 15485 w 74842"/>
                    <a:gd name="connsiteY16" fmla="*/ 20342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grp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B5BE1198-D5E8-37B9-8F20-BD21E9EABBE3}"/>
                    </a:ext>
                  </a:extLst>
                </p:cNvPr>
                <p:cNvSpPr/>
                <p:nvPr/>
              </p:nvSpPr>
              <p:spPr>
                <a:xfrm>
                  <a:off x="1238412" y="2569624"/>
                  <a:ext cx="82837" cy="94425"/>
                </a:xfrm>
                <a:custGeom>
                  <a:avLst/>
                  <a:gdLst>
                    <a:gd name="connsiteX0" fmla="*/ 25858 w 82837"/>
                    <a:gd name="connsiteY0" fmla="*/ 67758 h 94425"/>
                    <a:gd name="connsiteX1" fmla="*/ 55815 w 82837"/>
                    <a:gd name="connsiteY1" fmla="*/ 67758 h 94425"/>
                    <a:gd name="connsiteX2" fmla="*/ 64367 w 82837"/>
                    <a:gd name="connsiteY2" fmla="*/ 94426 h 94425"/>
                    <a:gd name="connsiteX3" fmla="*/ 82838 w 82837"/>
                    <a:gd name="connsiteY3" fmla="*/ 94426 h 94425"/>
                    <a:gd name="connsiteX4" fmla="*/ 52172 w 82837"/>
                    <a:gd name="connsiteY4" fmla="*/ 0 h 94425"/>
                    <a:gd name="connsiteX5" fmla="*/ 30261 w 82837"/>
                    <a:gd name="connsiteY5" fmla="*/ 0 h 94425"/>
                    <a:gd name="connsiteX6" fmla="*/ 0 w 82837"/>
                    <a:gd name="connsiteY6" fmla="*/ 94426 h 94425"/>
                    <a:gd name="connsiteX7" fmla="*/ 17812 w 82837"/>
                    <a:gd name="connsiteY7" fmla="*/ 94426 h 94425"/>
                    <a:gd name="connsiteX8" fmla="*/ 25858 w 82837"/>
                    <a:gd name="connsiteY8" fmla="*/ 67758 h 94425"/>
                    <a:gd name="connsiteX9" fmla="*/ 35979 w 82837"/>
                    <a:gd name="connsiteY9" fmla="*/ 31374 h 94425"/>
                    <a:gd name="connsiteX10" fmla="*/ 40432 w 82837"/>
                    <a:gd name="connsiteY10" fmla="*/ 13663 h 94425"/>
                    <a:gd name="connsiteX11" fmla="*/ 40736 w 82837"/>
                    <a:gd name="connsiteY11" fmla="*/ 13663 h 94425"/>
                    <a:gd name="connsiteX12" fmla="*/ 45492 w 82837"/>
                    <a:gd name="connsiteY12" fmla="*/ 31425 h 94425"/>
                    <a:gd name="connsiteX13" fmla="*/ 52931 w 82837"/>
                    <a:gd name="connsiteY13" fmla="*/ 54702 h 94425"/>
                    <a:gd name="connsiteX14" fmla="*/ 28641 w 82837"/>
                    <a:gd name="connsiteY14" fmla="*/ 54702 h 94425"/>
                    <a:gd name="connsiteX15" fmla="*/ 35928 w 82837"/>
                    <a:gd name="connsiteY15" fmla="*/ 31374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grpFill/>
                <a:ln w="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FB6BC58-C44B-EF0C-D1B0-495FD1E2B899}"/>
                    </a:ext>
                  </a:extLst>
                </p:cNvPr>
                <p:cNvSpPr/>
                <p:nvPr/>
              </p:nvSpPr>
              <p:spPr>
                <a:xfrm>
                  <a:off x="956906" y="2568157"/>
                  <a:ext cx="61280" cy="97411"/>
                </a:xfrm>
                <a:custGeom>
                  <a:avLst/>
                  <a:gdLst>
                    <a:gd name="connsiteX0" fmla="*/ 26617 w 61280"/>
                    <a:gd name="connsiteY0" fmla="*/ 83141 h 97411"/>
                    <a:gd name="connsiteX1" fmla="*/ 3846 w 61280"/>
                    <a:gd name="connsiteY1" fmla="*/ 77119 h 97411"/>
                    <a:gd name="connsiteX2" fmla="*/ 0 w 61280"/>
                    <a:gd name="connsiteY2" fmla="*/ 91389 h 97411"/>
                    <a:gd name="connsiteX3" fmla="*/ 25504 w 61280"/>
                    <a:gd name="connsiteY3" fmla="*/ 97411 h 97411"/>
                    <a:gd name="connsiteX4" fmla="*/ 61280 w 61280"/>
                    <a:gd name="connsiteY4" fmla="*/ 69023 h 97411"/>
                    <a:gd name="connsiteX5" fmla="*/ 37042 w 61280"/>
                    <a:gd name="connsiteY5" fmla="*/ 40938 h 97411"/>
                    <a:gd name="connsiteX6" fmla="*/ 18976 w 61280"/>
                    <a:gd name="connsiteY6" fmla="*/ 25453 h 97411"/>
                    <a:gd name="connsiteX7" fmla="*/ 34562 w 61280"/>
                    <a:gd name="connsiteY7" fmla="*/ 14068 h 97411"/>
                    <a:gd name="connsiteX8" fmla="*/ 53386 w 61280"/>
                    <a:gd name="connsiteY8" fmla="*/ 18571 h 97411"/>
                    <a:gd name="connsiteX9" fmla="*/ 57536 w 61280"/>
                    <a:gd name="connsiteY9" fmla="*/ 4655 h 97411"/>
                    <a:gd name="connsiteX10" fmla="*/ 34916 w 61280"/>
                    <a:gd name="connsiteY10" fmla="*/ 0 h 97411"/>
                    <a:gd name="connsiteX11" fmla="*/ 1569 w 61280"/>
                    <a:gd name="connsiteY11" fmla="*/ 27123 h 97411"/>
                    <a:gd name="connsiteX12" fmla="*/ 27123 w 61280"/>
                    <a:gd name="connsiteY12" fmla="*/ 54550 h 97411"/>
                    <a:gd name="connsiteX13" fmla="*/ 43822 w 61280"/>
                    <a:gd name="connsiteY13" fmla="*/ 70237 h 97411"/>
                    <a:gd name="connsiteX14" fmla="*/ 26668 w 61280"/>
                    <a:gd name="connsiteY14" fmla="*/ 83141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grpFill/>
                <a:ln w="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FF976EA-3B9E-5B59-FFEA-14B53DCEEEF4}"/>
                    </a:ext>
                  </a:extLst>
                </p:cNvPr>
                <p:cNvSpPr/>
                <p:nvPr/>
              </p:nvSpPr>
              <p:spPr>
                <a:xfrm>
                  <a:off x="684661"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73262D40-4A76-B85E-6275-EDFF4A4E0D69}"/>
                    </a:ext>
                  </a:extLst>
                </p:cNvPr>
                <p:cNvSpPr/>
                <p:nvPr/>
              </p:nvSpPr>
              <p:spPr>
                <a:xfrm>
                  <a:off x="1173286" y="2569675"/>
                  <a:ext cx="71350" cy="94425"/>
                </a:xfrm>
                <a:custGeom>
                  <a:avLst/>
                  <a:gdLst>
                    <a:gd name="connsiteX0" fmla="*/ 44177 w 71350"/>
                    <a:gd name="connsiteY0" fmla="*/ 94426 h 94425"/>
                    <a:gd name="connsiteX1" fmla="*/ 44177 w 71350"/>
                    <a:gd name="connsiteY1" fmla="*/ 14473 h 94425"/>
                    <a:gd name="connsiteX2" fmla="*/ 71351 w 71350"/>
                    <a:gd name="connsiteY2" fmla="*/ 14473 h 94425"/>
                    <a:gd name="connsiteX3" fmla="*/ 71351 w 71350"/>
                    <a:gd name="connsiteY3" fmla="*/ 0 h 94425"/>
                    <a:gd name="connsiteX4" fmla="*/ 0 w 71350"/>
                    <a:gd name="connsiteY4" fmla="*/ 0 h 94425"/>
                    <a:gd name="connsiteX5" fmla="*/ 0 w 71350"/>
                    <a:gd name="connsiteY5" fmla="*/ 14473 h 94425"/>
                    <a:gd name="connsiteX6" fmla="*/ 26921 w 71350"/>
                    <a:gd name="connsiteY6" fmla="*/ 14473 h 94425"/>
                    <a:gd name="connsiteX7" fmla="*/ 26921 w 71350"/>
                    <a:gd name="connsiteY7" fmla="*/ 94426 h 94425"/>
                    <a:gd name="connsiteX8" fmla="*/ 44177 w 71350"/>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grpFill/>
                <a:ln w="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BF54F3FC-B496-55FF-225A-70233677857B}"/>
                    </a:ext>
                  </a:extLst>
                </p:cNvPr>
                <p:cNvSpPr/>
                <p:nvPr/>
              </p:nvSpPr>
              <p:spPr>
                <a:xfrm>
                  <a:off x="1502763" y="2569675"/>
                  <a:ext cx="78384" cy="94476"/>
                </a:xfrm>
                <a:custGeom>
                  <a:avLst/>
                  <a:gdLst>
                    <a:gd name="connsiteX0" fmla="*/ 58953 w 78384"/>
                    <a:gd name="connsiteY0" fmla="*/ 0 h 94476"/>
                    <a:gd name="connsiteX1" fmla="*/ 47618 w 78384"/>
                    <a:gd name="connsiteY1" fmla="*/ 24188 h 94476"/>
                    <a:gd name="connsiteX2" fmla="*/ 39470 w 78384"/>
                    <a:gd name="connsiteY2" fmla="*/ 42962 h 94476"/>
                    <a:gd name="connsiteX3" fmla="*/ 39167 w 78384"/>
                    <a:gd name="connsiteY3" fmla="*/ 42962 h 94476"/>
                    <a:gd name="connsiteX4" fmla="*/ 30918 w 78384"/>
                    <a:gd name="connsiteY4" fmla="*/ 24239 h 94476"/>
                    <a:gd name="connsiteX5" fmla="*/ 19685 w 78384"/>
                    <a:gd name="connsiteY5" fmla="*/ 0 h 94476"/>
                    <a:gd name="connsiteX6" fmla="*/ 0 w 78384"/>
                    <a:gd name="connsiteY6" fmla="*/ 0 h 94476"/>
                    <a:gd name="connsiteX7" fmla="*/ 29805 w 78384"/>
                    <a:gd name="connsiteY7" fmla="*/ 55157 h 94476"/>
                    <a:gd name="connsiteX8" fmla="*/ 29805 w 78384"/>
                    <a:gd name="connsiteY8" fmla="*/ 94476 h 94476"/>
                    <a:gd name="connsiteX9" fmla="*/ 47061 w 78384"/>
                    <a:gd name="connsiteY9" fmla="*/ 94476 h 94476"/>
                    <a:gd name="connsiteX10" fmla="*/ 47061 w 78384"/>
                    <a:gd name="connsiteY10" fmla="*/ 54702 h 94476"/>
                    <a:gd name="connsiteX11" fmla="*/ 78384 w 78384"/>
                    <a:gd name="connsiteY11" fmla="*/ 51 h 94476"/>
                    <a:gd name="connsiteX12" fmla="*/ 58953 w 78384"/>
                    <a:gd name="connsiteY12"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grpFill/>
                <a:ln w="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7B4C68AC-8086-747E-0C27-066341B9469E}"/>
                    </a:ext>
                  </a:extLst>
                </p:cNvPr>
                <p:cNvSpPr/>
                <p:nvPr/>
              </p:nvSpPr>
              <p:spPr>
                <a:xfrm>
                  <a:off x="763045" y="2568106"/>
                  <a:ext cx="88656" cy="97562"/>
                </a:xfrm>
                <a:custGeom>
                  <a:avLst/>
                  <a:gdLst>
                    <a:gd name="connsiteX0" fmla="*/ 44936 w 88656"/>
                    <a:gd name="connsiteY0" fmla="*/ 0 h 97562"/>
                    <a:gd name="connsiteX1" fmla="*/ 0 w 88656"/>
                    <a:gd name="connsiteY1" fmla="*/ 49490 h 97562"/>
                    <a:gd name="connsiteX2" fmla="*/ 43519 w 88656"/>
                    <a:gd name="connsiteY2" fmla="*/ 97563 h 97562"/>
                    <a:gd name="connsiteX3" fmla="*/ 43671 w 88656"/>
                    <a:gd name="connsiteY3" fmla="*/ 97563 h 97562"/>
                    <a:gd name="connsiteX4" fmla="*/ 88657 w 88656"/>
                    <a:gd name="connsiteY4" fmla="*/ 47820 h 97562"/>
                    <a:gd name="connsiteX5" fmla="*/ 44936 w 88656"/>
                    <a:gd name="connsiteY5" fmla="*/ 0 h 97562"/>
                    <a:gd name="connsiteX6" fmla="*/ 44278 w 88656"/>
                    <a:gd name="connsiteY6" fmla="*/ 83748 h 97562"/>
                    <a:gd name="connsiteX7" fmla="*/ 44126 w 88656"/>
                    <a:gd name="connsiteY7" fmla="*/ 83748 h 97562"/>
                    <a:gd name="connsiteX8" fmla="*/ 18065 w 88656"/>
                    <a:gd name="connsiteY8" fmla="*/ 49085 h 97562"/>
                    <a:gd name="connsiteX9" fmla="*/ 44278 w 88656"/>
                    <a:gd name="connsiteY9" fmla="*/ 13815 h 97562"/>
                    <a:gd name="connsiteX10" fmla="*/ 70288 w 88656"/>
                    <a:gd name="connsiteY10" fmla="*/ 48478 h 97562"/>
                    <a:gd name="connsiteX11" fmla="*/ 44227 w 88656"/>
                    <a:gd name="connsiteY11" fmla="*/ 83748 h 97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grpFill/>
                <a:ln w="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C85BD0A4-BB74-E6E8-D10B-EA593EC79D0C}"/>
                    </a:ext>
                  </a:extLst>
                </p:cNvPr>
                <p:cNvSpPr/>
                <p:nvPr/>
              </p:nvSpPr>
              <p:spPr>
                <a:xfrm>
                  <a:off x="1423923"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5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946CC8A8-C0AC-6357-5092-8DDD6197B575}"/>
                    </a:ext>
                  </a:extLst>
                </p:cNvPr>
                <p:cNvSpPr/>
                <p:nvPr/>
              </p:nvSpPr>
              <p:spPr>
                <a:xfrm>
                  <a:off x="1126832" y="2569675"/>
                  <a:ext cx="56017" cy="94425"/>
                </a:xfrm>
                <a:custGeom>
                  <a:avLst/>
                  <a:gdLst>
                    <a:gd name="connsiteX0" fmla="*/ 17205 w 56017"/>
                    <a:gd name="connsiteY0" fmla="*/ 0 h 94425"/>
                    <a:gd name="connsiteX1" fmla="*/ 0 w 56017"/>
                    <a:gd name="connsiteY1" fmla="*/ 0 h 94425"/>
                    <a:gd name="connsiteX2" fmla="*/ 0 w 56017"/>
                    <a:gd name="connsiteY2" fmla="*/ 94426 h 94425"/>
                    <a:gd name="connsiteX3" fmla="*/ 56018 w 56017"/>
                    <a:gd name="connsiteY3" fmla="*/ 94426 h 94425"/>
                    <a:gd name="connsiteX4" fmla="*/ 56018 w 56017"/>
                    <a:gd name="connsiteY4" fmla="*/ 79953 h 94425"/>
                    <a:gd name="connsiteX5" fmla="*/ 17205 w 56017"/>
                    <a:gd name="connsiteY5" fmla="*/ 79953 h 94425"/>
                    <a:gd name="connsiteX6" fmla="*/ 17205 w 56017"/>
                    <a:gd name="connsiteY6" fmla="*/ 0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17" h="94425">
                      <a:moveTo>
                        <a:pt x="17205" y="0"/>
                      </a:moveTo>
                      <a:lnTo>
                        <a:pt x="0" y="0"/>
                      </a:lnTo>
                      <a:lnTo>
                        <a:pt x="0" y="94426"/>
                      </a:lnTo>
                      <a:lnTo>
                        <a:pt x="56018" y="94426"/>
                      </a:lnTo>
                      <a:lnTo>
                        <a:pt x="56018" y="79953"/>
                      </a:lnTo>
                      <a:lnTo>
                        <a:pt x="17205" y="79953"/>
                      </a:lnTo>
                      <a:lnTo>
                        <a:pt x="17205" y="0"/>
                      </a:lnTo>
                      <a:close/>
                    </a:path>
                  </a:pathLst>
                </a:custGeom>
                <a:grp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DA502295-24ED-BD7D-E32B-BAE2732ACF6F}"/>
                    </a:ext>
                  </a:extLst>
                </p:cNvPr>
                <p:cNvSpPr/>
                <p:nvPr/>
              </p:nvSpPr>
              <p:spPr>
                <a:xfrm>
                  <a:off x="1033469" y="2569675"/>
                  <a:ext cx="73728" cy="95994"/>
                </a:xfrm>
                <a:custGeom>
                  <a:avLst/>
                  <a:gdLst>
                    <a:gd name="connsiteX0" fmla="*/ 73729 w 73728"/>
                    <a:gd name="connsiteY0" fmla="*/ 53943 h 95994"/>
                    <a:gd name="connsiteX1" fmla="*/ 73729 w 73728"/>
                    <a:gd name="connsiteY1" fmla="*/ 0 h 95994"/>
                    <a:gd name="connsiteX2" fmla="*/ 56473 w 73728"/>
                    <a:gd name="connsiteY2" fmla="*/ 0 h 95994"/>
                    <a:gd name="connsiteX3" fmla="*/ 56473 w 73728"/>
                    <a:gd name="connsiteY3" fmla="*/ 55056 h 95994"/>
                    <a:gd name="connsiteX4" fmla="*/ 36586 w 73728"/>
                    <a:gd name="connsiteY4" fmla="*/ 82078 h 95994"/>
                    <a:gd name="connsiteX5" fmla="*/ 17256 w 73728"/>
                    <a:gd name="connsiteY5" fmla="*/ 55056 h 95994"/>
                    <a:gd name="connsiteX6" fmla="*/ 17256 w 73728"/>
                    <a:gd name="connsiteY6" fmla="*/ 0 h 95994"/>
                    <a:gd name="connsiteX7" fmla="*/ 0 w 73728"/>
                    <a:gd name="connsiteY7" fmla="*/ 0 h 95994"/>
                    <a:gd name="connsiteX8" fmla="*/ 0 w 73728"/>
                    <a:gd name="connsiteY8" fmla="*/ 54044 h 95994"/>
                    <a:gd name="connsiteX9" fmla="*/ 35928 w 73728"/>
                    <a:gd name="connsiteY9" fmla="*/ 95994 h 95994"/>
                    <a:gd name="connsiteX10" fmla="*/ 73678 w 73728"/>
                    <a:gd name="connsiteY10" fmla="*/ 53943 h 95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grpFill/>
                <a:ln w="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44350763-DDBF-BEC5-B3A2-C7978B1F9452}"/>
                    </a:ext>
                  </a:extLst>
                </p:cNvPr>
                <p:cNvSpPr/>
                <p:nvPr/>
              </p:nvSpPr>
              <p:spPr>
                <a:xfrm>
                  <a:off x="866428" y="2569675"/>
                  <a:ext cx="74892" cy="94476"/>
                </a:xfrm>
                <a:custGeom>
                  <a:avLst/>
                  <a:gdLst>
                    <a:gd name="connsiteX0" fmla="*/ 74842 w 74892"/>
                    <a:gd name="connsiteY0" fmla="*/ 0 h 94476"/>
                    <a:gd name="connsiteX1" fmla="*/ 58902 w 74892"/>
                    <a:gd name="connsiteY1" fmla="*/ 0 h 94476"/>
                    <a:gd name="connsiteX2" fmla="*/ 58902 w 74892"/>
                    <a:gd name="connsiteY2" fmla="*/ 32943 h 94476"/>
                    <a:gd name="connsiteX3" fmla="*/ 60420 w 74892"/>
                    <a:gd name="connsiteY3" fmla="*/ 72110 h 94476"/>
                    <a:gd name="connsiteX4" fmla="*/ 60117 w 74892"/>
                    <a:gd name="connsiteY4" fmla="*/ 72211 h 94476"/>
                    <a:gd name="connsiteX5" fmla="*/ 44075 w 74892"/>
                    <a:gd name="connsiteY5" fmla="*/ 40584 h 94476"/>
                    <a:gd name="connsiteX6" fmla="*/ 19685 w 74892"/>
                    <a:gd name="connsiteY6" fmla="*/ 51 h 94476"/>
                    <a:gd name="connsiteX7" fmla="*/ 0 w 74892"/>
                    <a:gd name="connsiteY7" fmla="*/ 51 h 94476"/>
                    <a:gd name="connsiteX8" fmla="*/ 0 w 74892"/>
                    <a:gd name="connsiteY8" fmla="*/ 94476 h 94476"/>
                    <a:gd name="connsiteX9" fmla="*/ 15940 w 74892"/>
                    <a:gd name="connsiteY9" fmla="*/ 94476 h 94476"/>
                    <a:gd name="connsiteX10" fmla="*/ 15940 w 74892"/>
                    <a:gd name="connsiteY10" fmla="*/ 60673 h 94476"/>
                    <a:gd name="connsiteX11" fmla="*/ 15029 w 74892"/>
                    <a:gd name="connsiteY11" fmla="*/ 20444 h 94476"/>
                    <a:gd name="connsiteX12" fmla="*/ 15485 w 74892"/>
                    <a:gd name="connsiteY12" fmla="*/ 20342 h 94476"/>
                    <a:gd name="connsiteX13" fmla="*/ 32386 w 74892"/>
                    <a:gd name="connsiteY13" fmla="*/ 52931 h 94476"/>
                    <a:gd name="connsiteX14" fmla="*/ 57030 w 74892"/>
                    <a:gd name="connsiteY14" fmla="*/ 94476 h 94476"/>
                    <a:gd name="connsiteX15" fmla="*/ 74893 w 74892"/>
                    <a:gd name="connsiteY15" fmla="*/ 94476 h 94476"/>
                    <a:gd name="connsiteX16" fmla="*/ 74893 w 74892"/>
                    <a:gd name="connsiteY16"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grpFill/>
                <a:ln w="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EE4F9CB-93A7-6E91-B1B7-57E4A77B2D44}"/>
                    </a:ext>
                  </a:extLst>
                </p:cNvPr>
                <p:cNvSpPr/>
                <p:nvPr/>
              </p:nvSpPr>
              <p:spPr>
                <a:xfrm>
                  <a:off x="997743" y="2711313"/>
                  <a:ext cx="17205" cy="94425"/>
                </a:xfrm>
                <a:custGeom>
                  <a:avLst/>
                  <a:gdLst>
                    <a:gd name="connsiteX0" fmla="*/ 0 w 17205"/>
                    <a:gd name="connsiteY0" fmla="*/ 0 h 94425"/>
                    <a:gd name="connsiteX1" fmla="*/ 17205 w 17205"/>
                    <a:gd name="connsiteY1" fmla="*/ 0 h 94425"/>
                    <a:gd name="connsiteX2" fmla="*/ 17205 w 17205"/>
                    <a:gd name="connsiteY2" fmla="*/ 94426 h 94425"/>
                    <a:gd name="connsiteX3" fmla="*/ 0 w 17205"/>
                    <a:gd name="connsiteY3" fmla="*/ 94426 h 94425"/>
                  </a:gdLst>
                  <a:ahLst/>
                  <a:cxnLst>
                    <a:cxn ang="0">
                      <a:pos x="connsiteX0" y="connsiteY0"/>
                    </a:cxn>
                    <a:cxn ang="0">
                      <a:pos x="connsiteX1" y="connsiteY1"/>
                    </a:cxn>
                    <a:cxn ang="0">
                      <a:pos x="connsiteX2" y="connsiteY2"/>
                    </a:cxn>
                    <a:cxn ang="0">
                      <a:pos x="connsiteX3" y="connsiteY3"/>
                    </a:cxn>
                  </a:cxnLst>
                  <a:rect l="l" t="t" r="r" b="b"/>
                  <a:pathLst>
                    <a:path w="17205" h="94425">
                      <a:moveTo>
                        <a:pt x="0" y="0"/>
                      </a:moveTo>
                      <a:lnTo>
                        <a:pt x="17205" y="0"/>
                      </a:lnTo>
                      <a:lnTo>
                        <a:pt x="17205" y="94426"/>
                      </a:lnTo>
                      <a:lnTo>
                        <a:pt x="0" y="94426"/>
                      </a:lnTo>
                      <a:close/>
                    </a:path>
                  </a:pathLst>
                </a:custGeom>
                <a:grpFill/>
                <a:ln w="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38AFFB5E-CE0D-8180-5737-64767DA71455}"/>
                    </a:ext>
                  </a:extLst>
                </p:cNvPr>
                <p:cNvSpPr/>
                <p:nvPr/>
              </p:nvSpPr>
              <p:spPr>
                <a:xfrm>
                  <a:off x="833536" y="2711262"/>
                  <a:ext cx="66239" cy="94476"/>
                </a:xfrm>
                <a:custGeom>
                  <a:avLst/>
                  <a:gdLst>
                    <a:gd name="connsiteX0" fmla="*/ 45796 w 66239"/>
                    <a:gd name="connsiteY0" fmla="*/ 50198 h 94476"/>
                    <a:gd name="connsiteX1" fmla="*/ 45796 w 66239"/>
                    <a:gd name="connsiteY1" fmla="*/ 49794 h 94476"/>
                    <a:gd name="connsiteX2" fmla="*/ 62799 w 66239"/>
                    <a:gd name="connsiteY2" fmla="*/ 26364 h 94476"/>
                    <a:gd name="connsiteX3" fmla="*/ 54753 w 66239"/>
                    <a:gd name="connsiteY3" fmla="*/ 7540 h 94476"/>
                    <a:gd name="connsiteX4" fmla="*/ 25909 w 66239"/>
                    <a:gd name="connsiteY4" fmla="*/ 0 h 94476"/>
                    <a:gd name="connsiteX5" fmla="*/ 0 w 66239"/>
                    <a:gd name="connsiteY5" fmla="*/ 2024 h 94476"/>
                    <a:gd name="connsiteX6" fmla="*/ 0 w 66239"/>
                    <a:gd name="connsiteY6" fmla="*/ 94476 h 94476"/>
                    <a:gd name="connsiteX7" fmla="*/ 16952 w 66239"/>
                    <a:gd name="connsiteY7" fmla="*/ 94476 h 94476"/>
                    <a:gd name="connsiteX8" fmla="*/ 16952 w 66239"/>
                    <a:gd name="connsiteY8" fmla="*/ 55967 h 94476"/>
                    <a:gd name="connsiteX9" fmla="*/ 25555 w 66239"/>
                    <a:gd name="connsiteY9" fmla="*/ 55967 h 94476"/>
                    <a:gd name="connsiteX10" fmla="*/ 42406 w 66239"/>
                    <a:gd name="connsiteY10" fmla="*/ 72363 h 94476"/>
                    <a:gd name="connsiteX11" fmla="*/ 48680 w 66239"/>
                    <a:gd name="connsiteY11" fmla="*/ 94476 h 94476"/>
                    <a:gd name="connsiteX12" fmla="*/ 66240 w 66239"/>
                    <a:gd name="connsiteY12" fmla="*/ 94476 h 94476"/>
                    <a:gd name="connsiteX13" fmla="*/ 58852 w 66239"/>
                    <a:gd name="connsiteY13" fmla="*/ 68365 h 94476"/>
                    <a:gd name="connsiteX14" fmla="*/ 45796 w 66239"/>
                    <a:gd name="connsiteY14" fmla="*/ 50249 h 94476"/>
                    <a:gd name="connsiteX15" fmla="*/ 27022 w 66239"/>
                    <a:gd name="connsiteY15" fmla="*/ 43367 h 94476"/>
                    <a:gd name="connsiteX16" fmla="*/ 16901 w 66239"/>
                    <a:gd name="connsiteY16" fmla="*/ 43367 h 94476"/>
                    <a:gd name="connsiteX17" fmla="*/ 16901 w 66239"/>
                    <a:gd name="connsiteY17" fmla="*/ 13764 h 94476"/>
                    <a:gd name="connsiteX18" fmla="*/ 27528 w 66239"/>
                    <a:gd name="connsiteY18" fmla="*/ 12904 h 94476"/>
                    <a:gd name="connsiteX19" fmla="*/ 45745 w 66239"/>
                    <a:gd name="connsiteY19" fmla="*/ 27933 h 94476"/>
                    <a:gd name="connsiteX20" fmla="*/ 27022 w 66239"/>
                    <a:gd name="connsiteY20" fmla="*/ 43367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grpFill/>
                <a:ln w="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18FC92E4-4315-6630-5F94-907669BCABF2}"/>
                    </a:ext>
                  </a:extLst>
                </p:cNvPr>
                <p:cNvSpPr/>
                <p:nvPr/>
              </p:nvSpPr>
              <p:spPr>
                <a:xfrm>
                  <a:off x="904835" y="2711313"/>
                  <a:ext cx="82837" cy="94425"/>
                </a:xfrm>
                <a:custGeom>
                  <a:avLst/>
                  <a:gdLst>
                    <a:gd name="connsiteX0" fmla="*/ 50704 w 82837"/>
                    <a:gd name="connsiteY0" fmla="*/ 43215 h 94425"/>
                    <a:gd name="connsiteX1" fmla="*/ 41140 w 82837"/>
                    <a:gd name="connsiteY1" fmla="*/ 77372 h 94425"/>
                    <a:gd name="connsiteX2" fmla="*/ 40837 w 82837"/>
                    <a:gd name="connsiteY2" fmla="*/ 77372 h 94425"/>
                    <a:gd name="connsiteX3" fmla="*/ 31627 w 82837"/>
                    <a:gd name="connsiteY3" fmla="*/ 42962 h 94425"/>
                    <a:gd name="connsiteX4" fmla="*/ 18774 w 82837"/>
                    <a:gd name="connsiteY4" fmla="*/ 0 h 94425"/>
                    <a:gd name="connsiteX5" fmla="*/ 0 w 82837"/>
                    <a:gd name="connsiteY5" fmla="*/ 0 h 94425"/>
                    <a:gd name="connsiteX6" fmla="*/ 30514 w 82837"/>
                    <a:gd name="connsiteY6" fmla="*/ 94426 h 94425"/>
                    <a:gd name="connsiteX7" fmla="*/ 50249 w 82837"/>
                    <a:gd name="connsiteY7" fmla="*/ 94426 h 94425"/>
                    <a:gd name="connsiteX8" fmla="*/ 82837 w 82837"/>
                    <a:gd name="connsiteY8" fmla="*/ 0 h 94425"/>
                    <a:gd name="connsiteX9" fmla="*/ 64519 w 82837"/>
                    <a:gd name="connsiteY9" fmla="*/ 0 h 94425"/>
                    <a:gd name="connsiteX10" fmla="*/ 50755 w 82837"/>
                    <a:gd name="connsiteY10" fmla="*/ 43215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grpFill/>
                <a:ln w="0"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0E66B6BF-40D7-42B6-D6FA-14A6770392FE}"/>
                    </a:ext>
                  </a:extLst>
                </p:cNvPr>
                <p:cNvSpPr/>
                <p:nvPr/>
              </p:nvSpPr>
              <p:spPr>
                <a:xfrm>
                  <a:off x="1116964" y="2711313"/>
                  <a:ext cx="56979" cy="94425"/>
                </a:xfrm>
                <a:custGeom>
                  <a:avLst/>
                  <a:gdLst>
                    <a:gd name="connsiteX0" fmla="*/ 17205 w 56979"/>
                    <a:gd name="connsiteY0" fmla="*/ 52526 h 94425"/>
                    <a:gd name="connsiteX1" fmla="*/ 52779 w 56979"/>
                    <a:gd name="connsiteY1" fmla="*/ 52526 h 94425"/>
                    <a:gd name="connsiteX2" fmla="*/ 52779 w 56979"/>
                    <a:gd name="connsiteY2" fmla="*/ 38458 h 94425"/>
                    <a:gd name="connsiteX3" fmla="*/ 17205 w 56979"/>
                    <a:gd name="connsiteY3" fmla="*/ 38458 h 94425"/>
                    <a:gd name="connsiteX4" fmla="*/ 17205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05 w 56979"/>
                    <a:gd name="connsiteY11" fmla="*/ 80257 h 94425"/>
                    <a:gd name="connsiteX12" fmla="*/ 17205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grpFill/>
                <a:ln w="0"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851557E6-9734-A23B-52F0-EE0222840A13}"/>
                    </a:ext>
                  </a:extLst>
                </p:cNvPr>
                <p:cNvSpPr/>
                <p:nvPr/>
              </p:nvSpPr>
              <p:spPr>
                <a:xfrm>
                  <a:off x="1029724" y="2709846"/>
                  <a:ext cx="73374" cy="97411"/>
                </a:xfrm>
                <a:custGeom>
                  <a:avLst/>
                  <a:gdLst>
                    <a:gd name="connsiteX0" fmla="*/ 51261 w 73374"/>
                    <a:gd name="connsiteY0" fmla="*/ 14219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19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grpFill/>
                <a:ln w="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179FF3FF-D2B6-3959-73EC-36223758B29C}"/>
                    </a:ext>
                  </a:extLst>
                </p:cNvPr>
                <p:cNvSpPr/>
                <p:nvPr/>
              </p:nvSpPr>
              <p:spPr>
                <a:xfrm>
                  <a:off x="684712"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C553ED88-9268-89EC-B510-D65E956F2DC5}"/>
                    </a:ext>
                  </a:extLst>
                </p:cNvPr>
                <p:cNvSpPr/>
                <p:nvPr/>
              </p:nvSpPr>
              <p:spPr>
                <a:xfrm>
                  <a:off x="761426" y="2711313"/>
                  <a:ext cx="56979" cy="94425"/>
                </a:xfrm>
                <a:custGeom>
                  <a:avLst/>
                  <a:gdLst>
                    <a:gd name="connsiteX0" fmla="*/ 17256 w 56979"/>
                    <a:gd name="connsiteY0" fmla="*/ 52526 h 94425"/>
                    <a:gd name="connsiteX1" fmla="*/ 52779 w 56979"/>
                    <a:gd name="connsiteY1" fmla="*/ 52526 h 94425"/>
                    <a:gd name="connsiteX2" fmla="*/ 52779 w 56979"/>
                    <a:gd name="connsiteY2" fmla="*/ 38458 h 94425"/>
                    <a:gd name="connsiteX3" fmla="*/ 17256 w 56979"/>
                    <a:gd name="connsiteY3" fmla="*/ 38458 h 94425"/>
                    <a:gd name="connsiteX4" fmla="*/ 17256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56 w 56979"/>
                    <a:gd name="connsiteY11" fmla="*/ 80257 h 94425"/>
                    <a:gd name="connsiteX12" fmla="*/ 17256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grpFill/>
                <a:ln w="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4B402D5-17A4-FB06-8846-2CFE87F4CCF6}"/>
                    </a:ext>
                  </a:extLst>
                </p:cNvPr>
                <p:cNvSpPr/>
                <p:nvPr/>
              </p:nvSpPr>
              <p:spPr>
                <a:xfrm>
                  <a:off x="1184874"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grpSp>
        </p:grpSp>
        <p:grpSp>
          <p:nvGrpSpPr>
            <p:cNvPr id="6" name="Graphic 8">
              <a:extLst>
                <a:ext uri="{FF2B5EF4-FFF2-40B4-BE49-F238E27FC236}">
                  <a16:creationId xmlns:a16="http://schemas.microsoft.com/office/drawing/2014/main" id="{0060880D-5B92-524D-2CBC-F0C263BACA40}"/>
                </a:ext>
              </a:extLst>
            </p:cNvPr>
            <p:cNvGrpSpPr/>
            <p:nvPr/>
          </p:nvGrpSpPr>
          <p:grpSpPr>
            <a:xfrm>
              <a:off x="8396784" y="2645065"/>
              <a:ext cx="435969" cy="387958"/>
              <a:chOff x="8599610" y="2333965"/>
              <a:chExt cx="542618" cy="474759"/>
            </a:xfrm>
            <a:grpFill/>
          </p:grpSpPr>
          <p:sp>
            <p:nvSpPr>
              <p:cNvPr id="7" name="Freeform: Shape 6">
                <a:extLst>
                  <a:ext uri="{FF2B5EF4-FFF2-40B4-BE49-F238E27FC236}">
                    <a16:creationId xmlns:a16="http://schemas.microsoft.com/office/drawing/2014/main" id="{5B9724D0-345C-2561-CB0B-6E0ED6F74FCD}"/>
                  </a:ext>
                </a:extLst>
              </p:cNvPr>
              <p:cNvSpPr/>
              <p:nvPr/>
            </p:nvSpPr>
            <p:spPr>
              <a:xfrm>
                <a:off x="859961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160 w 130657"/>
                  <a:gd name="connsiteY3" fmla="*/ 39723 h 135211"/>
                  <a:gd name="connsiteX4" fmla="*/ 93160 w 130657"/>
                  <a:gd name="connsiteY4" fmla="*/ 135212 h 135211"/>
                  <a:gd name="connsiteX5" fmla="*/ 38711 w 130657"/>
                  <a:gd name="connsiteY5" fmla="*/ 135212 h 135211"/>
                  <a:gd name="connsiteX6" fmla="*/ 38711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grpFill/>
              <a:ln w="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F6BB9A49-66C7-9FA4-A125-17DB7216DBB1}"/>
                  </a:ext>
                </a:extLst>
              </p:cNvPr>
              <p:cNvSpPr/>
              <p:nvPr/>
            </p:nvSpPr>
            <p:spPr>
              <a:xfrm>
                <a:off x="8716605" y="2673513"/>
                <a:ext cx="160563" cy="135211"/>
              </a:xfrm>
              <a:custGeom>
                <a:avLst/>
                <a:gdLst>
                  <a:gd name="connsiteX0" fmla="*/ 79801 w 160563"/>
                  <a:gd name="connsiteY0" fmla="*/ 54651 h 135211"/>
                  <a:gd name="connsiteX1" fmla="*/ 52324 w 160563"/>
                  <a:gd name="connsiteY1" fmla="*/ 135212 h 135211"/>
                  <a:gd name="connsiteX2" fmla="*/ 0 w 160563"/>
                  <a:gd name="connsiteY2" fmla="*/ 135212 h 135211"/>
                  <a:gd name="connsiteX3" fmla="*/ 51312 w 160563"/>
                  <a:gd name="connsiteY3" fmla="*/ 0 h 135211"/>
                  <a:gd name="connsiteX4" fmla="*/ 108088 w 160563"/>
                  <a:gd name="connsiteY4" fmla="*/ 0 h 135211"/>
                  <a:gd name="connsiteX5" fmla="*/ 160564 w 160563"/>
                  <a:gd name="connsiteY5" fmla="*/ 135212 h 135211"/>
                  <a:gd name="connsiteX6" fmla="*/ 107633 w 160563"/>
                  <a:gd name="connsiteY6" fmla="*/ 135212 h 135211"/>
                  <a:gd name="connsiteX7" fmla="*/ 79801 w 16056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grpFill/>
              <a:ln w="0"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F2FC626A-8E74-4CE6-2BA2-B5A763066D81}"/>
                  </a:ext>
                </a:extLst>
              </p:cNvPr>
              <p:cNvSpPr/>
              <p:nvPr/>
            </p:nvSpPr>
            <p:spPr>
              <a:xfrm>
                <a:off x="886467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211 w 130657"/>
                  <a:gd name="connsiteY3" fmla="*/ 39723 h 135211"/>
                  <a:gd name="connsiteX4" fmla="*/ 93211 w 130657"/>
                  <a:gd name="connsiteY4" fmla="*/ 135212 h 135211"/>
                  <a:gd name="connsiteX5" fmla="*/ 38762 w 130657"/>
                  <a:gd name="connsiteY5" fmla="*/ 135212 h 135211"/>
                  <a:gd name="connsiteX6" fmla="*/ 38762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grpFill/>
              <a:ln w="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3066306-D3D3-16FA-C069-AFC0DC4B3E59}"/>
                  </a:ext>
                </a:extLst>
              </p:cNvPr>
              <p:cNvSpPr/>
              <p:nvPr/>
            </p:nvSpPr>
            <p:spPr>
              <a:xfrm>
                <a:off x="8981715" y="2673513"/>
                <a:ext cx="160513" cy="135211"/>
              </a:xfrm>
              <a:custGeom>
                <a:avLst/>
                <a:gdLst>
                  <a:gd name="connsiteX0" fmla="*/ 79750 w 160513"/>
                  <a:gd name="connsiteY0" fmla="*/ 54651 h 135211"/>
                  <a:gd name="connsiteX1" fmla="*/ 52273 w 160513"/>
                  <a:gd name="connsiteY1" fmla="*/ 135212 h 135211"/>
                  <a:gd name="connsiteX2" fmla="*/ 0 w 160513"/>
                  <a:gd name="connsiteY2" fmla="*/ 135212 h 135211"/>
                  <a:gd name="connsiteX3" fmla="*/ 51261 w 160513"/>
                  <a:gd name="connsiteY3" fmla="*/ 0 h 135211"/>
                  <a:gd name="connsiteX4" fmla="*/ 108038 w 160513"/>
                  <a:gd name="connsiteY4" fmla="*/ 0 h 135211"/>
                  <a:gd name="connsiteX5" fmla="*/ 160513 w 160513"/>
                  <a:gd name="connsiteY5" fmla="*/ 135212 h 135211"/>
                  <a:gd name="connsiteX6" fmla="*/ 107633 w 160513"/>
                  <a:gd name="connsiteY6" fmla="*/ 135212 h 135211"/>
                  <a:gd name="connsiteX7" fmla="*/ 79750 w 16051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grpFill/>
              <a:ln w="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1CED4361-EC31-7903-8784-65EEFE3F2089}"/>
                  </a:ext>
                </a:extLst>
              </p:cNvPr>
              <p:cNvSpPr/>
              <p:nvPr/>
            </p:nvSpPr>
            <p:spPr>
              <a:xfrm>
                <a:off x="8678855" y="2333965"/>
                <a:ext cx="384685" cy="271536"/>
              </a:xfrm>
              <a:custGeom>
                <a:avLst/>
                <a:gdLst>
                  <a:gd name="connsiteX0" fmla="*/ 384584 w 384685"/>
                  <a:gd name="connsiteY0" fmla="*/ 91086 h 271536"/>
                  <a:gd name="connsiteX1" fmla="*/ 365305 w 384685"/>
                  <a:gd name="connsiteY1" fmla="*/ 63709 h 271536"/>
                  <a:gd name="connsiteX2" fmla="*/ 292032 w 384685"/>
                  <a:gd name="connsiteY2" fmla="*/ 17104 h 271536"/>
                  <a:gd name="connsiteX3" fmla="*/ 192292 w 384685"/>
                  <a:gd name="connsiteY3" fmla="*/ 0 h 271536"/>
                  <a:gd name="connsiteX4" fmla="*/ 92553 w 384685"/>
                  <a:gd name="connsiteY4" fmla="*/ 17104 h 271536"/>
                  <a:gd name="connsiteX5" fmla="*/ 19280 w 384685"/>
                  <a:gd name="connsiteY5" fmla="*/ 63709 h 271536"/>
                  <a:gd name="connsiteX6" fmla="*/ 0 w 384685"/>
                  <a:gd name="connsiteY6" fmla="*/ 91136 h 271536"/>
                  <a:gd name="connsiteX7" fmla="*/ 167800 w 384685"/>
                  <a:gd name="connsiteY7" fmla="*/ 67909 h 271536"/>
                  <a:gd name="connsiteX8" fmla="*/ 180603 w 384685"/>
                  <a:gd name="connsiteY8" fmla="*/ 73122 h 271536"/>
                  <a:gd name="connsiteX9" fmla="*/ 183589 w 384685"/>
                  <a:gd name="connsiteY9" fmla="*/ 98879 h 271536"/>
                  <a:gd name="connsiteX10" fmla="*/ 181818 w 384685"/>
                  <a:gd name="connsiteY10" fmla="*/ 271334 h 271536"/>
                  <a:gd name="connsiteX11" fmla="*/ 192343 w 384685"/>
                  <a:gd name="connsiteY11" fmla="*/ 271537 h 271536"/>
                  <a:gd name="connsiteX12" fmla="*/ 202919 w 384685"/>
                  <a:gd name="connsiteY12" fmla="*/ 271334 h 271536"/>
                  <a:gd name="connsiteX13" fmla="*/ 201148 w 384685"/>
                  <a:gd name="connsiteY13" fmla="*/ 98879 h 271536"/>
                  <a:gd name="connsiteX14" fmla="*/ 204134 w 384685"/>
                  <a:gd name="connsiteY14" fmla="*/ 73122 h 271536"/>
                  <a:gd name="connsiteX15" fmla="*/ 216936 w 384685"/>
                  <a:gd name="connsiteY15" fmla="*/ 67909 h 271536"/>
                  <a:gd name="connsiteX16" fmla="*/ 384686 w 384685"/>
                  <a:gd name="connsiteY16" fmla="*/ 91086 h 27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grpFill/>
              <a:ln w="0"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2AB8178C-6232-915F-4EC8-97CDE79C31A7}"/>
                  </a:ext>
                </a:extLst>
              </p:cNvPr>
              <p:cNvSpPr/>
              <p:nvPr/>
            </p:nvSpPr>
            <p:spPr>
              <a:xfrm>
                <a:off x="8907519" y="2429876"/>
                <a:ext cx="166901" cy="168288"/>
              </a:xfrm>
              <a:custGeom>
                <a:avLst/>
                <a:gdLst>
                  <a:gd name="connsiteX0" fmla="*/ 164219 w 166901"/>
                  <a:gd name="connsiteY0" fmla="*/ 17592 h 168288"/>
                  <a:gd name="connsiteX1" fmla="*/ 31284 w 166901"/>
                  <a:gd name="connsiteY1" fmla="*/ 184 h 168288"/>
                  <a:gd name="connsiteX2" fmla="*/ 1328 w 166901"/>
                  <a:gd name="connsiteY2" fmla="*/ 32469 h 168288"/>
                  <a:gd name="connsiteX3" fmla="*/ 2137 w 166901"/>
                  <a:gd name="connsiteY3" fmla="*/ 37530 h 168288"/>
                  <a:gd name="connsiteX4" fmla="*/ 29210 w 166901"/>
                  <a:gd name="connsiteY4" fmla="*/ 168288 h 168288"/>
                  <a:gd name="connsiteX5" fmla="*/ 166901 w 166901"/>
                  <a:gd name="connsiteY5" fmla="*/ 39807 h 168288"/>
                  <a:gd name="connsiteX6" fmla="*/ 164219 w 166901"/>
                  <a:gd name="connsiteY6" fmla="*/ 17592 h 16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grpFill/>
              <a:ln w="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36B7DD20-DE41-6868-EF3F-4B74DCD7E3DF}"/>
                  </a:ext>
                </a:extLst>
              </p:cNvPr>
              <p:cNvSpPr/>
              <p:nvPr/>
            </p:nvSpPr>
            <p:spPr>
              <a:xfrm>
                <a:off x="8667823" y="2429927"/>
                <a:ext cx="166901" cy="168389"/>
              </a:xfrm>
              <a:custGeom>
                <a:avLst/>
                <a:gdLst>
                  <a:gd name="connsiteX0" fmla="*/ 165574 w 166901"/>
                  <a:gd name="connsiteY0" fmla="*/ 32469 h 168389"/>
                  <a:gd name="connsiteX1" fmla="*/ 135616 w 166901"/>
                  <a:gd name="connsiteY1" fmla="*/ 184 h 168389"/>
                  <a:gd name="connsiteX2" fmla="*/ 2631 w 166901"/>
                  <a:gd name="connsiteY2" fmla="*/ 17592 h 168389"/>
                  <a:gd name="connsiteX3" fmla="*/ 0 w 166901"/>
                  <a:gd name="connsiteY3" fmla="*/ 39807 h 168389"/>
                  <a:gd name="connsiteX4" fmla="*/ 30261 w 166901"/>
                  <a:gd name="connsiteY4" fmla="*/ 111815 h 168389"/>
                  <a:gd name="connsiteX5" fmla="*/ 103534 w 166901"/>
                  <a:gd name="connsiteY5" fmla="*/ 158421 h 168389"/>
                  <a:gd name="connsiteX6" fmla="*/ 137640 w 166901"/>
                  <a:gd name="connsiteY6" fmla="*/ 168389 h 168389"/>
                  <a:gd name="connsiteX7" fmla="*/ 165017 w 166901"/>
                  <a:gd name="connsiteY7" fmla="*/ 35860 h 168389"/>
                  <a:gd name="connsiteX8" fmla="*/ 165523 w 166901"/>
                  <a:gd name="connsiteY8" fmla="*/ 32469 h 168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grpFill/>
              <a:ln w="0" cap="flat">
                <a:noFill/>
                <a:prstDash val="solid"/>
                <a:miter/>
              </a:ln>
            </p:spPr>
            <p:txBody>
              <a:bodyPr rtlCol="0" anchor="ctr"/>
              <a:lstStyle/>
              <a:p>
                <a:endParaRPr lang="en-US"/>
              </a:p>
            </p:txBody>
          </p:sp>
        </p:grpSp>
      </p:grpSp>
      <p:sp>
        <p:nvSpPr>
          <p:cNvPr id="15" name="Oval 14">
            <a:extLst>
              <a:ext uri="{FF2B5EF4-FFF2-40B4-BE49-F238E27FC236}">
                <a16:creationId xmlns:a16="http://schemas.microsoft.com/office/drawing/2014/main" id="{A07AB6BE-0C83-9D75-DC9C-C04868AE449D}"/>
              </a:ext>
            </a:extLst>
          </p:cNvPr>
          <p:cNvSpPr/>
          <p:nvPr userDrawn="1"/>
        </p:nvSpPr>
        <p:spPr>
          <a:xfrm>
            <a:off x="733982" y="1371600"/>
            <a:ext cx="2910732" cy="2910732"/>
          </a:xfrm>
          <a:prstGeom prst="ellipse">
            <a:avLst/>
          </a:prstGeom>
          <a:solidFill>
            <a:srgbClr val="FBB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 name="Picture Placeholder 1">
            <a:extLst>
              <a:ext uri="{FF2B5EF4-FFF2-40B4-BE49-F238E27FC236}">
                <a16:creationId xmlns:a16="http://schemas.microsoft.com/office/drawing/2014/main" id="{40FA421C-748E-DD74-1D40-990AA6E113C9}"/>
              </a:ext>
            </a:extLst>
          </p:cNvPr>
          <p:cNvSpPr>
            <a:spLocks noGrp="1"/>
          </p:cNvSpPr>
          <p:nvPr>
            <p:ph type="pic" sz="quarter" idx="10"/>
          </p:nvPr>
        </p:nvSpPr>
        <p:spPr>
          <a:xfrm>
            <a:off x="783471" y="1421089"/>
            <a:ext cx="2811754" cy="2811754"/>
          </a:xfrm>
          <a:custGeom>
            <a:avLst/>
            <a:gdLst>
              <a:gd name="connsiteX0" fmla="*/ 1480220 w 2960440"/>
              <a:gd name="connsiteY0" fmla="*/ 0 h 2960440"/>
              <a:gd name="connsiteX1" fmla="*/ 2960440 w 2960440"/>
              <a:gd name="connsiteY1" fmla="*/ 1480220 h 2960440"/>
              <a:gd name="connsiteX2" fmla="*/ 1480220 w 2960440"/>
              <a:gd name="connsiteY2" fmla="*/ 2960440 h 2960440"/>
              <a:gd name="connsiteX3" fmla="*/ 0 w 2960440"/>
              <a:gd name="connsiteY3" fmla="*/ 1480220 h 2960440"/>
              <a:gd name="connsiteX4" fmla="*/ 1480220 w 2960440"/>
              <a:gd name="connsiteY4" fmla="*/ 0 h 2960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0440" h="2960440">
                <a:moveTo>
                  <a:pt x="1480220" y="0"/>
                </a:moveTo>
                <a:cubicBezTo>
                  <a:pt x="2297723" y="0"/>
                  <a:pt x="2960440" y="662717"/>
                  <a:pt x="2960440" y="1480220"/>
                </a:cubicBezTo>
                <a:cubicBezTo>
                  <a:pt x="2960440" y="2297723"/>
                  <a:pt x="2297723" y="2960440"/>
                  <a:pt x="1480220" y="2960440"/>
                </a:cubicBezTo>
                <a:cubicBezTo>
                  <a:pt x="662717" y="2960440"/>
                  <a:pt x="0" y="2297723"/>
                  <a:pt x="0" y="1480220"/>
                </a:cubicBezTo>
                <a:cubicBezTo>
                  <a:pt x="0" y="662717"/>
                  <a:pt x="662717" y="0"/>
                  <a:pt x="1480220" y="0"/>
                </a:cubicBezTo>
                <a:close/>
              </a:path>
            </a:pathLst>
          </a:custGeom>
          <a:solidFill>
            <a:schemeClr val="bg1">
              <a:lumMod val="85000"/>
            </a:schemeClr>
          </a:solidFill>
          <a:ln>
            <a:noFill/>
          </a:ln>
        </p:spPr>
        <p:txBody>
          <a:bodyPr wrap="square">
            <a:noAutofit/>
          </a:bodyPr>
          <a:lstStyle/>
          <a:p>
            <a:endParaRPr lang="en-US"/>
          </a:p>
        </p:txBody>
      </p:sp>
      <p:sp>
        <p:nvSpPr>
          <p:cNvPr id="12" name="Title 11">
            <a:extLst>
              <a:ext uri="{FF2B5EF4-FFF2-40B4-BE49-F238E27FC236}">
                <a16:creationId xmlns:a16="http://schemas.microsoft.com/office/drawing/2014/main" id="{7B30ED55-4230-E91A-7E81-6B1FD70AB74C}"/>
              </a:ext>
            </a:extLst>
          </p:cNvPr>
          <p:cNvSpPr>
            <a:spLocks noGrp="1"/>
          </p:cNvSpPr>
          <p:nvPr>
            <p:ph type="title"/>
          </p:nvPr>
        </p:nvSpPr>
        <p:spPr>
          <a:xfrm>
            <a:off x="3810000" y="1064545"/>
            <a:ext cx="5093972" cy="2123658"/>
          </a:xfrm>
          <a:noFill/>
        </p:spPr>
        <p:txBody>
          <a:bodyPr wrap="square">
            <a:spAutoFit/>
          </a:bodyPr>
          <a:lstStyle>
            <a:lvl1pPr>
              <a:defRPr lang="en-US" sz="1100" i="0" kern="1200" dirty="0">
                <a:solidFill>
                  <a:schemeClr val="tx1"/>
                </a:solidFill>
                <a:effectLst/>
                <a:latin typeface="+mn-lt"/>
                <a:ea typeface="+mn-ea"/>
                <a:cs typeface="+mn-cs"/>
              </a:defRPr>
            </a:lvl1pPr>
          </a:lstStyle>
          <a:p>
            <a:pPr marL="0" lvl="0" defTabSz="415525"/>
            <a:r>
              <a:rPr lang="en-US"/>
              <a:t>Click to edit Master title style</a:t>
            </a:r>
          </a:p>
        </p:txBody>
      </p:sp>
    </p:spTree>
    <p:extLst>
      <p:ext uri="{BB962C8B-B14F-4D97-AF65-F5344CB8AC3E}">
        <p14:creationId xmlns:p14="http://schemas.microsoft.com/office/powerpoint/2010/main" val="19014688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tx1"/>
        </a:solidFill>
        <a:effectLst/>
      </p:bgPr>
    </p:bg>
    <p:spTree>
      <p:nvGrpSpPr>
        <p:cNvPr id="1" name=""/>
        <p:cNvGrpSpPr/>
        <p:nvPr/>
      </p:nvGrpSpPr>
      <p:grpSpPr>
        <a:xfrm>
          <a:off x="0" y="0"/>
          <a:ext cx="0" cy="0"/>
          <a:chOff x="0" y="0"/>
          <a:chExt cx="0" cy="0"/>
        </a:xfrm>
      </p:grpSpPr>
      <p:pic>
        <p:nvPicPr>
          <p:cNvPr id="49" name="Graphic 48">
            <a:extLst>
              <a:ext uri="{FF2B5EF4-FFF2-40B4-BE49-F238E27FC236}">
                <a16:creationId xmlns:a16="http://schemas.microsoft.com/office/drawing/2014/main" id="{620E838C-DA11-1DC4-05CC-E7735543267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7301" y="0"/>
            <a:ext cx="9144000" cy="5143500"/>
          </a:xfrm>
          <a:prstGeom prst="rect">
            <a:avLst/>
          </a:prstGeom>
        </p:spPr>
      </p:pic>
      <p:sp>
        <p:nvSpPr>
          <p:cNvPr id="15" name="Rectangle 14">
            <a:extLst>
              <a:ext uri="{FF2B5EF4-FFF2-40B4-BE49-F238E27FC236}">
                <a16:creationId xmlns:a16="http://schemas.microsoft.com/office/drawing/2014/main" id="{66BBA25D-7B5B-F933-26D8-73FC27431E40}"/>
              </a:ext>
            </a:extLst>
          </p:cNvPr>
          <p:cNvSpPr/>
          <p:nvPr userDrawn="1"/>
        </p:nvSpPr>
        <p:spPr>
          <a:xfrm>
            <a:off x="70640" y="100727"/>
            <a:ext cx="148437" cy="145788"/>
          </a:xfrm>
          <a:prstGeom prst="rect">
            <a:avLst/>
          </a:prstGeom>
          <a:solidFill>
            <a:srgbClr val="4E84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p>
        </p:txBody>
      </p:sp>
      <p:cxnSp>
        <p:nvCxnSpPr>
          <p:cNvPr id="18" name="Straight Connector 17">
            <a:extLst>
              <a:ext uri="{FF2B5EF4-FFF2-40B4-BE49-F238E27FC236}">
                <a16:creationId xmlns:a16="http://schemas.microsoft.com/office/drawing/2014/main" id="{BBE0E055-2BA0-67F9-A5FC-B42C04CF65CB}"/>
              </a:ext>
            </a:extLst>
          </p:cNvPr>
          <p:cNvCxnSpPr>
            <a:cxnSpLocks/>
          </p:cNvCxnSpPr>
          <p:nvPr userDrawn="1"/>
        </p:nvCxnSpPr>
        <p:spPr>
          <a:xfrm>
            <a:off x="91079" y="273502"/>
            <a:ext cx="107556" cy="0"/>
          </a:xfrm>
          <a:prstGeom prst="line">
            <a:avLst/>
          </a:prstGeom>
          <a:ln w="9525"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5035E448-9749-83A3-A1BB-471C138300C1}"/>
              </a:ext>
            </a:extLst>
          </p:cNvPr>
          <p:cNvSpPr txBox="1"/>
          <p:nvPr userDrawn="1"/>
        </p:nvSpPr>
        <p:spPr>
          <a:xfrm>
            <a:off x="70640" y="330802"/>
            <a:ext cx="148437" cy="145788"/>
          </a:xfrm>
          <a:prstGeom prst="rect">
            <a:avLst/>
          </a:prstGeom>
          <a:noFill/>
        </p:spPr>
        <p:txBody>
          <a:bodyPr wrap="none" lIns="0" tIns="0" rIns="0" bIns="0" rtlCol="0" anchor="ctr" anchorCtr="0">
            <a:noAutofit/>
          </a:bodyPr>
          <a:lstStyle/>
          <a:p>
            <a:pPr algn="ctr"/>
            <a:endParaRPr lang="en-US" sz="1400">
              <a:solidFill>
                <a:schemeClr val="bg1"/>
              </a:solidFill>
            </a:endParaRPr>
          </a:p>
        </p:txBody>
      </p:sp>
      <p:sp>
        <p:nvSpPr>
          <p:cNvPr id="21" name="Rectangle 20">
            <a:extLst>
              <a:ext uri="{FF2B5EF4-FFF2-40B4-BE49-F238E27FC236}">
                <a16:creationId xmlns:a16="http://schemas.microsoft.com/office/drawing/2014/main" id="{38D3AFC8-E2CA-2BE8-53F9-992C2A28873A}"/>
              </a:ext>
            </a:extLst>
          </p:cNvPr>
          <p:cNvSpPr/>
          <p:nvPr userDrawn="1"/>
        </p:nvSpPr>
        <p:spPr>
          <a:xfrm>
            <a:off x="37301" y="63500"/>
            <a:ext cx="215112" cy="43289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1"/>
          </a:p>
        </p:txBody>
      </p:sp>
      <p:sp>
        <p:nvSpPr>
          <p:cNvPr id="3" name="Title 2">
            <a:extLst>
              <a:ext uri="{FF2B5EF4-FFF2-40B4-BE49-F238E27FC236}">
                <a16:creationId xmlns:a16="http://schemas.microsoft.com/office/drawing/2014/main" id="{C787ABCF-4C2B-9A51-64E8-377E6C063DA0}"/>
              </a:ext>
            </a:extLst>
          </p:cNvPr>
          <p:cNvSpPr>
            <a:spLocks noGrp="1"/>
          </p:cNvSpPr>
          <p:nvPr>
            <p:ph type="title"/>
          </p:nvPr>
        </p:nvSpPr>
        <p:spPr/>
        <p:txBody>
          <a:bodyPr/>
          <a:lstStyle/>
          <a:p>
            <a:r>
              <a:rPr lang="en-US"/>
              <a:t>Click to edit Master title style</a:t>
            </a:r>
          </a:p>
        </p:txBody>
      </p:sp>
      <p:grpSp>
        <p:nvGrpSpPr>
          <p:cNvPr id="4" name="Group 3">
            <a:extLst>
              <a:ext uri="{FF2B5EF4-FFF2-40B4-BE49-F238E27FC236}">
                <a16:creationId xmlns:a16="http://schemas.microsoft.com/office/drawing/2014/main" id="{90B80ACE-E470-1847-9A72-B2CC91A5603F}"/>
              </a:ext>
            </a:extLst>
          </p:cNvPr>
          <p:cNvGrpSpPr/>
          <p:nvPr userDrawn="1"/>
        </p:nvGrpSpPr>
        <p:grpSpPr>
          <a:xfrm>
            <a:off x="298499" y="4650645"/>
            <a:ext cx="8547003" cy="387958"/>
            <a:chOff x="285750" y="2645065"/>
            <a:chExt cx="8547003" cy="387958"/>
          </a:xfrm>
          <a:solidFill>
            <a:schemeClr val="bg1"/>
          </a:solidFill>
        </p:grpSpPr>
        <p:grpSp>
          <p:nvGrpSpPr>
            <p:cNvPr id="5" name="Group 4">
              <a:extLst>
                <a:ext uri="{FF2B5EF4-FFF2-40B4-BE49-F238E27FC236}">
                  <a16:creationId xmlns:a16="http://schemas.microsoft.com/office/drawing/2014/main" id="{5FFC44C6-C53A-EA39-BEBC-06D808D330DB}"/>
                </a:ext>
              </a:extLst>
            </p:cNvPr>
            <p:cNvGrpSpPr/>
            <p:nvPr userDrawn="1"/>
          </p:nvGrpSpPr>
          <p:grpSpPr>
            <a:xfrm>
              <a:off x="285750" y="2730500"/>
              <a:ext cx="1266904" cy="302523"/>
              <a:chOff x="0" y="2427986"/>
              <a:chExt cx="1581147" cy="380839"/>
            </a:xfrm>
            <a:grpFill/>
          </p:grpSpPr>
          <p:grpSp>
            <p:nvGrpSpPr>
              <p:cNvPr id="17" name="Graphic 8">
                <a:extLst>
                  <a:ext uri="{FF2B5EF4-FFF2-40B4-BE49-F238E27FC236}">
                    <a16:creationId xmlns:a16="http://schemas.microsoft.com/office/drawing/2014/main" id="{60FAC316-9D5A-47D5-D74B-648091D12B43}"/>
                  </a:ext>
                </a:extLst>
              </p:cNvPr>
              <p:cNvGrpSpPr/>
              <p:nvPr/>
            </p:nvGrpSpPr>
            <p:grpSpPr>
              <a:xfrm>
                <a:off x="0" y="2428340"/>
                <a:ext cx="605264" cy="380485"/>
                <a:chOff x="0" y="2428340"/>
                <a:chExt cx="605264" cy="380485"/>
              </a:xfrm>
              <a:grpFill/>
            </p:grpSpPr>
            <p:sp>
              <p:nvSpPr>
                <p:cNvPr id="46" name="Freeform: Shape 45">
                  <a:extLst>
                    <a:ext uri="{FF2B5EF4-FFF2-40B4-BE49-F238E27FC236}">
                      <a16:creationId xmlns:a16="http://schemas.microsoft.com/office/drawing/2014/main" id="{518A68F0-2488-C047-24D8-66E68D55E008}"/>
                    </a:ext>
                  </a:extLst>
                </p:cNvPr>
                <p:cNvSpPr/>
                <p:nvPr/>
              </p:nvSpPr>
              <p:spPr>
                <a:xfrm>
                  <a:off x="0" y="2428340"/>
                  <a:ext cx="605264" cy="380485"/>
                </a:xfrm>
                <a:custGeom>
                  <a:avLst/>
                  <a:gdLst>
                    <a:gd name="connsiteX0" fmla="*/ 559165 w 605264"/>
                    <a:gd name="connsiteY0" fmla="*/ 219921 h 380485"/>
                    <a:gd name="connsiteX1" fmla="*/ 514179 w 605264"/>
                    <a:gd name="connsiteY1" fmla="*/ 188598 h 380485"/>
                    <a:gd name="connsiteX2" fmla="*/ 512459 w 605264"/>
                    <a:gd name="connsiteY2" fmla="*/ 187384 h 380485"/>
                    <a:gd name="connsiteX3" fmla="*/ 488928 w 605264"/>
                    <a:gd name="connsiteY3" fmla="*/ 150747 h 380485"/>
                    <a:gd name="connsiteX4" fmla="*/ 523490 w 605264"/>
                    <a:gd name="connsiteY4" fmla="*/ 122156 h 380485"/>
                    <a:gd name="connsiteX5" fmla="*/ 576725 w 605264"/>
                    <a:gd name="connsiteY5" fmla="*/ 134250 h 380485"/>
                    <a:gd name="connsiteX6" fmla="*/ 597017 w 605264"/>
                    <a:gd name="connsiteY6" fmla="*/ 113908 h 380485"/>
                    <a:gd name="connsiteX7" fmla="*/ 581077 w 605264"/>
                    <a:gd name="connsiteY7" fmla="*/ 92452 h 380485"/>
                    <a:gd name="connsiteX8" fmla="*/ 521820 w 605264"/>
                    <a:gd name="connsiteY8" fmla="*/ 80358 h 380485"/>
                    <a:gd name="connsiteX9" fmla="*/ 465297 w 605264"/>
                    <a:gd name="connsiteY9" fmla="*/ 97968 h 380485"/>
                    <a:gd name="connsiteX10" fmla="*/ 458111 w 605264"/>
                    <a:gd name="connsiteY10" fmla="*/ 111023 h 380485"/>
                    <a:gd name="connsiteX11" fmla="*/ 465297 w 605264"/>
                    <a:gd name="connsiteY11" fmla="*/ 97917 h 380485"/>
                    <a:gd name="connsiteX12" fmla="*/ 457048 w 605264"/>
                    <a:gd name="connsiteY12" fmla="*/ 105052 h 380485"/>
                    <a:gd name="connsiteX13" fmla="*/ 456846 w 605264"/>
                    <a:gd name="connsiteY13" fmla="*/ 105305 h 380485"/>
                    <a:gd name="connsiteX14" fmla="*/ 415908 w 605264"/>
                    <a:gd name="connsiteY14" fmla="*/ 184752 h 380485"/>
                    <a:gd name="connsiteX15" fmla="*/ 403308 w 605264"/>
                    <a:gd name="connsiteY15" fmla="*/ 226500 h 380485"/>
                    <a:gd name="connsiteX16" fmla="*/ 289703 w 605264"/>
                    <a:gd name="connsiteY16" fmla="*/ 335297 h 380485"/>
                    <a:gd name="connsiteX17" fmla="*/ 190369 w 605264"/>
                    <a:gd name="connsiteY17" fmla="*/ 230346 h 380485"/>
                    <a:gd name="connsiteX18" fmla="*/ 281050 w 605264"/>
                    <a:gd name="connsiteY18" fmla="*/ 124889 h 380485"/>
                    <a:gd name="connsiteX19" fmla="*/ 284188 w 605264"/>
                    <a:gd name="connsiteY19" fmla="*/ 124838 h 380485"/>
                    <a:gd name="connsiteX20" fmla="*/ 336866 w 605264"/>
                    <a:gd name="connsiteY20" fmla="*/ 136376 h 380485"/>
                    <a:gd name="connsiteX21" fmla="*/ 355538 w 605264"/>
                    <a:gd name="connsiteY21" fmla="*/ 140778 h 380485"/>
                    <a:gd name="connsiteX22" fmla="*/ 377500 w 605264"/>
                    <a:gd name="connsiteY22" fmla="*/ 118766 h 380485"/>
                    <a:gd name="connsiteX23" fmla="*/ 377500 w 605264"/>
                    <a:gd name="connsiteY23" fmla="*/ 118766 h 380485"/>
                    <a:gd name="connsiteX24" fmla="*/ 377500 w 605264"/>
                    <a:gd name="connsiteY24" fmla="*/ 118766 h 380485"/>
                    <a:gd name="connsiteX25" fmla="*/ 361054 w 605264"/>
                    <a:gd name="connsiteY25" fmla="*/ 96804 h 380485"/>
                    <a:gd name="connsiteX26" fmla="*/ 284238 w 605264"/>
                    <a:gd name="connsiteY26" fmla="*/ 80307 h 380485"/>
                    <a:gd name="connsiteX27" fmla="*/ 137742 w 605264"/>
                    <a:gd name="connsiteY27" fmla="*/ 231459 h 380485"/>
                    <a:gd name="connsiteX28" fmla="*/ 137742 w 605264"/>
                    <a:gd name="connsiteY28" fmla="*/ 231459 h 380485"/>
                    <a:gd name="connsiteX29" fmla="*/ 137742 w 605264"/>
                    <a:gd name="connsiteY29" fmla="*/ 231459 h 380485"/>
                    <a:gd name="connsiteX30" fmla="*/ 137742 w 605264"/>
                    <a:gd name="connsiteY30" fmla="*/ 231459 h 380485"/>
                    <a:gd name="connsiteX31" fmla="*/ 149786 w 605264"/>
                    <a:gd name="connsiteY31" fmla="*/ 295725 h 380485"/>
                    <a:gd name="connsiteX32" fmla="*/ 98221 w 605264"/>
                    <a:gd name="connsiteY32" fmla="*/ 333677 h 380485"/>
                    <a:gd name="connsiteX33" fmla="*/ 52678 w 605264"/>
                    <a:gd name="connsiteY33" fmla="*/ 281455 h 380485"/>
                    <a:gd name="connsiteX34" fmla="*/ 52678 w 605264"/>
                    <a:gd name="connsiteY34" fmla="*/ 126457 h 380485"/>
                    <a:gd name="connsiteX35" fmla="*/ 116893 w 605264"/>
                    <a:gd name="connsiteY35" fmla="*/ 126457 h 380485"/>
                    <a:gd name="connsiteX36" fmla="*/ 141588 w 605264"/>
                    <a:gd name="connsiteY36" fmla="*/ 105002 h 380485"/>
                    <a:gd name="connsiteX37" fmla="*/ 116893 w 605264"/>
                    <a:gd name="connsiteY37" fmla="*/ 83546 h 380485"/>
                    <a:gd name="connsiteX38" fmla="*/ 52678 w 605264"/>
                    <a:gd name="connsiteY38" fmla="*/ 83546 h 380485"/>
                    <a:gd name="connsiteX39" fmla="*/ 52678 w 605264"/>
                    <a:gd name="connsiteY39" fmla="*/ 27478 h 380485"/>
                    <a:gd name="connsiteX40" fmla="*/ 26314 w 605264"/>
                    <a:gd name="connsiteY40" fmla="*/ 0 h 380485"/>
                    <a:gd name="connsiteX41" fmla="*/ 0 w 605264"/>
                    <a:gd name="connsiteY41" fmla="*/ 27579 h 380485"/>
                    <a:gd name="connsiteX42" fmla="*/ 0 w 605264"/>
                    <a:gd name="connsiteY42" fmla="*/ 287527 h 380485"/>
                    <a:gd name="connsiteX43" fmla="*/ 93312 w 605264"/>
                    <a:gd name="connsiteY43" fmla="*/ 379878 h 380485"/>
                    <a:gd name="connsiteX44" fmla="*/ 129291 w 605264"/>
                    <a:gd name="connsiteY44" fmla="*/ 373856 h 380485"/>
                    <a:gd name="connsiteX45" fmla="*/ 129494 w 605264"/>
                    <a:gd name="connsiteY45" fmla="*/ 373856 h 380485"/>
                    <a:gd name="connsiteX46" fmla="*/ 175087 w 605264"/>
                    <a:gd name="connsiteY46" fmla="*/ 335702 h 380485"/>
                    <a:gd name="connsiteX47" fmla="*/ 288084 w 605264"/>
                    <a:gd name="connsiteY47" fmla="*/ 380435 h 380485"/>
                    <a:gd name="connsiteX48" fmla="*/ 354931 w 605264"/>
                    <a:gd name="connsiteY48" fmla="*/ 365102 h 380485"/>
                    <a:gd name="connsiteX49" fmla="*/ 354982 w 605264"/>
                    <a:gd name="connsiteY49" fmla="*/ 365102 h 380485"/>
                    <a:gd name="connsiteX50" fmla="*/ 443335 w 605264"/>
                    <a:gd name="connsiteY50" fmla="*/ 237025 h 380485"/>
                    <a:gd name="connsiteX51" fmla="*/ 454872 w 605264"/>
                    <a:gd name="connsiteY51" fmla="*/ 199124 h 380485"/>
                    <a:gd name="connsiteX52" fmla="*/ 454720 w 605264"/>
                    <a:gd name="connsiteY52" fmla="*/ 198921 h 380485"/>
                    <a:gd name="connsiteX53" fmla="*/ 487815 w 605264"/>
                    <a:gd name="connsiteY53" fmla="*/ 229334 h 380485"/>
                    <a:gd name="connsiteX54" fmla="*/ 528955 w 605264"/>
                    <a:gd name="connsiteY54" fmla="*/ 257924 h 380485"/>
                    <a:gd name="connsiteX55" fmla="*/ 545756 w 605264"/>
                    <a:gd name="connsiteY55" fmla="*/ 270676 h 380485"/>
                    <a:gd name="connsiteX56" fmla="*/ 555320 w 605264"/>
                    <a:gd name="connsiteY56" fmla="*/ 298053 h 380485"/>
                    <a:gd name="connsiteX57" fmla="*/ 509777 w 605264"/>
                    <a:gd name="connsiteY57" fmla="*/ 337624 h 380485"/>
                    <a:gd name="connsiteX58" fmla="*/ 449964 w 605264"/>
                    <a:gd name="connsiteY58" fmla="*/ 324417 h 380485"/>
                    <a:gd name="connsiteX59" fmla="*/ 429672 w 605264"/>
                    <a:gd name="connsiteY59" fmla="*/ 344760 h 380485"/>
                    <a:gd name="connsiteX60" fmla="*/ 445612 w 605264"/>
                    <a:gd name="connsiteY60" fmla="*/ 366215 h 380485"/>
                    <a:gd name="connsiteX61" fmla="*/ 510384 w 605264"/>
                    <a:gd name="connsiteY61" fmla="*/ 380485 h 380485"/>
                    <a:gd name="connsiteX62" fmla="*/ 580621 w 605264"/>
                    <a:gd name="connsiteY62" fmla="*/ 356297 h 380485"/>
                    <a:gd name="connsiteX63" fmla="*/ 584467 w 605264"/>
                    <a:gd name="connsiteY63" fmla="*/ 352299 h 380485"/>
                    <a:gd name="connsiteX64" fmla="*/ 605265 w 605264"/>
                    <a:gd name="connsiteY64" fmla="*/ 298053 h 380485"/>
                    <a:gd name="connsiteX65" fmla="*/ 559165 w 605264"/>
                    <a:gd name="connsiteY65" fmla="*/ 220023 h 38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grpFill/>
                <a:ln w="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295E5A06-E927-67D9-92B6-C3003B49A9AB}"/>
                    </a:ext>
                  </a:extLst>
                </p:cNvPr>
                <p:cNvSpPr/>
                <p:nvPr/>
              </p:nvSpPr>
              <p:spPr>
                <a:xfrm>
                  <a:off x="439539" y="2580150"/>
                  <a:ext cx="5060" cy="151"/>
                </a:xfrm>
                <a:custGeom>
                  <a:avLst/>
                  <a:gdLst>
                    <a:gd name="connsiteX0" fmla="*/ 0 w 5060"/>
                    <a:gd name="connsiteY0" fmla="*/ 0 h 151"/>
                    <a:gd name="connsiteX1" fmla="*/ 0 w 5060"/>
                    <a:gd name="connsiteY1" fmla="*/ 0 h 151"/>
                    <a:gd name="connsiteX2" fmla="*/ 0 w 5060"/>
                    <a:gd name="connsiteY2" fmla="*/ 152 h 151"/>
                    <a:gd name="connsiteX3" fmla="*/ 0 w 5060"/>
                    <a:gd name="connsiteY3" fmla="*/ 0 h 151"/>
                  </a:gdLst>
                  <a:ahLst/>
                  <a:cxnLst>
                    <a:cxn ang="0">
                      <a:pos x="connsiteX0" y="connsiteY0"/>
                    </a:cxn>
                    <a:cxn ang="0">
                      <a:pos x="connsiteX1" y="connsiteY1"/>
                    </a:cxn>
                    <a:cxn ang="0">
                      <a:pos x="connsiteX2" y="connsiteY2"/>
                    </a:cxn>
                    <a:cxn ang="0">
                      <a:pos x="connsiteX3" y="connsiteY3"/>
                    </a:cxn>
                  </a:cxnLst>
                  <a:rect l="l" t="t" r="r" b="b"/>
                  <a:pathLst>
                    <a:path w="5060" h="151">
                      <a:moveTo>
                        <a:pt x="0" y="0"/>
                      </a:moveTo>
                      <a:cubicBezTo>
                        <a:pt x="0" y="0"/>
                        <a:pt x="0" y="0"/>
                        <a:pt x="0" y="0"/>
                      </a:cubicBezTo>
                      <a:cubicBezTo>
                        <a:pt x="0" y="51"/>
                        <a:pt x="0" y="101"/>
                        <a:pt x="0" y="152"/>
                      </a:cubicBezTo>
                      <a:cubicBezTo>
                        <a:pt x="0" y="152"/>
                        <a:pt x="0" y="51"/>
                        <a:pt x="0" y="0"/>
                      </a:cubicBezTo>
                      <a:close/>
                    </a:path>
                  </a:pathLst>
                </a:custGeom>
                <a:grpFill/>
                <a:ln w="0" cap="flat">
                  <a:noFill/>
                  <a:prstDash val="solid"/>
                  <a:miter/>
                </a:ln>
              </p:spPr>
              <p:txBody>
                <a:bodyPr rtlCol="0" anchor="ctr"/>
                <a:lstStyle/>
                <a:p>
                  <a:endParaRPr lang="en-US"/>
                </a:p>
              </p:txBody>
            </p:sp>
          </p:grpSp>
          <p:grpSp>
            <p:nvGrpSpPr>
              <p:cNvPr id="20" name="Graphic 8">
                <a:extLst>
                  <a:ext uri="{FF2B5EF4-FFF2-40B4-BE49-F238E27FC236}">
                    <a16:creationId xmlns:a16="http://schemas.microsoft.com/office/drawing/2014/main" id="{CC2C02F9-8A90-5895-5D9B-FDE7CCC98AF2}"/>
                  </a:ext>
                </a:extLst>
              </p:cNvPr>
              <p:cNvGrpSpPr/>
              <p:nvPr/>
            </p:nvGrpSpPr>
            <p:grpSpPr>
              <a:xfrm>
                <a:off x="684661" y="2427986"/>
                <a:ext cx="896486" cy="379270"/>
                <a:chOff x="684661" y="2427986"/>
                <a:chExt cx="896486" cy="379270"/>
              </a:xfrm>
              <a:grpFill/>
            </p:grpSpPr>
            <p:sp>
              <p:nvSpPr>
                <p:cNvPr id="22" name="Freeform: Shape 21">
                  <a:extLst>
                    <a:ext uri="{FF2B5EF4-FFF2-40B4-BE49-F238E27FC236}">
                      <a16:creationId xmlns:a16="http://schemas.microsoft.com/office/drawing/2014/main" id="{E1E35AEB-3D8B-4202-81D5-7AB7682073EE}"/>
                    </a:ext>
                  </a:extLst>
                </p:cNvPr>
                <p:cNvSpPr/>
                <p:nvPr/>
              </p:nvSpPr>
              <p:spPr>
                <a:xfrm>
                  <a:off x="684712"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CD133AC1-4EA8-E88C-700B-C8F28338D648}"/>
                    </a:ext>
                  </a:extLst>
                </p:cNvPr>
                <p:cNvSpPr/>
                <p:nvPr/>
              </p:nvSpPr>
              <p:spPr>
                <a:xfrm>
                  <a:off x="766739" y="2427986"/>
                  <a:ext cx="111934" cy="94425"/>
                </a:xfrm>
                <a:custGeom>
                  <a:avLst/>
                  <a:gdLst>
                    <a:gd name="connsiteX0" fmla="*/ 36788 w 111934"/>
                    <a:gd name="connsiteY0" fmla="*/ 94426 h 94425"/>
                    <a:gd name="connsiteX1" fmla="*/ 55967 w 111934"/>
                    <a:gd name="connsiteY1" fmla="*/ 37952 h 94425"/>
                    <a:gd name="connsiteX2" fmla="*/ 75146 w 111934"/>
                    <a:gd name="connsiteY2" fmla="*/ 94426 h 94425"/>
                    <a:gd name="connsiteX3" fmla="*/ 111934 w 111934"/>
                    <a:gd name="connsiteY3" fmla="*/ 94426 h 94425"/>
                    <a:gd name="connsiteX4" fmla="*/ 75905 w 111934"/>
                    <a:gd name="connsiteY4" fmla="*/ 0 h 94425"/>
                    <a:gd name="connsiteX5" fmla="*/ 36080 w 111934"/>
                    <a:gd name="connsiteY5" fmla="*/ 0 h 94425"/>
                    <a:gd name="connsiteX6" fmla="*/ 0 w 111934"/>
                    <a:gd name="connsiteY6" fmla="*/ 94426 h 94425"/>
                    <a:gd name="connsiteX7" fmla="*/ 36788 w 11193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1188F4BB-197C-0B59-DB0E-9E1B073ADD92}"/>
                    </a:ext>
                  </a:extLst>
                </p:cNvPr>
                <p:cNvSpPr/>
                <p:nvPr/>
              </p:nvSpPr>
              <p:spPr>
                <a:xfrm>
                  <a:off x="869666"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EB3207C-20E1-6EE3-3427-AF6F444C3B9A}"/>
                    </a:ext>
                  </a:extLst>
                </p:cNvPr>
                <p:cNvSpPr/>
                <p:nvPr/>
              </p:nvSpPr>
              <p:spPr>
                <a:xfrm>
                  <a:off x="951694" y="2427986"/>
                  <a:ext cx="111984" cy="94425"/>
                </a:xfrm>
                <a:custGeom>
                  <a:avLst/>
                  <a:gdLst>
                    <a:gd name="connsiteX0" fmla="*/ 36788 w 111984"/>
                    <a:gd name="connsiteY0" fmla="*/ 94426 h 94425"/>
                    <a:gd name="connsiteX1" fmla="*/ 55967 w 111984"/>
                    <a:gd name="connsiteY1" fmla="*/ 37952 h 94425"/>
                    <a:gd name="connsiteX2" fmla="*/ 75146 w 111984"/>
                    <a:gd name="connsiteY2" fmla="*/ 94426 h 94425"/>
                    <a:gd name="connsiteX3" fmla="*/ 111985 w 111984"/>
                    <a:gd name="connsiteY3" fmla="*/ 94426 h 94425"/>
                    <a:gd name="connsiteX4" fmla="*/ 75905 w 111984"/>
                    <a:gd name="connsiteY4" fmla="*/ 0 h 94425"/>
                    <a:gd name="connsiteX5" fmla="*/ 36080 w 111984"/>
                    <a:gd name="connsiteY5" fmla="*/ 0 h 94425"/>
                    <a:gd name="connsiteX6" fmla="*/ 0 w 111984"/>
                    <a:gd name="connsiteY6" fmla="*/ 94426 h 94425"/>
                    <a:gd name="connsiteX7" fmla="*/ 36788 w 11198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7CA8CE65-9BFD-F7C4-5FFD-CCED9E5F8A1E}"/>
                    </a:ext>
                  </a:extLst>
                </p:cNvPr>
                <p:cNvSpPr/>
                <p:nvPr/>
              </p:nvSpPr>
              <p:spPr>
                <a:xfrm>
                  <a:off x="1334356" y="2569675"/>
                  <a:ext cx="74842" cy="94476"/>
                </a:xfrm>
                <a:custGeom>
                  <a:avLst/>
                  <a:gdLst>
                    <a:gd name="connsiteX0" fmla="*/ 15434 w 74842"/>
                    <a:gd name="connsiteY0" fmla="*/ 20292 h 94476"/>
                    <a:gd name="connsiteX1" fmla="*/ 32335 w 74842"/>
                    <a:gd name="connsiteY1" fmla="*/ 52880 h 94476"/>
                    <a:gd name="connsiteX2" fmla="*/ 56979 w 74842"/>
                    <a:gd name="connsiteY2" fmla="*/ 94426 h 94476"/>
                    <a:gd name="connsiteX3" fmla="*/ 74842 w 74842"/>
                    <a:gd name="connsiteY3" fmla="*/ 94426 h 94476"/>
                    <a:gd name="connsiteX4" fmla="*/ 74842 w 74842"/>
                    <a:gd name="connsiteY4" fmla="*/ 0 h 94476"/>
                    <a:gd name="connsiteX5" fmla="*/ 58902 w 74842"/>
                    <a:gd name="connsiteY5" fmla="*/ 0 h 94476"/>
                    <a:gd name="connsiteX6" fmla="*/ 58902 w 74842"/>
                    <a:gd name="connsiteY6" fmla="*/ 32943 h 94476"/>
                    <a:gd name="connsiteX7" fmla="*/ 60420 w 74842"/>
                    <a:gd name="connsiteY7" fmla="*/ 72110 h 94476"/>
                    <a:gd name="connsiteX8" fmla="*/ 60117 w 74842"/>
                    <a:gd name="connsiteY8" fmla="*/ 72211 h 94476"/>
                    <a:gd name="connsiteX9" fmla="*/ 44075 w 74842"/>
                    <a:gd name="connsiteY9" fmla="*/ 40584 h 94476"/>
                    <a:gd name="connsiteX10" fmla="*/ 19685 w 74842"/>
                    <a:gd name="connsiteY10" fmla="*/ 51 h 94476"/>
                    <a:gd name="connsiteX11" fmla="*/ 0 w 74842"/>
                    <a:gd name="connsiteY11" fmla="*/ 51 h 94476"/>
                    <a:gd name="connsiteX12" fmla="*/ 0 w 74842"/>
                    <a:gd name="connsiteY12" fmla="*/ 94476 h 94476"/>
                    <a:gd name="connsiteX13" fmla="*/ 15940 w 74842"/>
                    <a:gd name="connsiteY13" fmla="*/ 94476 h 94476"/>
                    <a:gd name="connsiteX14" fmla="*/ 15940 w 74842"/>
                    <a:gd name="connsiteY14" fmla="*/ 60673 h 94476"/>
                    <a:gd name="connsiteX15" fmla="*/ 15029 w 74842"/>
                    <a:gd name="connsiteY15" fmla="*/ 20444 h 94476"/>
                    <a:gd name="connsiteX16" fmla="*/ 15485 w 74842"/>
                    <a:gd name="connsiteY16" fmla="*/ 20342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grp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B5BE1198-D5E8-37B9-8F20-BD21E9EABBE3}"/>
                    </a:ext>
                  </a:extLst>
                </p:cNvPr>
                <p:cNvSpPr/>
                <p:nvPr/>
              </p:nvSpPr>
              <p:spPr>
                <a:xfrm>
                  <a:off x="1238412" y="2569624"/>
                  <a:ext cx="82837" cy="94425"/>
                </a:xfrm>
                <a:custGeom>
                  <a:avLst/>
                  <a:gdLst>
                    <a:gd name="connsiteX0" fmla="*/ 25858 w 82837"/>
                    <a:gd name="connsiteY0" fmla="*/ 67758 h 94425"/>
                    <a:gd name="connsiteX1" fmla="*/ 55815 w 82837"/>
                    <a:gd name="connsiteY1" fmla="*/ 67758 h 94425"/>
                    <a:gd name="connsiteX2" fmla="*/ 64367 w 82837"/>
                    <a:gd name="connsiteY2" fmla="*/ 94426 h 94425"/>
                    <a:gd name="connsiteX3" fmla="*/ 82838 w 82837"/>
                    <a:gd name="connsiteY3" fmla="*/ 94426 h 94425"/>
                    <a:gd name="connsiteX4" fmla="*/ 52172 w 82837"/>
                    <a:gd name="connsiteY4" fmla="*/ 0 h 94425"/>
                    <a:gd name="connsiteX5" fmla="*/ 30261 w 82837"/>
                    <a:gd name="connsiteY5" fmla="*/ 0 h 94425"/>
                    <a:gd name="connsiteX6" fmla="*/ 0 w 82837"/>
                    <a:gd name="connsiteY6" fmla="*/ 94426 h 94425"/>
                    <a:gd name="connsiteX7" fmla="*/ 17812 w 82837"/>
                    <a:gd name="connsiteY7" fmla="*/ 94426 h 94425"/>
                    <a:gd name="connsiteX8" fmla="*/ 25858 w 82837"/>
                    <a:gd name="connsiteY8" fmla="*/ 67758 h 94425"/>
                    <a:gd name="connsiteX9" fmla="*/ 35979 w 82837"/>
                    <a:gd name="connsiteY9" fmla="*/ 31374 h 94425"/>
                    <a:gd name="connsiteX10" fmla="*/ 40432 w 82837"/>
                    <a:gd name="connsiteY10" fmla="*/ 13663 h 94425"/>
                    <a:gd name="connsiteX11" fmla="*/ 40736 w 82837"/>
                    <a:gd name="connsiteY11" fmla="*/ 13663 h 94425"/>
                    <a:gd name="connsiteX12" fmla="*/ 45492 w 82837"/>
                    <a:gd name="connsiteY12" fmla="*/ 31425 h 94425"/>
                    <a:gd name="connsiteX13" fmla="*/ 52931 w 82837"/>
                    <a:gd name="connsiteY13" fmla="*/ 54702 h 94425"/>
                    <a:gd name="connsiteX14" fmla="*/ 28641 w 82837"/>
                    <a:gd name="connsiteY14" fmla="*/ 54702 h 94425"/>
                    <a:gd name="connsiteX15" fmla="*/ 35928 w 82837"/>
                    <a:gd name="connsiteY15" fmla="*/ 31374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grpFill/>
                <a:ln w="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FB6BC58-C44B-EF0C-D1B0-495FD1E2B899}"/>
                    </a:ext>
                  </a:extLst>
                </p:cNvPr>
                <p:cNvSpPr/>
                <p:nvPr/>
              </p:nvSpPr>
              <p:spPr>
                <a:xfrm>
                  <a:off x="956906" y="2568157"/>
                  <a:ext cx="61280" cy="97411"/>
                </a:xfrm>
                <a:custGeom>
                  <a:avLst/>
                  <a:gdLst>
                    <a:gd name="connsiteX0" fmla="*/ 26617 w 61280"/>
                    <a:gd name="connsiteY0" fmla="*/ 83141 h 97411"/>
                    <a:gd name="connsiteX1" fmla="*/ 3846 w 61280"/>
                    <a:gd name="connsiteY1" fmla="*/ 77119 h 97411"/>
                    <a:gd name="connsiteX2" fmla="*/ 0 w 61280"/>
                    <a:gd name="connsiteY2" fmla="*/ 91389 h 97411"/>
                    <a:gd name="connsiteX3" fmla="*/ 25504 w 61280"/>
                    <a:gd name="connsiteY3" fmla="*/ 97411 h 97411"/>
                    <a:gd name="connsiteX4" fmla="*/ 61280 w 61280"/>
                    <a:gd name="connsiteY4" fmla="*/ 69023 h 97411"/>
                    <a:gd name="connsiteX5" fmla="*/ 37042 w 61280"/>
                    <a:gd name="connsiteY5" fmla="*/ 40938 h 97411"/>
                    <a:gd name="connsiteX6" fmla="*/ 18976 w 61280"/>
                    <a:gd name="connsiteY6" fmla="*/ 25453 h 97411"/>
                    <a:gd name="connsiteX7" fmla="*/ 34562 w 61280"/>
                    <a:gd name="connsiteY7" fmla="*/ 14068 h 97411"/>
                    <a:gd name="connsiteX8" fmla="*/ 53386 w 61280"/>
                    <a:gd name="connsiteY8" fmla="*/ 18571 h 97411"/>
                    <a:gd name="connsiteX9" fmla="*/ 57536 w 61280"/>
                    <a:gd name="connsiteY9" fmla="*/ 4655 h 97411"/>
                    <a:gd name="connsiteX10" fmla="*/ 34916 w 61280"/>
                    <a:gd name="connsiteY10" fmla="*/ 0 h 97411"/>
                    <a:gd name="connsiteX11" fmla="*/ 1569 w 61280"/>
                    <a:gd name="connsiteY11" fmla="*/ 27123 h 97411"/>
                    <a:gd name="connsiteX12" fmla="*/ 27123 w 61280"/>
                    <a:gd name="connsiteY12" fmla="*/ 54550 h 97411"/>
                    <a:gd name="connsiteX13" fmla="*/ 43822 w 61280"/>
                    <a:gd name="connsiteY13" fmla="*/ 70237 h 97411"/>
                    <a:gd name="connsiteX14" fmla="*/ 26668 w 61280"/>
                    <a:gd name="connsiteY14" fmla="*/ 83141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grpFill/>
                <a:ln w="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FF976EA-3B9E-5B59-FFEA-14B53DCEEEF4}"/>
                    </a:ext>
                  </a:extLst>
                </p:cNvPr>
                <p:cNvSpPr/>
                <p:nvPr/>
              </p:nvSpPr>
              <p:spPr>
                <a:xfrm>
                  <a:off x="684661"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73262D40-4A76-B85E-6275-EDFF4A4E0D69}"/>
                    </a:ext>
                  </a:extLst>
                </p:cNvPr>
                <p:cNvSpPr/>
                <p:nvPr/>
              </p:nvSpPr>
              <p:spPr>
                <a:xfrm>
                  <a:off x="1173286" y="2569675"/>
                  <a:ext cx="71350" cy="94425"/>
                </a:xfrm>
                <a:custGeom>
                  <a:avLst/>
                  <a:gdLst>
                    <a:gd name="connsiteX0" fmla="*/ 44177 w 71350"/>
                    <a:gd name="connsiteY0" fmla="*/ 94426 h 94425"/>
                    <a:gd name="connsiteX1" fmla="*/ 44177 w 71350"/>
                    <a:gd name="connsiteY1" fmla="*/ 14473 h 94425"/>
                    <a:gd name="connsiteX2" fmla="*/ 71351 w 71350"/>
                    <a:gd name="connsiteY2" fmla="*/ 14473 h 94425"/>
                    <a:gd name="connsiteX3" fmla="*/ 71351 w 71350"/>
                    <a:gd name="connsiteY3" fmla="*/ 0 h 94425"/>
                    <a:gd name="connsiteX4" fmla="*/ 0 w 71350"/>
                    <a:gd name="connsiteY4" fmla="*/ 0 h 94425"/>
                    <a:gd name="connsiteX5" fmla="*/ 0 w 71350"/>
                    <a:gd name="connsiteY5" fmla="*/ 14473 h 94425"/>
                    <a:gd name="connsiteX6" fmla="*/ 26921 w 71350"/>
                    <a:gd name="connsiteY6" fmla="*/ 14473 h 94425"/>
                    <a:gd name="connsiteX7" fmla="*/ 26921 w 71350"/>
                    <a:gd name="connsiteY7" fmla="*/ 94426 h 94425"/>
                    <a:gd name="connsiteX8" fmla="*/ 44177 w 71350"/>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grpFill/>
                <a:ln w="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BF54F3FC-B496-55FF-225A-70233677857B}"/>
                    </a:ext>
                  </a:extLst>
                </p:cNvPr>
                <p:cNvSpPr/>
                <p:nvPr/>
              </p:nvSpPr>
              <p:spPr>
                <a:xfrm>
                  <a:off x="1502763" y="2569675"/>
                  <a:ext cx="78384" cy="94476"/>
                </a:xfrm>
                <a:custGeom>
                  <a:avLst/>
                  <a:gdLst>
                    <a:gd name="connsiteX0" fmla="*/ 58953 w 78384"/>
                    <a:gd name="connsiteY0" fmla="*/ 0 h 94476"/>
                    <a:gd name="connsiteX1" fmla="*/ 47618 w 78384"/>
                    <a:gd name="connsiteY1" fmla="*/ 24188 h 94476"/>
                    <a:gd name="connsiteX2" fmla="*/ 39470 w 78384"/>
                    <a:gd name="connsiteY2" fmla="*/ 42962 h 94476"/>
                    <a:gd name="connsiteX3" fmla="*/ 39167 w 78384"/>
                    <a:gd name="connsiteY3" fmla="*/ 42962 h 94476"/>
                    <a:gd name="connsiteX4" fmla="*/ 30918 w 78384"/>
                    <a:gd name="connsiteY4" fmla="*/ 24239 h 94476"/>
                    <a:gd name="connsiteX5" fmla="*/ 19685 w 78384"/>
                    <a:gd name="connsiteY5" fmla="*/ 0 h 94476"/>
                    <a:gd name="connsiteX6" fmla="*/ 0 w 78384"/>
                    <a:gd name="connsiteY6" fmla="*/ 0 h 94476"/>
                    <a:gd name="connsiteX7" fmla="*/ 29805 w 78384"/>
                    <a:gd name="connsiteY7" fmla="*/ 55157 h 94476"/>
                    <a:gd name="connsiteX8" fmla="*/ 29805 w 78384"/>
                    <a:gd name="connsiteY8" fmla="*/ 94476 h 94476"/>
                    <a:gd name="connsiteX9" fmla="*/ 47061 w 78384"/>
                    <a:gd name="connsiteY9" fmla="*/ 94476 h 94476"/>
                    <a:gd name="connsiteX10" fmla="*/ 47061 w 78384"/>
                    <a:gd name="connsiteY10" fmla="*/ 54702 h 94476"/>
                    <a:gd name="connsiteX11" fmla="*/ 78384 w 78384"/>
                    <a:gd name="connsiteY11" fmla="*/ 51 h 94476"/>
                    <a:gd name="connsiteX12" fmla="*/ 58953 w 78384"/>
                    <a:gd name="connsiteY12"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grpFill/>
                <a:ln w="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7B4C68AC-8086-747E-0C27-066341B9469E}"/>
                    </a:ext>
                  </a:extLst>
                </p:cNvPr>
                <p:cNvSpPr/>
                <p:nvPr/>
              </p:nvSpPr>
              <p:spPr>
                <a:xfrm>
                  <a:off x="763045" y="2568106"/>
                  <a:ext cx="88656" cy="97562"/>
                </a:xfrm>
                <a:custGeom>
                  <a:avLst/>
                  <a:gdLst>
                    <a:gd name="connsiteX0" fmla="*/ 44936 w 88656"/>
                    <a:gd name="connsiteY0" fmla="*/ 0 h 97562"/>
                    <a:gd name="connsiteX1" fmla="*/ 0 w 88656"/>
                    <a:gd name="connsiteY1" fmla="*/ 49490 h 97562"/>
                    <a:gd name="connsiteX2" fmla="*/ 43519 w 88656"/>
                    <a:gd name="connsiteY2" fmla="*/ 97563 h 97562"/>
                    <a:gd name="connsiteX3" fmla="*/ 43671 w 88656"/>
                    <a:gd name="connsiteY3" fmla="*/ 97563 h 97562"/>
                    <a:gd name="connsiteX4" fmla="*/ 88657 w 88656"/>
                    <a:gd name="connsiteY4" fmla="*/ 47820 h 97562"/>
                    <a:gd name="connsiteX5" fmla="*/ 44936 w 88656"/>
                    <a:gd name="connsiteY5" fmla="*/ 0 h 97562"/>
                    <a:gd name="connsiteX6" fmla="*/ 44278 w 88656"/>
                    <a:gd name="connsiteY6" fmla="*/ 83748 h 97562"/>
                    <a:gd name="connsiteX7" fmla="*/ 44126 w 88656"/>
                    <a:gd name="connsiteY7" fmla="*/ 83748 h 97562"/>
                    <a:gd name="connsiteX8" fmla="*/ 18065 w 88656"/>
                    <a:gd name="connsiteY8" fmla="*/ 49085 h 97562"/>
                    <a:gd name="connsiteX9" fmla="*/ 44278 w 88656"/>
                    <a:gd name="connsiteY9" fmla="*/ 13815 h 97562"/>
                    <a:gd name="connsiteX10" fmla="*/ 70288 w 88656"/>
                    <a:gd name="connsiteY10" fmla="*/ 48478 h 97562"/>
                    <a:gd name="connsiteX11" fmla="*/ 44227 w 88656"/>
                    <a:gd name="connsiteY11" fmla="*/ 83748 h 97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grpFill/>
                <a:ln w="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C85BD0A4-BB74-E6E8-D10B-EA593EC79D0C}"/>
                    </a:ext>
                  </a:extLst>
                </p:cNvPr>
                <p:cNvSpPr/>
                <p:nvPr/>
              </p:nvSpPr>
              <p:spPr>
                <a:xfrm>
                  <a:off x="1423923"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5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946CC8A8-C0AC-6357-5092-8DDD6197B575}"/>
                    </a:ext>
                  </a:extLst>
                </p:cNvPr>
                <p:cNvSpPr/>
                <p:nvPr/>
              </p:nvSpPr>
              <p:spPr>
                <a:xfrm>
                  <a:off x="1126832" y="2569675"/>
                  <a:ext cx="56017" cy="94425"/>
                </a:xfrm>
                <a:custGeom>
                  <a:avLst/>
                  <a:gdLst>
                    <a:gd name="connsiteX0" fmla="*/ 17205 w 56017"/>
                    <a:gd name="connsiteY0" fmla="*/ 0 h 94425"/>
                    <a:gd name="connsiteX1" fmla="*/ 0 w 56017"/>
                    <a:gd name="connsiteY1" fmla="*/ 0 h 94425"/>
                    <a:gd name="connsiteX2" fmla="*/ 0 w 56017"/>
                    <a:gd name="connsiteY2" fmla="*/ 94426 h 94425"/>
                    <a:gd name="connsiteX3" fmla="*/ 56018 w 56017"/>
                    <a:gd name="connsiteY3" fmla="*/ 94426 h 94425"/>
                    <a:gd name="connsiteX4" fmla="*/ 56018 w 56017"/>
                    <a:gd name="connsiteY4" fmla="*/ 79953 h 94425"/>
                    <a:gd name="connsiteX5" fmla="*/ 17205 w 56017"/>
                    <a:gd name="connsiteY5" fmla="*/ 79953 h 94425"/>
                    <a:gd name="connsiteX6" fmla="*/ 17205 w 56017"/>
                    <a:gd name="connsiteY6" fmla="*/ 0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17" h="94425">
                      <a:moveTo>
                        <a:pt x="17205" y="0"/>
                      </a:moveTo>
                      <a:lnTo>
                        <a:pt x="0" y="0"/>
                      </a:lnTo>
                      <a:lnTo>
                        <a:pt x="0" y="94426"/>
                      </a:lnTo>
                      <a:lnTo>
                        <a:pt x="56018" y="94426"/>
                      </a:lnTo>
                      <a:lnTo>
                        <a:pt x="56018" y="79953"/>
                      </a:lnTo>
                      <a:lnTo>
                        <a:pt x="17205" y="79953"/>
                      </a:lnTo>
                      <a:lnTo>
                        <a:pt x="17205" y="0"/>
                      </a:lnTo>
                      <a:close/>
                    </a:path>
                  </a:pathLst>
                </a:custGeom>
                <a:grp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DA502295-24ED-BD7D-E32B-BAE2732ACF6F}"/>
                    </a:ext>
                  </a:extLst>
                </p:cNvPr>
                <p:cNvSpPr/>
                <p:nvPr/>
              </p:nvSpPr>
              <p:spPr>
                <a:xfrm>
                  <a:off x="1033469" y="2569675"/>
                  <a:ext cx="73728" cy="95994"/>
                </a:xfrm>
                <a:custGeom>
                  <a:avLst/>
                  <a:gdLst>
                    <a:gd name="connsiteX0" fmla="*/ 73729 w 73728"/>
                    <a:gd name="connsiteY0" fmla="*/ 53943 h 95994"/>
                    <a:gd name="connsiteX1" fmla="*/ 73729 w 73728"/>
                    <a:gd name="connsiteY1" fmla="*/ 0 h 95994"/>
                    <a:gd name="connsiteX2" fmla="*/ 56473 w 73728"/>
                    <a:gd name="connsiteY2" fmla="*/ 0 h 95994"/>
                    <a:gd name="connsiteX3" fmla="*/ 56473 w 73728"/>
                    <a:gd name="connsiteY3" fmla="*/ 55056 h 95994"/>
                    <a:gd name="connsiteX4" fmla="*/ 36586 w 73728"/>
                    <a:gd name="connsiteY4" fmla="*/ 82078 h 95994"/>
                    <a:gd name="connsiteX5" fmla="*/ 17256 w 73728"/>
                    <a:gd name="connsiteY5" fmla="*/ 55056 h 95994"/>
                    <a:gd name="connsiteX6" fmla="*/ 17256 w 73728"/>
                    <a:gd name="connsiteY6" fmla="*/ 0 h 95994"/>
                    <a:gd name="connsiteX7" fmla="*/ 0 w 73728"/>
                    <a:gd name="connsiteY7" fmla="*/ 0 h 95994"/>
                    <a:gd name="connsiteX8" fmla="*/ 0 w 73728"/>
                    <a:gd name="connsiteY8" fmla="*/ 54044 h 95994"/>
                    <a:gd name="connsiteX9" fmla="*/ 35928 w 73728"/>
                    <a:gd name="connsiteY9" fmla="*/ 95994 h 95994"/>
                    <a:gd name="connsiteX10" fmla="*/ 73678 w 73728"/>
                    <a:gd name="connsiteY10" fmla="*/ 53943 h 95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grpFill/>
                <a:ln w="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44350763-DDBF-BEC5-B3A2-C7978B1F9452}"/>
                    </a:ext>
                  </a:extLst>
                </p:cNvPr>
                <p:cNvSpPr/>
                <p:nvPr/>
              </p:nvSpPr>
              <p:spPr>
                <a:xfrm>
                  <a:off x="866428" y="2569675"/>
                  <a:ext cx="74892" cy="94476"/>
                </a:xfrm>
                <a:custGeom>
                  <a:avLst/>
                  <a:gdLst>
                    <a:gd name="connsiteX0" fmla="*/ 74842 w 74892"/>
                    <a:gd name="connsiteY0" fmla="*/ 0 h 94476"/>
                    <a:gd name="connsiteX1" fmla="*/ 58902 w 74892"/>
                    <a:gd name="connsiteY1" fmla="*/ 0 h 94476"/>
                    <a:gd name="connsiteX2" fmla="*/ 58902 w 74892"/>
                    <a:gd name="connsiteY2" fmla="*/ 32943 h 94476"/>
                    <a:gd name="connsiteX3" fmla="*/ 60420 w 74892"/>
                    <a:gd name="connsiteY3" fmla="*/ 72110 h 94476"/>
                    <a:gd name="connsiteX4" fmla="*/ 60117 w 74892"/>
                    <a:gd name="connsiteY4" fmla="*/ 72211 h 94476"/>
                    <a:gd name="connsiteX5" fmla="*/ 44075 w 74892"/>
                    <a:gd name="connsiteY5" fmla="*/ 40584 h 94476"/>
                    <a:gd name="connsiteX6" fmla="*/ 19685 w 74892"/>
                    <a:gd name="connsiteY6" fmla="*/ 51 h 94476"/>
                    <a:gd name="connsiteX7" fmla="*/ 0 w 74892"/>
                    <a:gd name="connsiteY7" fmla="*/ 51 h 94476"/>
                    <a:gd name="connsiteX8" fmla="*/ 0 w 74892"/>
                    <a:gd name="connsiteY8" fmla="*/ 94476 h 94476"/>
                    <a:gd name="connsiteX9" fmla="*/ 15940 w 74892"/>
                    <a:gd name="connsiteY9" fmla="*/ 94476 h 94476"/>
                    <a:gd name="connsiteX10" fmla="*/ 15940 w 74892"/>
                    <a:gd name="connsiteY10" fmla="*/ 60673 h 94476"/>
                    <a:gd name="connsiteX11" fmla="*/ 15029 w 74892"/>
                    <a:gd name="connsiteY11" fmla="*/ 20444 h 94476"/>
                    <a:gd name="connsiteX12" fmla="*/ 15485 w 74892"/>
                    <a:gd name="connsiteY12" fmla="*/ 20342 h 94476"/>
                    <a:gd name="connsiteX13" fmla="*/ 32386 w 74892"/>
                    <a:gd name="connsiteY13" fmla="*/ 52931 h 94476"/>
                    <a:gd name="connsiteX14" fmla="*/ 57030 w 74892"/>
                    <a:gd name="connsiteY14" fmla="*/ 94476 h 94476"/>
                    <a:gd name="connsiteX15" fmla="*/ 74893 w 74892"/>
                    <a:gd name="connsiteY15" fmla="*/ 94476 h 94476"/>
                    <a:gd name="connsiteX16" fmla="*/ 74893 w 74892"/>
                    <a:gd name="connsiteY16"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grpFill/>
                <a:ln w="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EE4F9CB-93A7-6E91-B1B7-57E4A77B2D44}"/>
                    </a:ext>
                  </a:extLst>
                </p:cNvPr>
                <p:cNvSpPr/>
                <p:nvPr/>
              </p:nvSpPr>
              <p:spPr>
                <a:xfrm>
                  <a:off x="997743" y="2711313"/>
                  <a:ext cx="17205" cy="94425"/>
                </a:xfrm>
                <a:custGeom>
                  <a:avLst/>
                  <a:gdLst>
                    <a:gd name="connsiteX0" fmla="*/ 0 w 17205"/>
                    <a:gd name="connsiteY0" fmla="*/ 0 h 94425"/>
                    <a:gd name="connsiteX1" fmla="*/ 17205 w 17205"/>
                    <a:gd name="connsiteY1" fmla="*/ 0 h 94425"/>
                    <a:gd name="connsiteX2" fmla="*/ 17205 w 17205"/>
                    <a:gd name="connsiteY2" fmla="*/ 94426 h 94425"/>
                    <a:gd name="connsiteX3" fmla="*/ 0 w 17205"/>
                    <a:gd name="connsiteY3" fmla="*/ 94426 h 94425"/>
                  </a:gdLst>
                  <a:ahLst/>
                  <a:cxnLst>
                    <a:cxn ang="0">
                      <a:pos x="connsiteX0" y="connsiteY0"/>
                    </a:cxn>
                    <a:cxn ang="0">
                      <a:pos x="connsiteX1" y="connsiteY1"/>
                    </a:cxn>
                    <a:cxn ang="0">
                      <a:pos x="connsiteX2" y="connsiteY2"/>
                    </a:cxn>
                    <a:cxn ang="0">
                      <a:pos x="connsiteX3" y="connsiteY3"/>
                    </a:cxn>
                  </a:cxnLst>
                  <a:rect l="l" t="t" r="r" b="b"/>
                  <a:pathLst>
                    <a:path w="17205" h="94425">
                      <a:moveTo>
                        <a:pt x="0" y="0"/>
                      </a:moveTo>
                      <a:lnTo>
                        <a:pt x="17205" y="0"/>
                      </a:lnTo>
                      <a:lnTo>
                        <a:pt x="17205" y="94426"/>
                      </a:lnTo>
                      <a:lnTo>
                        <a:pt x="0" y="94426"/>
                      </a:lnTo>
                      <a:close/>
                    </a:path>
                  </a:pathLst>
                </a:custGeom>
                <a:grpFill/>
                <a:ln w="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38AFFB5E-CE0D-8180-5737-64767DA71455}"/>
                    </a:ext>
                  </a:extLst>
                </p:cNvPr>
                <p:cNvSpPr/>
                <p:nvPr/>
              </p:nvSpPr>
              <p:spPr>
                <a:xfrm>
                  <a:off x="833536" y="2711262"/>
                  <a:ext cx="66239" cy="94476"/>
                </a:xfrm>
                <a:custGeom>
                  <a:avLst/>
                  <a:gdLst>
                    <a:gd name="connsiteX0" fmla="*/ 45796 w 66239"/>
                    <a:gd name="connsiteY0" fmla="*/ 50198 h 94476"/>
                    <a:gd name="connsiteX1" fmla="*/ 45796 w 66239"/>
                    <a:gd name="connsiteY1" fmla="*/ 49794 h 94476"/>
                    <a:gd name="connsiteX2" fmla="*/ 62799 w 66239"/>
                    <a:gd name="connsiteY2" fmla="*/ 26364 h 94476"/>
                    <a:gd name="connsiteX3" fmla="*/ 54753 w 66239"/>
                    <a:gd name="connsiteY3" fmla="*/ 7540 h 94476"/>
                    <a:gd name="connsiteX4" fmla="*/ 25909 w 66239"/>
                    <a:gd name="connsiteY4" fmla="*/ 0 h 94476"/>
                    <a:gd name="connsiteX5" fmla="*/ 0 w 66239"/>
                    <a:gd name="connsiteY5" fmla="*/ 2024 h 94476"/>
                    <a:gd name="connsiteX6" fmla="*/ 0 w 66239"/>
                    <a:gd name="connsiteY6" fmla="*/ 94476 h 94476"/>
                    <a:gd name="connsiteX7" fmla="*/ 16952 w 66239"/>
                    <a:gd name="connsiteY7" fmla="*/ 94476 h 94476"/>
                    <a:gd name="connsiteX8" fmla="*/ 16952 w 66239"/>
                    <a:gd name="connsiteY8" fmla="*/ 55967 h 94476"/>
                    <a:gd name="connsiteX9" fmla="*/ 25555 w 66239"/>
                    <a:gd name="connsiteY9" fmla="*/ 55967 h 94476"/>
                    <a:gd name="connsiteX10" fmla="*/ 42406 w 66239"/>
                    <a:gd name="connsiteY10" fmla="*/ 72363 h 94476"/>
                    <a:gd name="connsiteX11" fmla="*/ 48680 w 66239"/>
                    <a:gd name="connsiteY11" fmla="*/ 94476 h 94476"/>
                    <a:gd name="connsiteX12" fmla="*/ 66240 w 66239"/>
                    <a:gd name="connsiteY12" fmla="*/ 94476 h 94476"/>
                    <a:gd name="connsiteX13" fmla="*/ 58852 w 66239"/>
                    <a:gd name="connsiteY13" fmla="*/ 68365 h 94476"/>
                    <a:gd name="connsiteX14" fmla="*/ 45796 w 66239"/>
                    <a:gd name="connsiteY14" fmla="*/ 50249 h 94476"/>
                    <a:gd name="connsiteX15" fmla="*/ 27022 w 66239"/>
                    <a:gd name="connsiteY15" fmla="*/ 43367 h 94476"/>
                    <a:gd name="connsiteX16" fmla="*/ 16901 w 66239"/>
                    <a:gd name="connsiteY16" fmla="*/ 43367 h 94476"/>
                    <a:gd name="connsiteX17" fmla="*/ 16901 w 66239"/>
                    <a:gd name="connsiteY17" fmla="*/ 13764 h 94476"/>
                    <a:gd name="connsiteX18" fmla="*/ 27528 w 66239"/>
                    <a:gd name="connsiteY18" fmla="*/ 12904 h 94476"/>
                    <a:gd name="connsiteX19" fmla="*/ 45745 w 66239"/>
                    <a:gd name="connsiteY19" fmla="*/ 27933 h 94476"/>
                    <a:gd name="connsiteX20" fmla="*/ 27022 w 66239"/>
                    <a:gd name="connsiteY20" fmla="*/ 43367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grpFill/>
                <a:ln w="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18FC92E4-4315-6630-5F94-907669BCABF2}"/>
                    </a:ext>
                  </a:extLst>
                </p:cNvPr>
                <p:cNvSpPr/>
                <p:nvPr/>
              </p:nvSpPr>
              <p:spPr>
                <a:xfrm>
                  <a:off x="904835" y="2711313"/>
                  <a:ext cx="82837" cy="94425"/>
                </a:xfrm>
                <a:custGeom>
                  <a:avLst/>
                  <a:gdLst>
                    <a:gd name="connsiteX0" fmla="*/ 50704 w 82837"/>
                    <a:gd name="connsiteY0" fmla="*/ 43215 h 94425"/>
                    <a:gd name="connsiteX1" fmla="*/ 41140 w 82837"/>
                    <a:gd name="connsiteY1" fmla="*/ 77372 h 94425"/>
                    <a:gd name="connsiteX2" fmla="*/ 40837 w 82837"/>
                    <a:gd name="connsiteY2" fmla="*/ 77372 h 94425"/>
                    <a:gd name="connsiteX3" fmla="*/ 31627 w 82837"/>
                    <a:gd name="connsiteY3" fmla="*/ 42962 h 94425"/>
                    <a:gd name="connsiteX4" fmla="*/ 18774 w 82837"/>
                    <a:gd name="connsiteY4" fmla="*/ 0 h 94425"/>
                    <a:gd name="connsiteX5" fmla="*/ 0 w 82837"/>
                    <a:gd name="connsiteY5" fmla="*/ 0 h 94425"/>
                    <a:gd name="connsiteX6" fmla="*/ 30514 w 82837"/>
                    <a:gd name="connsiteY6" fmla="*/ 94426 h 94425"/>
                    <a:gd name="connsiteX7" fmla="*/ 50249 w 82837"/>
                    <a:gd name="connsiteY7" fmla="*/ 94426 h 94425"/>
                    <a:gd name="connsiteX8" fmla="*/ 82837 w 82837"/>
                    <a:gd name="connsiteY8" fmla="*/ 0 h 94425"/>
                    <a:gd name="connsiteX9" fmla="*/ 64519 w 82837"/>
                    <a:gd name="connsiteY9" fmla="*/ 0 h 94425"/>
                    <a:gd name="connsiteX10" fmla="*/ 50755 w 82837"/>
                    <a:gd name="connsiteY10" fmla="*/ 43215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grpFill/>
                <a:ln w="0"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0E66B6BF-40D7-42B6-D6FA-14A6770392FE}"/>
                    </a:ext>
                  </a:extLst>
                </p:cNvPr>
                <p:cNvSpPr/>
                <p:nvPr/>
              </p:nvSpPr>
              <p:spPr>
                <a:xfrm>
                  <a:off x="1116964" y="2711313"/>
                  <a:ext cx="56979" cy="94425"/>
                </a:xfrm>
                <a:custGeom>
                  <a:avLst/>
                  <a:gdLst>
                    <a:gd name="connsiteX0" fmla="*/ 17205 w 56979"/>
                    <a:gd name="connsiteY0" fmla="*/ 52526 h 94425"/>
                    <a:gd name="connsiteX1" fmla="*/ 52779 w 56979"/>
                    <a:gd name="connsiteY1" fmla="*/ 52526 h 94425"/>
                    <a:gd name="connsiteX2" fmla="*/ 52779 w 56979"/>
                    <a:gd name="connsiteY2" fmla="*/ 38458 h 94425"/>
                    <a:gd name="connsiteX3" fmla="*/ 17205 w 56979"/>
                    <a:gd name="connsiteY3" fmla="*/ 38458 h 94425"/>
                    <a:gd name="connsiteX4" fmla="*/ 17205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05 w 56979"/>
                    <a:gd name="connsiteY11" fmla="*/ 80257 h 94425"/>
                    <a:gd name="connsiteX12" fmla="*/ 17205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grpFill/>
                <a:ln w="0"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851557E6-9734-A23B-52F0-EE0222840A13}"/>
                    </a:ext>
                  </a:extLst>
                </p:cNvPr>
                <p:cNvSpPr/>
                <p:nvPr/>
              </p:nvSpPr>
              <p:spPr>
                <a:xfrm>
                  <a:off x="1029724" y="2709846"/>
                  <a:ext cx="73374" cy="97411"/>
                </a:xfrm>
                <a:custGeom>
                  <a:avLst/>
                  <a:gdLst>
                    <a:gd name="connsiteX0" fmla="*/ 51261 w 73374"/>
                    <a:gd name="connsiteY0" fmla="*/ 14219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19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grpFill/>
                <a:ln w="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179FF3FF-D2B6-3959-73EC-36223758B29C}"/>
                    </a:ext>
                  </a:extLst>
                </p:cNvPr>
                <p:cNvSpPr/>
                <p:nvPr/>
              </p:nvSpPr>
              <p:spPr>
                <a:xfrm>
                  <a:off x="684712"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C553ED88-9268-89EC-B510-D65E956F2DC5}"/>
                    </a:ext>
                  </a:extLst>
                </p:cNvPr>
                <p:cNvSpPr/>
                <p:nvPr/>
              </p:nvSpPr>
              <p:spPr>
                <a:xfrm>
                  <a:off x="761426" y="2711313"/>
                  <a:ext cx="56979" cy="94425"/>
                </a:xfrm>
                <a:custGeom>
                  <a:avLst/>
                  <a:gdLst>
                    <a:gd name="connsiteX0" fmla="*/ 17256 w 56979"/>
                    <a:gd name="connsiteY0" fmla="*/ 52526 h 94425"/>
                    <a:gd name="connsiteX1" fmla="*/ 52779 w 56979"/>
                    <a:gd name="connsiteY1" fmla="*/ 52526 h 94425"/>
                    <a:gd name="connsiteX2" fmla="*/ 52779 w 56979"/>
                    <a:gd name="connsiteY2" fmla="*/ 38458 h 94425"/>
                    <a:gd name="connsiteX3" fmla="*/ 17256 w 56979"/>
                    <a:gd name="connsiteY3" fmla="*/ 38458 h 94425"/>
                    <a:gd name="connsiteX4" fmla="*/ 17256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56 w 56979"/>
                    <a:gd name="connsiteY11" fmla="*/ 80257 h 94425"/>
                    <a:gd name="connsiteX12" fmla="*/ 17256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grpFill/>
                <a:ln w="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4B402D5-17A4-FB06-8846-2CFE87F4CCF6}"/>
                    </a:ext>
                  </a:extLst>
                </p:cNvPr>
                <p:cNvSpPr/>
                <p:nvPr/>
              </p:nvSpPr>
              <p:spPr>
                <a:xfrm>
                  <a:off x="1184874"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grpSp>
        </p:grpSp>
        <p:grpSp>
          <p:nvGrpSpPr>
            <p:cNvPr id="6" name="Graphic 8">
              <a:extLst>
                <a:ext uri="{FF2B5EF4-FFF2-40B4-BE49-F238E27FC236}">
                  <a16:creationId xmlns:a16="http://schemas.microsoft.com/office/drawing/2014/main" id="{0060880D-5B92-524D-2CBC-F0C263BACA40}"/>
                </a:ext>
              </a:extLst>
            </p:cNvPr>
            <p:cNvGrpSpPr/>
            <p:nvPr/>
          </p:nvGrpSpPr>
          <p:grpSpPr>
            <a:xfrm>
              <a:off x="8396784" y="2645065"/>
              <a:ext cx="435969" cy="387958"/>
              <a:chOff x="8599610" y="2333965"/>
              <a:chExt cx="542618" cy="474759"/>
            </a:xfrm>
            <a:grpFill/>
          </p:grpSpPr>
          <p:sp>
            <p:nvSpPr>
              <p:cNvPr id="7" name="Freeform: Shape 6">
                <a:extLst>
                  <a:ext uri="{FF2B5EF4-FFF2-40B4-BE49-F238E27FC236}">
                    <a16:creationId xmlns:a16="http://schemas.microsoft.com/office/drawing/2014/main" id="{5B9724D0-345C-2561-CB0B-6E0ED6F74FCD}"/>
                  </a:ext>
                </a:extLst>
              </p:cNvPr>
              <p:cNvSpPr/>
              <p:nvPr/>
            </p:nvSpPr>
            <p:spPr>
              <a:xfrm>
                <a:off x="859961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160 w 130657"/>
                  <a:gd name="connsiteY3" fmla="*/ 39723 h 135211"/>
                  <a:gd name="connsiteX4" fmla="*/ 93160 w 130657"/>
                  <a:gd name="connsiteY4" fmla="*/ 135212 h 135211"/>
                  <a:gd name="connsiteX5" fmla="*/ 38711 w 130657"/>
                  <a:gd name="connsiteY5" fmla="*/ 135212 h 135211"/>
                  <a:gd name="connsiteX6" fmla="*/ 38711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grpFill/>
              <a:ln w="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F6BB9A49-66C7-9FA4-A125-17DB7216DBB1}"/>
                  </a:ext>
                </a:extLst>
              </p:cNvPr>
              <p:cNvSpPr/>
              <p:nvPr/>
            </p:nvSpPr>
            <p:spPr>
              <a:xfrm>
                <a:off x="8716605" y="2673513"/>
                <a:ext cx="160563" cy="135211"/>
              </a:xfrm>
              <a:custGeom>
                <a:avLst/>
                <a:gdLst>
                  <a:gd name="connsiteX0" fmla="*/ 79801 w 160563"/>
                  <a:gd name="connsiteY0" fmla="*/ 54651 h 135211"/>
                  <a:gd name="connsiteX1" fmla="*/ 52324 w 160563"/>
                  <a:gd name="connsiteY1" fmla="*/ 135212 h 135211"/>
                  <a:gd name="connsiteX2" fmla="*/ 0 w 160563"/>
                  <a:gd name="connsiteY2" fmla="*/ 135212 h 135211"/>
                  <a:gd name="connsiteX3" fmla="*/ 51312 w 160563"/>
                  <a:gd name="connsiteY3" fmla="*/ 0 h 135211"/>
                  <a:gd name="connsiteX4" fmla="*/ 108088 w 160563"/>
                  <a:gd name="connsiteY4" fmla="*/ 0 h 135211"/>
                  <a:gd name="connsiteX5" fmla="*/ 160564 w 160563"/>
                  <a:gd name="connsiteY5" fmla="*/ 135212 h 135211"/>
                  <a:gd name="connsiteX6" fmla="*/ 107633 w 160563"/>
                  <a:gd name="connsiteY6" fmla="*/ 135212 h 135211"/>
                  <a:gd name="connsiteX7" fmla="*/ 79801 w 16056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grpFill/>
              <a:ln w="0"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F2FC626A-8E74-4CE6-2BA2-B5A763066D81}"/>
                  </a:ext>
                </a:extLst>
              </p:cNvPr>
              <p:cNvSpPr/>
              <p:nvPr/>
            </p:nvSpPr>
            <p:spPr>
              <a:xfrm>
                <a:off x="886467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211 w 130657"/>
                  <a:gd name="connsiteY3" fmla="*/ 39723 h 135211"/>
                  <a:gd name="connsiteX4" fmla="*/ 93211 w 130657"/>
                  <a:gd name="connsiteY4" fmla="*/ 135212 h 135211"/>
                  <a:gd name="connsiteX5" fmla="*/ 38762 w 130657"/>
                  <a:gd name="connsiteY5" fmla="*/ 135212 h 135211"/>
                  <a:gd name="connsiteX6" fmla="*/ 38762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grpFill/>
              <a:ln w="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3066306-D3D3-16FA-C069-AFC0DC4B3E59}"/>
                  </a:ext>
                </a:extLst>
              </p:cNvPr>
              <p:cNvSpPr/>
              <p:nvPr/>
            </p:nvSpPr>
            <p:spPr>
              <a:xfrm>
                <a:off x="8981715" y="2673513"/>
                <a:ext cx="160513" cy="135211"/>
              </a:xfrm>
              <a:custGeom>
                <a:avLst/>
                <a:gdLst>
                  <a:gd name="connsiteX0" fmla="*/ 79750 w 160513"/>
                  <a:gd name="connsiteY0" fmla="*/ 54651 h 135211"/>
                  <a:gd name="connsiteX1" fmla="*/ 52273 w 160513"/>
                  <a:gd name="connsiteY1" fmla="*/ 135212 h 135211"/>
                  <a:gd name="connsiteX2" fmla="*/ 0 w 160513"/>
                  <a:gd name="connsiteY2" fmla="*/ 135212 h 135211"/>
                  <a:gd name="connsiteX3" fmla="*/ 51261 w 160513"/>
                  <a:gd name="connsiteY3" fmla="*/ 0 h 135211"/>
                  <a:gd name="connsiteX4" fmla="*/ 108038 w 160513"/>
                  <a:gd name="connsiteY4" fmla="*/ 0 h 135211"/>
                  <a:gd name="connsiteX5" fmla="*/ 160513 w 160513"/>
                  <a:gd name="connsiteY5" fmla="*/ 135212 h 135211"/>
                  <a:gd name="connsiteX6" fmla="*/ 107633 w 160513"/>
                  <a:gd name="connsiteY6" fmla="*/ 135212 h 135211"/>
                  <a:gd name="connsiteX7" fmla="*/ 79750 w 16051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grpFill/>
              <a:ln w="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1CED4361-EC31-7903-8784-65EEFE3F2089}"/>
                  </a:ext>
                </a:extLst>
              </p:cNvPr>
              <p:cNvSpPr/>
              <p:nvPr/>
            </p:nvSpPr>
            <p:spPr>
              <a:xfrm>
                <a:off x="8678855" y="2333965"/>
                <a:ext cx="384685" cy="271536"/>
              </a:xfrm>
              <a:custGeom>
                <a:avLst/>
                <a:gdLst>
                  <a:gd name="connsiteX0" fmla="*/ 384584 w 384685"/>
                  <a:gd name="connsiteY0" fmla="*/ 91086 h 271536"/>
                  <a:gd name="connsiteX1" fmla="*/ 365305 w 384685"/>
                  <a:gd name="connsiteY1" fmla="*/ 63709 h 271536"/>
                  <a:gd name="connsiteX2" fmla="*/ 292032 w 384685"/>
                  <a:gd name="connsiteY2" fmla="*/ 17104 h 271536"/>
                  <a:gd name="connsiteX3" fmla="*/ 192292 w 384685"/>
                  <a:gd name="connsiteY3" fmla="*/ 0 h 271536"/>
                  <a:gd name="connsiteX4" fmla="*/ 92553 w 384685"/>
                  <a:gd name="connsiteY4" fmla="*/ 17104 h 271536"/>
                  <a:gd name="connsiteX5" fmla="*/ 19280 w 384685"/>
                  <a:gd name="connsiteY5" fmla="*/ 63709 h 271536"/>
                  <a:gd name="connsiteX6" fmla="*/ 0 w 384685"/>
                  <a:gd name="connsiteY6" fmla="*/ 91136 h 271536"/>
                  <a:gd name="connsiteX7" fmla="*/ 167800 w 384685"/>
                  <a:gd name="connsiteY7" fmla="*/ 67909 h 271536"/>
                  <a:gd name="connsiteX8" fmla="*/ 180603 w 384685"/>
                  <a:gd name="connsiteY8" fmla="*/ 73122 h 271536"/>
                  <a:gd name="connsiteX9" fmla="*/ 183589 w 384685"/>
                  <a:gd name="connsiteY9" fmla="*/ 98879 h 271536"/>
                  <a:gd name="connsiteX10" fmla="*/ 181818 w 384685"/>
                  <a:gd name="connsiteY10" fmla="*/ 271334 h 271536"/>
                  <a:gd name="connsiteX11" fmla="*/ 192343 w 384685"/>
                  <a:gd name="connsiteY11" fmla="*/ 271537 h 271536"/>
                  <a:gd name="connsiteX12" fmla="*/ 202919 w 384685"/>
                  <a:gd name="connsiteY12" fmla="*/ 271334 h 271536"/>
                  <a:gd name="connsiteX13" fmla="*/ 201148 w 384685"/>
                  <a:gd name="connsiteY13" fmla="*/ 98879 h 271536"/>
                  <a:gd name="connsiteX14" fmla="*/ 204134 w 384685"/>
                  <a:gd name="connsiteY14" fmla="*/ 73122 h 271536"/>
                  <a:gd name="connsiteX15" fmla="*/ 216936 w 384685"/>
                  <a:gd name="connsiteY15" fmla="*/ 67909 h 271536"/>
                  <a:gd name="connsiteX16" fmla="*/ 384686 w 384685"/>
                  <a:gd name="connsiteY16" fmla="*/ 91086 h 27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grpFill/>
              <a:ln w="0"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2AB8178C-6232-915F-4EC8-97CDE79C31A7}"/>
                  </a:ext>
                </a:extLst>
              </p:cNvPr>
              <p:cNvSpPr/>
              <p:nvPr/>
            </p:nvSpPr>
            <p:spPr>
              <a:xfrm>
                <a:off x="8907519" y="2429876"/>
                <a:ext cx="166901" cy="168288"/>
              </a:xfrm>
              <a:custGeom>
                <a:avLst/>
                <a:gdLst>
                  <a:gd name="connsiteX0" fmla="*/ 164219 w 166901"/>
                  <a:gd name="connsiteY0" fmla="*/ 17592 h 168288"/>
                  <a:gd name="connsiteX1" fmla="*/ 31284 w 166901"/>
                  <a:gd name="connsiteY1" fmla="*/ 184 h 168288"/>
                  <a:gd name="connsiteX2" fmla="*/ 1328 w 166901"/>
                  <a:gd name="connsiteY2" fmla="*/ 32469 h 168288"/>
                  <a:gd name="connsiteX3" fmla="*/ 2137 w 166901"/>
                  <a:gd name="connsiteY3" fmla="*/ 37530 h 168288"/>
                  <a:gd name="connsiteX4" fmla="*/ 29210 w 166901"/>
                  <a:gd name="connsiteY4" fmla="*/ 168288 h 168288"/>
                  <a:gd name="connsiteX5" fmla="*/ 166901 w 166901"/>
                  <a:gd name="connsiteY5" fmla="*/ 39807 h 168288"/>
                  <a:gd name="connsiteX6" fmla="*/ 164219 w 166901"/>
                  <a:gd name="connsiteY6" fmla="*/ 17592 h 16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grpFill/>
              <a:ln w="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36B7DD20-DE41-6868-EF3F-4B74DCD7E3DF}"/>
                  </a:ext>
                </a:extLst>
              </p:cNvPr>
              <p:cNvSpPr/>
              <p:nvPr/>
            </p:nvSpPr>
            <p:spPr>
              <a:xfrm>
                <a:off x="8667823" y="2429927"/>
                <a:ext cx="166901" cy="168389"/>
              </a:xfrm>
              <a:custGeom>
                <a:avLst/>
                <a:gdLst>
                  <a:gd name="connsiteX0" fmla="*/ 165574 w 166901"/>
                  <a:gd name="connsiteY0" fmla="*/ 32469 h 168389"/>
                  <a:gd name="connsiteX1" fmla="*/ 135616 w 166901"/>
                  <a:gd name="connsiteY1" fmla="*/ 184 h 168389"/>
                  <a:gd name="connsiteX2" fmla="*/ 2631 w 166901"/>
                  <a:gd name="connsiteY2" fmla="*/ 17592 h 168389"/>
                  <a:gd name="connsiteX3" fmla="*/ 0 w 166901"/>
                  <a:gd name="connsiteY3" fmla="*/ 39807 h 168389"/>
                  <a:gd name="connsiteX4" fmla="*/ 30261 w 166901"/>
                  <a:gd name="connsiteY4" fmla="*/ 111815 h 168389"/>
                  <a:gd name="connsiteX5" fmla="*/ 103534 w 166901"/>
                  <a:gd name="connsiteY5" fmla="*/ 158421 h 168389"/>
                  <a:gd name="connsiteX6" fmla="*/ 137640 w 166901"/>
                  <a:gd name="connsiteY6" fmla="*/ 168389 h 168389"/>
                  <a:gd name="connsiteX7" fmla="*/ 165017 w 166901"/>
                  <a:gd name="connsiteY7" fmla="*/ 35860 h 168389"/>
                  <a:gd name="connsiteX8" fmla="*/ 165523 w 166901"/>
                  <a:gd name="connsiteY8" fmla="*/ 32469 h 168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grpFill/>
              <a:ln w="0" cap="flat">
                <a:noFill/>
                <a:prstDash val="solid"/>
                <a:miter/>
              </a:ln>
            </p:spPr>
            <p:txBody>
              <a:bodyPr rtlCol="0" anchor="ctr"/>
              <a:lstStyle/>
              <a:p>
                <a:endParaRPr lang="en-US"/>
              </a:p>
            </p:txBody>
          </p:sp>
        </p:grpSp>
      </p:grpSp>
      <p:sp>
        <p:nvSpPr>
          <p:cNvPr id="9" name="Oval 8">
            <a:extLst>
              <a:ext uri="{FF2B5EF4-FFF2-40B4-BE49-F238E27FC236}">
                <a16:creationId xmlns:a16="http://schemas.microsoft.com/office/drawing/2014/main" id="{D55F77FF-CBBE-D017-3342-8861FED69E9D}"/>
              </a:ext>
            </a:extLst>
          </p:cNvPr>
          <p:cNvSpPr/>
          <p:nvPr userDrawn="1"/>
        </p:nvSpPr>
        <p:spPr>
          <a:xfrm>
            <a:off x="5403898" y="247011"/>
            <a:ext cx="3160982" cy="3160982"/>
          </a:xfrm>
          <a:prstGeom prst="ellipse">
            <a:avLst/>
          </a:prstGeom>
          <a:solidFill>
            <a:srgbClr val="FBB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 name="Picture Placeholder 1">
            <a:extLst>
              <a:ext uri="{FF2B5EF4-FFF2-40B4-BE49-F238E27FC236}">
                <a16:creationId xmlns:a16="http://schemas.microsoft.com/office/drawing/2014/main" id="{40FA421C-748E-DD74-1D40-990AA6E113C9}"/>
              </a:ext>
            </a:extLst>
          </p:cNvPr>
          <p:cNvSpPr>
            <a:spLocks noGrp="1"/>
          </p:cNvSpPr>
          <p:nvPr>
            <p:ph type="pic" sz="quarter" idx="10" hasCustomPrompt="1"/>
          </p:nvPr>
        </p:nvSpPr>
        <p:spPr>
          <a:xfrm>
            <a:off x="5465245" y="308358"/>
            <a:ext cx="3038288" cy="3038288"/>
          </a:xfrm>
          <a:custGeom>
            <a:avLst/>
            <a:gdLst>
              <a:gd name="connsiteX0" fmla="*/ 1480220 w 2960440"/>
              <a:gd name="connsiteY0" fmla="*/ 0 h 2960440"/>
              <a:gd name="connsiteX1" fmla="*/ 2960440 w 2960440"/>
              <a:gd name="connsiteY1" fmla="*/ 1480220 h 2960440"/>
              <a:gd name="connsiteX2" fmla="*/ 1480220 w 2960440"/>
              <a:gd name="connsiteY2" fmla="*/ 2960440 h 2960440"/>
              <a:gd name="connsiteX3" fmla="*/ 0 w 2960440"/>
              <a:gd name="connsiteY3" fmla="*/ 1480220 h 2960440"/>
              <a:gd name="connsiteX4" fmla="*/ 1480220 w 2960440"/>
              <a:gd name="connsiteY4" fmla="*/ 0 h 2960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0440" h="2960440">
                <a:moveTo>
                  <a:pt x="1480220" y="0"/>
                </a:moveTo>
                <a:cubicBezTo>
                  <a:pt x="2297723" y="0"/>
                  <a:pt x="2960440" y="662717"/>
                  <a:pt x="2960440" y="1480220"/>
                </a:cubicBezTo>
                <a:cubicBezTo>
                  <a:pt x="2960440" y="2297723"/>
                  <a:pt x="2297723" y="2960440"/>
                  <a:pt x="1480220" y="2960440"/>
                </a:cubicBezTo>
                <a:cubicBezTo>
                  <a:pt x="662717" y="2960440"/>
                  <a:pt x="0" y="2297723"/>
                  <a:pt x="0" y="1480220"/>
                </a:cubicBezTo>
                <a:cubicBezTo>
                  <a:pt x="0" y="662717"/>
                  <a:pt x="662717" y="0"/>
                  <a:pt x="1480220" y="0"/>
                </a:cubicBezTo>
                <a:close/>
              </a:path>
            </a:pathLst>
          </a:custGeom>
          <a:solidFill>
            <a:schemeClr val="bg1">
              <a:lumMod val="85000"/>
            </a:schemeClr>
          </a:solidFill>
          <a:ln>
            <a:noFill/>
          </a:ln>
        </p:spPr>
        <p:txBody>
          <a:bodyPr wrap="square" anchor="ctr">
            <a:noAutofit/>
          </a:bodyPr>
          <a:lstStyle>
            <a:lvl1pPr marL="0" indent="0" algn="ctr">
              <a:buNone/>
              <a:defRPr sz="2000" b="1">
                <a:solidFill>
                  <a:srgbClr val="4E84C4"/>
                </a:solidFill>
              </a:defRPr>
            </a:lvl1pPr>
          </a:lstStyle>
          <a:p>
            <a:r>
              <a:rPr lang="en-US"/>
              <a:t>Insert Pic here</a:t>
            </a:r>
          </a:p>
        </p:txBody>
      </p:sp>
      <p:sp>
        <p:nvSpPr>
          <p:cNvPr id="30" name="Content Placeholder 29">
            <a:extLst>
              <a:ext uri="{FF2B5EF4-FFF2-40B4-BE49-F238E27FC236}">
                <a16:creationId xmlns:a16="http://schemas.microsoft.com/office/drawing/2014/main" id="{67940574-337B-F323-650B-AD154FCC7A2F}"/>
              </a:ext>
            </a:extLst>
          </p:cNvPr>
          <p:cNvSpPr>
            <a:spLocks noGrp="1"/>
          </p:cNvSpPr>
          <p:nvPr>
            <p:ph sz="quarter" idx="11"/>
          </p:nvPr>
        </p:nvSpPr>
        <p:spPr>
          <a:xfrm>
            <a:off x="273050" y="1502381"/>
            <a:ext cx="4573270" cy="1905611"/>
          </a:xfrm>
          <a:prstGeom prst="rect">
            <a:avLst/>
          </a:prstGeom>
          <a:noFill/>
        </p:spPr>
        <p:txBody>
          <a:bodyPr wrap="square">
            <a:noAutofit/>
          </a:bodyPr>
          <a:lstStyle>
            <a:lvl1pPr>
              <a:buNone/>
              <a:defRPr lang="en-US" sz="1400" b="0" i="0" dirty="0" smtClean="0">
                <a:effectLst/>
              </a:defRPr>
            </a:lvl1pPr>
            <a:lvl2pPr>
              <a:buNone/>
              <a:defRPr lang="en-US" sz="818" smtClean="0">
                <a:solidFill>
                  <a:schemeClr val="tx1"/>
                </a:solidFill>
              </a:defRPr>
            </a:lvl2pPr>
            <a:lvl3pPr>
              <a:buNone/>
              <a:defRPr lang="en-US" sz="818" smtClean="0">
                <a:solidFill>
                  <a:schemeClr val="tx1"/>
                </a:solidFill>
              </a:defRPr>
            </a:lvl3pPr>
            <a:lvl4pPr>
              <a:buNone/>
              <a:defRPr lang="en-US" sz="818" smtClean="0">
                <a:solidFill>
                  <a:schemeClr val="tx1"/>
                </a:solidFill>
              </a:defRPr>
            </a:lvl4pPr>
            <a:lvl5pPr>
              <a:buNone/>
              <a:defRPr lang="en-US" sz="818">
                <a:solidFill>
                  <a:schemeClr val="tx1"/>
                </a:solidFill>
              </a:defRPr>
            </a:lvl5pPr>
          </a:lstStyle>
          <a:p>
            <a:pPr marL="0" lvl="0" indent="0">
              <a:buNone/>
            </a:pPr>
            <a:r>
              <a:rPr lang="en-US"/>
              <a:t>Click to edit Master text styles</a:t>
            </a:r>
          </a:p>
        </p:txBody>
      </p:sp>
    </p:spTree>
    <p:extLst>
      <p:ext uri="{BB962C8B-B14F-4D97-AF65-F5344CB8AC3E}">
        <p14:creationId xmlns:p14="http://schemas.microsoft.com/office/powerpoint/2010/main" val="21290419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pic>
        <p:nvPicPr>
          <p:cNvPr id="30" name="Graphic 29">
            <a:extLst>
              <a:ext uri="{FF2B5EF4-FFF2-40B4-BE49-F238E27FC236}">
                <a16:creationId xmlns:a16="http://schemas.microsoft.com/office/drawing/2014/main" id="{52A731E3-C780-317A-40CB-1F5C0D42B24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7301" y="0"/>
            <a:ext cx="9144000" cy="5143500"/>
          </a:xfrm>
          <a:prstGeom prst="rect">
            <a:avLst/>
          </a:prstGeom>
        </p:spPr>
      </p:pic>
      <p:sp>
        <p:nvSpPr>
          <p:cNvPr id="15" name="Rectangle 14">
            <a:extLst>
              <a:ext uri="{FF2B5EF4-FFF2-40B4-BE49-F238E27FC236}">
                <a16:creationId xmlns:a16="http://schemas.microsoft.com/office/drawing/2014/main" id="{13D73557-9DE2-99A0-D9C6-6BB4207F725A}"/>
              </a:ext>
            </a:extLst>
          </p:cNvPr>
          <p:cNvSpPr/>
          <p:nvPr userDrawn="1"/>
        </p:nvSpPr>
        <p:spPr>
          <a:xfrm>
            <a:off x="70640" y="100727"/>
            <a:ext cx="148437" cy="145788"/>
          </a:xfrm>
          <a:prstGeom prst="rect">
            <a:avLst/>
          </a:prstGeom>
          <a:solidFill>
            <a:srgbClr val="4E84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p>
        </p:txBody>
      </p:sp>
      <p:cxnSp>
        <p:nvCxnSpPr>
          <p:cNvPr id="18" name="Straight Connector 17">
            <a:extLst>
              <a:ext uri="{FF2B5EF4-FFF2-40B4-BE49-F238E27FC236}">
                <a16:creationId xmlns:a16="http://schemas.microsoft.com/office/drawing/2014/main" id="{BB184415-BB03-89B1-7566-4AF275A6ADBF}"/>
              </a:ext>
            </a:extLst>
          </p:cNvPr>
          <p:cNvCxnSpPr>
            <a:cxnSpLocks/>
          </p:cNvCxnSpPr>
          <p:nvPr userDrawn="1"/>
        </p:nvCxnSpPr>
        <p:spPr>
          <a:xfrm>
            <a:off x="91079" y="273502"/>
            <a:ext cx="107556" cy="0"/>
          </a:xfrm>
          <a:prstGeom prst="line">
            <a:avLst/>
          </a:prstGeom>
          <a:ln w="9525"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6886583C-078D-1E90-D53F-C512DCC64B7C}"/>
              </a:ext>
            </a:extLst>
          </p:cNvPr>
          <p:cNvSpPr txBox="1"/>
          <p:nvPr userDrawn="1"/>
        </p:nvSpPr>
        <p:spPr>
          <a:xfrm>
            <a:off x="70640" y="330802"/>
            <a:ext cx="148437" cy="145788"/>
          </a:xfrm>
          <a:prstGeom prst="rect">
            <a:avLst/>
          </a:prstGeom>
          <a:noFill/>
        </p:spPr>
        <p:txBody>
          <a:bodyPr wrap="none" lIns="0" tIns="0" rIns="0" bIns="0" rtlCol="0" anchor="ctr" anchorCtr="0">
            <a:noAutofit/>
          </a:bodyPr>
          <a:lstStyle/>
          <a:p>
            <a:pPr algn="ctr"/>
            <a:endParaRPr lang="en-US" sz="1400">
              <a:solidFill>
                <a:schemeClr val="tx1"/>
              </a:solidFill>
            </a:endParaRPr>
          </a:p>
        </p:txBody>
      </p:sp>
      <p:sp>
        <p:nvSpPr>
          <p:cNvPr id="21" name="Rectangle 20">
            <a:extLst>
              <a:ext uri="{FF2B5EF4-FFF2-40B4-BE49-F238E27FC236}">
                <a16:creationId xmlns:a16="http://schemas.microsoft.com/office/drawing/2014/main" id="{90DE54EF-3398-0B8B-2AF2-A0C766AE39DA}"/>
              </a:ext>
            </a:extLst>
          </p:cNvPr>
          <p:cNvSpPr/>
          <p:nvPr userDrawn="1"/>
        </p:nvSpPr>
        <p:spPr>
          <a:xfrm>
            <a:off x="37301" y="63500"/>
            <a:ext cx="215112" cy="4328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1"/>
          </a:p>
        </p:txBody>
      </p:sp>
      <p:sp>
        <p:nvSpPr>
          <p:cNvPr id="3" name="Title 2">
            <a:extLst>
              <a:ext uri="{FF2B5EF4-FFF2-40B4-BE49-F238E27FC236}">
                <a16:creationId xmlns:a16="http://schemas.microsoft.com/office/drawing/2014/main" id="{C787ABCF-4C2B-9A51-64E8-377E6C063DA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grpSp>
        <p:nvGrpSpPr>
          <p:cNvPr id="4" name="Group 3">
            <a:extLst>
              <a:ext uri="{FF2B5EF4-FFF2-40B4-BE49-F238E27FC236}">
                <a16:creationId xmlns:a16="http://schemas.microsoft.com/office/drawing/2014/main" id="{90B80ACE-E470-1847-9A72-B2CC91A5603F}"/>
              </a:ext>
            </a:extLst>
          </p:cNvPr>
          <p:cNvGrpSpPr/>
          <p:nvPr userDrawn="1"/>
        </p:nvGrpSpPr>
        <p:grpSpPr>
          <a:xfrm>
            <a:off x="298499" y="4650645"/>
            <a:ext cx="8547003" cy="387958"/>
            <a:chOff x="285750" y="2645065"/>
            <a:chExt cx="8547003" cy="387958"/>
          </a:xfrm>
          <a:solidFill>
            <a:schemeClr val="tx1"/>
          </a:solidFill>
        </p:grpSpPr>
        <p:grpSp>
          <p:nvGrpSpPr>
            <p:cNvPr id="5" name="Group 4">
              <a:extLst>
                <a:ext uri="{FF2B5EF4-FFF2-40B4-BE49-F238E27FC236}">
                  <a16:creationId xmlns:a16="http://schemas.microsoft.com/office/drawing/2014/main" id="{5FFC44C6-C53A-EA39-BEBC-06D808D330DB}"/>
                </a:ext>
              </a:extLst>
            </p:cNvPr>
            <p:cNvGrpSpPr/>
            <p:nvPr userDrawn="1"/>
          </p:nvGrpSpPr>
          <p:grpSpPr>
            <a:xfrm>
              <a:off x="285750" y="2730500"/>
              <a:ext cx="1266904" cy="302523"/>
              <a:chOff x="0" y="2427986"/>
              <a:chExt cx="1581147" cy="380839"/>
            </a:xfrm>
            <a:grpFill/>
          </p:grpSpPr>
          <p:grpSp>
            <p:nvGrpSpPr>
              <p:cNvPr id="17" name="Graphic 8">
                <a:extLst>
                  <a:ext uri="{FF2B5EF4-FFF2-40B4-BE49-F238E27FC236}">
                    <a16:creationId xmlns:a16="http://schemas.microsoft.com/office/drawing/2014/main" id="{60FAC316-9D5A-47D5-D74B-648091D12B43}"/>
                  </a:ext>
                </a:extLst>
              </p:cNvPr>
              <p:cNvGrpSpPr/>
              <p:nvPr/>
            </p:nvGrpSpPr>
            <p:grpSpPr>
              <a:xfrm>
                <a:off x="0" y="2428340"/>
                <a:ext cx="605264" cy="380485"/>
                <a:chOff x="0" y="2428340"/>
                <a:chExt cx="605264" cy="380485"/>
              </a:xfrm>
              <a:grpFill/>
            </p:grpSpPr>
            <p:sp>
              <p:nvSpPr>
                <p:cNvPr id="46" name="Freeform: Shape 45">
                  <a:extLst>
                    <a:ext uri="{FF2B5EF4-FFF2-40B4-BE49-F238E27FC236}">
                      <a16:creationId xmlns:a16="http://schemas.microsoft.com/office/drawing/2014/main" id="{518A68F0-2488-C047-24D8-66E68D55E008}"/>
                    </a:ext>
                  </a:extLst>
                </p:cNvPr>
                <p:cNvSpPr/>
                <p:nvPr/>
              </p:nvSpPr>
              <p:spPr>
                <a:xfrm>
                  <a:off x="0" y="2428340"/>
                  <a:ext cx="605264" cy="380485"/>
                </a:xfrm>
                <a:custGeom>
                  <a:avLst/>
                  <a:gdLst>
                    <a:gd name="connsiteX0" fmla="*/ 559165 w 605264"/>
                    <a:gd name="connsiteY0" fmla="*/ 219921 h 380485"/>
                    <a:gd name="connsiteX1" fmla="*/ 514179 w 605264"/>
                    <a:gd name="connsiteY1" fmla="*/ 188598 h 380485"/>
                    <a:gd name="connsiteX2" fmla="*/ 512459 w 605264"/>
                    <a:gd name="connsiteY2" fmla="*/ 187384 h 380485"/>
                    <a:gd name="connsiteX3" fmla="*/ 488928 w 605264"/>
                    <a:gd name="connsiteY3" fmla="*/ 150747 h 380485"/>
                    <a:gd name="connsiteX4" fmla="*/ 523490 w 605264"/>
                    <a:gd name="connsiteY4" fmla="*/ 122156 h 380485"/>
                    <a:gd name="connsiteX5" fmla="*/ 576725 w 605264"/>
                    <a:gd name="connsiteY5" fmla="*/ 134250 h 380485"/>
                    <a:gd name="connsiteX6" fmla="*/ 597017 w 605264"/>
                    <a:gd name="connsiteY6" fmla="*/ 113908 h 380485"/>
                    <a:gd name="connsiteX7" fmla="*/ 581077 w 605264"/>
                    <a:gd name="connsiteY7" fmla="*/ 92452 h 380485"/>
                    <a:gd name="connsiteX8" fmla="*/ 521820 w 605264"/>
                    <a:gd name="connsiteY8" fmla="*/ 80358 h 380485"/>
                    <a:gd name="connsiteX9" fmla="*/ 465297 w 605264"/>
                    <a:gd name="connsiteY9" fmla="*/ 97968 h 380485"/>
                    <a:gd name="connsiteX10" fmla="*/ 458111 w 605264"/>
                    <a:gd name="connsiteY10" fmla="*/ 111023 h 380485"/>
                    <a:gd name="connsiteX11" fmla="*/ 465297 w 605264"/>
                    <a:gd name="connsiteY11" fmla="*/ 97917 h 380485"/>
                    <a:gd name="connsiteX12" fmla="*/ 457048 w 605264"/>
                    <a:gd name="connsiteY12" fmla="*/ 105052 h 380485"/>
                    <a:gd name="connsiteX13" fmla="*/ 456846 w 605264"/>
                    <a:gd name="connsiteY13" fmla="*/ 105305 h 380485"/>
                    <a:gd name="connsiteX14" fmla="*/ 415908 w 605264"/>
                    <a:gd name="connsiteY14" fmla="*/ 184752 h 380485"/>
                    <a:gd name="connsiteX15" fmla="*/ 403308 w 605264"/>
                    <a:gd name="connsiteY15" fmla="*/ 226500 h 380485"/>
                    <a:gd name="connsiteX16" fmla="*/ 289703 w 605264"/>
                    <a:gd name="connsiteY16" fmla="*/ 335297 h 380485"/>
                    <a:gd name="connsiteX17" fmla="*/ 190369 w 605264"/>
                    <a:gd name="connsiteY17" fmla="*/ 230346 h 380485"/>
                    <a:gd name="connsiteX18" fmla="*/ 281050 w 605264"/>
                    <a:gd name="connsiteY18" fmla="*/ 124889 h 380485"/>
                    <a:gd name="connsiteX19" fmla="*/ 284188 w 605264"/>
                    <a:gd name="connsiteY19" fmla="*/ 124838 h 380485"/>
                    <a:gd name="connsiteX20" fmla="*/ 336866 w 605264"/>
                    <a:gd name="connsiteY20" fmla="*/ 136376 h 380485"/>
                    <a:gd name="connsiteX21" fmla="*/ 355538 w 605264"/>
                    <a:gd name="connsiteY21" fmla="*/ 140778 h 380485"/>
                    <a:gd name="connsiteX22" fmla="*/ 377500 w 605264"/>
                    <a:gd name="connsiteY22" fmla="*/ 118766 h 380485"/>
                    <a:gd name="connsiteX23" fmla="*/ 377500 w 605264"/>
                    <a:gd name="connsiteY23" fmla="*/ 118766 h 380485"/>
                    <a:gd name="connsiteX24" fmla="*/ 377500 w 605264"/>
                    <a:gd name="connsiteY24" fmla="*/ 118766 h 380485"/>
                    <a:gd name="connsiteX25" fmla="*/ 361054 w 605264"/>
                    <a:gd name="connsiteY25" fmla="*/ 96804 h 380485"/>
                    <a:gd name="connsiteX26" fmla="*/ 284238 w 605264"/>
                    <a:gd name="connsiteY26" fmla="*/ 80307 h 380485"/>
                    <a:gd name="connsiteX27" fmla="*/ 137742 w 605264"/>
                    <a:gd name="connsiteY27" fmla="*/ 231459 h 380485"/>
                    <a:gd name="connsiteX28" fmla="*/ 137742 w 605264"/>
                    <a:gd name="connsiteY28" fmla="*/ 231459 h 380485"/>
                    <a:gd name="connsiteX29" fmla="*/ 137742 w 605264"/>
                    <a:gd name="connsiteY29" fmla="*/ 231459 h 380485"/>
                    <a:gd name="connsiteX30" fmla="*/ 137742 w 605264"/>
                    <a:gd name="connsiteY30" fmla="*/ 231459 h 380485"/>
                    <a:gd name="connsiteX31" fmla="*/ 149786 w 605264"/>
                    <a:gd name="connsiteY31" fmla="*/ 295725 h 380485"/>
                    <a:gd name="connsiteX32" fmla="*/ 98221 w 605264"/>
                    <a:gd name="connsiteY32" fmla="*/ 333677 h 380485"/>
                    <a:gd name="connsiteX33" fmla="*/ 52678 w 605264"/>
                    <a:gd name="connsiteY33" fmla="*/ 281455 h 380485"/>
                    <a:gd name="connsiteX34" fmla="*/ 52678 w 605264"/>
                    <a:gd name="connsiteY34" fmla="*/ 126457 h 380485"/>
                    <a:gd name="connsiteX35" fmla="*/ 116893 w 605264"/>
                    <a:gd name="connsiteY35" fmla="*/ 126457 h 380485"/>
                    <a:gd name="connsiteX36" fmla="*/ 141588 w 605264"/>
                    <a:gd name="connsiteY36" fmla="*/ 105002 h 380485"/>
                    <a:gd name="connsiteX37" fmla="*/ 116893 w 605264"/>
                    <a:gd name="connsiteY37" fmla="*/ 83546 h 380485"/>
                    <a:gd name="connsiteX38" fmla="*/ 52678 w 605264"/>
                    <a:gd name="connsiteY38" fmla="*/ 83546 h 380485"/>
                    <a:gd name="connsiteX39" fmla="*/ 52678 w 605264"/>
                    <a:gd name="connsiteY39" fmla="*/ 27478 h 380485"/>
                    <a:gd name="connsiteX40" fmla="*/ 26314 w 605264"/>
                    <a:gd name="connsiteY40" fmla="*/ 0 h 380485"/>
                    <a:gd name="connsiteX41" fmla="*/ 0 w 605264"/>
                    <a:gd name="connsiteY41" fmla="*/ 27579 h 380485"/>
                    <a:gd name="connsiteX42" fmla="*/ 0 w 605264"/>
                    <a:gd name="connsiteY42" fmla="*/ 287527 h 380485"/>
                    <a:gd name="connsiteX43" fmla="*/ 93312 w 605264"/>
                    <a:gd name="connsiteY43" fmla="*/ 379878 h 380485"/>
                    <a:gd name="connsiteX44" fmla="*/ 129291 w 605264"/>
                    <a:gd name="connsiteY44" fmla="*/ 373856 h 380485"/>
                    <a:gd name="connsiteX45" fmla="*/ 129494 w 605264"/>
                    <a:gd name="connsiteY45" fmla="*/ 373856 h 380485"/>
                    <a:gd name="connsiteX46" fmla="*/ 175087 w 605264"/>
                    <a:gd name="connsiteY46" fmla="*/ 335702 h 380485"/>
                    <a:gd name="connsiteX47" fmla="*/ 288084 w 605264"/>
                    <a:gd name="connsiteY47" fmla="*/ 380435 h 380485"/>
                    <a:gd name="connsiteX48" fmla="*/ 354931 w 605264"/>
                    <a:gd name="connsiteY48" fmla="*/ 365102 h 380485"/>
                    <a:gd name="connsiteX49" fmla="*/ 354982 w 605264"/>
                    <a:gd name="connsiteY49" fmla="*/ 365102 h 380485"/>
                    <a:gd name="connsiteX50" fmla="*/ 443335 w 605264"/>
                    <a:gd name="connsiteY50" fmla="*/ 237025 h 380485"/>
                    <a:gd name="connsiteX51" fmla="*/ 454872 w 605264"/>
                    <a:gd name="connsiteY51" fmla="*/ 199124 h 380485"/>
                    <a:gd name="connsiteX52" fmla="*/ 454720 w 605264"/>
                    <a:gd name="connsiteY52" fmla="*/ 198921 h 380485"/>
                    <a:gd name="connsiteX53" fmla="*/ 487815 w 605264"/>
                    <a:gd name="connsiteY53" fmla="*/ 229334 h 380485"/>
                    <a:gd name="connsiteX54" fmla="*/ 528955 w 605264"/>
                    <a:gd name="connsiteY54" fmla="*/ 257924 h 380485"/>
                    <a:gd name="connsiteX55" fmla="*/ 545756 w 605264"/>
                    <a:gd name="connsiteY55" fmla="*/ 270676 h 380485"/>
                    <a:gd name="connsiteX56" fmla="*/ 555320 w 605264"/>
                    <a:gd name="connsiteY56" fmla="*/ 298053 h 380485"/>
                    <a:gd name="connsiteX57" fmla="*/ 509777 w 605264"/>
                    <a:gd name="connsiteY57" fmla="*/ 337624 h 380485"/>
                    <a:gd name="connsiteX58" fmla="*/ 449964 w 605264"/>
                    <a:gd name="connsiteY58" fmla="*/ 324417 h 380485"/>
                    <a:gd name="connsiteX59" fmla="*/ 429672 w 605264"/>
                    <a:gd name="connsiteY59" fmla="*/ 344760 h 380485"/>
                    <a:gd name="connsiteX60" fmla="*/ 445612 w 605264"/>
                    <a:gd name="connsiteY60" fmla="*/ 366215 h 380485"/>
                    <a:gd name="connsiteX61" fmla="*/ 510384 w 605264"/>
                    <a:gd name="connsiteY61" fmla="*/ 380485 h 380485"/>
                    <a:gd name="connsiteX62" fmla="*/ 580621 w 605264"/>
                    <a:gd name="connsiteY62" fmla="*/ 356297 h 380485"/>
                    <a:gd name="connsiteX63" fmla="*/ 584467 w 605264"/>
                    <a:gd name="connsiteY63" fmla="*/ 352299 h 380485"/>
                    <a:gd name="connsiteX64" fmla="*/ 605265 w 605264"/>
                    <a:gd name="connsiteY64" fmla="*/ 298053 h 380485"/>
                    <a:gd name="connsiteX65" fmla="*/ 559165 w 605264"/>
                    <a:gd name="connsiteY65" fmla="*/ 220023 h 38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grpFill/>
                <a:ln w="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295E5A06-E927-67D9-92B6-C3003B49A9AB}"/>
                    </a:ext>
                  </a:extLst>
                </p:cNvPr>
                <p:cNvSpPr/>
                <p:nvPr/>
              </p:nvSpPr>
              <p:spPr>
                <a:xfrm>
                  <a:off x="439539" y="2580150"/>
                  <a:ext cx="5060" cy="151"/>
                </a:xfrm>
                <a:custGeom>
                  <a:avLst/>
                  <a:gdLst>
                    <a:gd name="connsiteX0" fmla="*/ 0 w 5060"/>
                    <a:gd name="connsiteY0" fmla="*/ 0 h 151"/>
                    <a:gd name="connsiteX1" fmla="*/ 0 w 5060"/>
                    <a:gd name="connsiteY1" fmla="*/ 0 h 151"/>
                    <a:gd name="connsiteX2" fmla="*/ 0 w 5060"/>
                    <a:gd name="connsiteY2" fmla="*/ 152 h 151"/>
                    <a:gd name="connsiteX3" fmla="*/ 0 w 5060"/>
                    <a:gd name="connsiteY3" fmla="*/ 0 h 151"/>
                  </a:gdLst>
                  <a:ahLst/>
                  <a:cxnLst>
                    <a:cxn ang="0">
                      <a:pos x="connsiteX0" y="connsiteY0"/>
                    </a:cxn>
                    <a:cxn ang="0">
                      <a:pos x="connsiteX1" y="connsiteY1"/>
                    </a:cxn>
                    <a:cxn ang="0">
                      <a:pos x="connsiteX2" y="connsiteY2"/>
                    </a:cxn>
                    <a:cxn ang="0">
                      <a:pos x="connsiteX3" y="connsiteY3"/>
                    </a:cxn>
                  </a:cxnLst>
                  <a:rect l="l" t="t" r="r" b="b"/>
                  <a:pathLst>
                    <a:path w="5060" h="151">
                      <a:moveTo>
                        <a:pt x="0" y="0"/>
                      </a:moveTo>
                      <a:cubicBezTo>
                        <a:pt x="0" y="0"/>
                        <a:pt x="0" y="0"/>
                        <a:pt x="0" y="0"/>
                      </a:cubicBezTo>
                      <a:cubicBezTo>
                        <a:pt x="0" y="51"/>
                        <a:pt x="0" y="101"/>
                        <a:pt x="0" y="152"/>
                      </a:cubicBezTo>
                      <a:cubicBezTo>
                        <a:pt x="0" y="152"/>
                        <a:pt x="0" y="51"/>
                        <a:pt x="0" y="0"/>
                      </a:cubicBezTo>
                      <a:close/>
                    </a:path>
                  </a:pathLst>
                </a:custGeom>
                <a:grpFill/>
                <a:ln w="0" cap="flat">
                  <a:noFill/>
                  <a:prstDash val="solid"/>
                  <a:miter/>
                </a:ln>
              </p:spPr>
              <p:txBody>
                <a:bodyPr rtlCol="0" anchor="ctr"/>
                <a:lstStyle/>
                <a:p>
                  <a:endParaRPr lang="en-US"/>
                </a:p>
              </p:txBody>
            </p:sp>
          </p:grpSp>
          <p:grpSp>
            <p:nvGrpSpPr>
              <p:cNvPr id="20" name="Graphic 8">
                <a:extLst>
                  <a:ext uri="{FF2B5EF4-FFF2-40B4-BE49-F238E27FC236}">
                    <a16:creationId xmlns:a16="http://schemas.microsoft.com/office/drawing/2014/main" id="{CC2C02F9-8A90-5895-5D9B-FDE7CCC98AF2}"/>
                  </a:ext>
                </a:extLst>
              </p:cNvPr>
              <p:cNvGrpSpPr/>
              <p:nvPr/>
            </p:nvGrpSpPr>
            <p:grpSpPr>
              <a:xfrm>
                <a:off x="684661" y="2427986"/>
                <a:ext cx="896486" cy="379270"/>
                <a:chOff x="684661" y="2427986"/>
                <a:chExt cx="896486" cy="379270"/>
              </a:xfrm>
              <a:grpFill/>
            </p:grpSpPr>
            <p:sp>
              <p:nvSpPr>
                <p:cNvPr id="22" name="Freeform: Shape 21">
                  <a:extLst>
                    <a:ext uri="{FF2B5EF4-FFF2-40B4-BE49-F238E27FC236}">
                      <a16:creationId xmlns:a16="http://schemas.microsoft.com/office/drawing/2014/main" id="{E1E35AEB-3D8B-4202-81D5-7AB7682073EE}"/>
                    </a:ext>
                  </a:extLst>
                </p:cNvPr>
                <p:cNvSpPr/>
                <p:nvPr/>
              </p:nvSpPr>
              <p:spPr>
                <a:xfrm>
                  <a:off x="684712"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CD133AC1-4EA8-E88C-700B-C8F28338D648}"/>
                    </a:ext>
                  </a:extLst>
                </p:cNvPr>
                <p:cNvSpPr/>
                <p:nvPr/>
              </p:nvSpPr>
              <p:spPr>
                <a:xfrm>
                  <a:off x="766739" y="2427986"/>
                  <a:ext cx="111934" cy="94425"/>
                </a:xfrm>
                <a:custGeom>
                  <a:avLst/>
                  <a:gdLst>
                    <a:gd name="connsiteX0" fmla="*/ 36788 w 111934"/>
                    <a:gd name="connsiteY0" fmla="*/ 94426 h 94425"/>
                    <a:gd name="connsiteX1" fmla="*/ 55967 w 111934"/>
                    <a:gd name="connsiteY1" fmla="*/ 37952 h 94425"/>
                    <a:gd name="connsiteX2" fmla="*/ 75146 w 111934"/>
                    <a:gd name="connsiteY2" fmla="*/ 94426 h 94425"/>
                    <a:gd name="connsiteX3" fmla="*/ 111934 w 111934"/>
                    <a:gd name="connsiteY3" fmla="*/ 94426 h 94425"/>
                    <a:gd name="connsiteX4" fmla="*/ 75905 w 111934"/>
                    <a:gd name="connsiteY4" fmla="*/ 0 h 94425"/>
                    <a:gd name="connsiteX5" fmla="*/ 36080 w 111934"/>
                    <a:gd name="connsiteY5" fmla="*/ 0 h 94425"/>
                    <a:gd name="connsiteX6" fmla="*/ 0 w 111934"/>
                    <a:gd name="connsiteY6" fmla="*/ 94426 h 94425"/>
                    <a:gd name="connsiteX7" fmla="*/ 36788 w 11193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1188F4BB-197C-0B59-DB0E-9E1B073ADD92}"/>
                    </a:ext>
                  </a:extLst>
                </p:cNvPr>
                <p:cNvSpPr/>
                <p:nvPr/>
              </p:nvSpPr>
              <p:spPr>
                <a:xfrm>
                  <a:off x="869666"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EB3207C-20E1-6EE3-3427-AF6F444C3B9A}"/>
                    </a:ext>
                  </a:extLst>
                </p:cNvPr>
                <p:cNvSpPr/>
                <p:nvPr/>
              </p:nvSpPr>
              <p:spPr>
                <a:xfrm>
                  <a:off x="951694" y="2427986"/>
                  <a:ext cx="111984" cy="94425"/>
                </a:xfrm>
                <a:custGeom>
                  <a:avLst/>
                  <a:gdLst>
                    <a:gd name="connsiteX0" fmla="*/ 36788 w 111984"/>
                    <a:gd name="connsiteY0" fmla="*/ 94426 h 94425"/>
                    <a:gd name="connsiteX1" fmla="*/ 55967 w 111984"/>
                    <a:gd name="connsiteY1" fmla="*/ 37952 h 94425"/>
                    <a:gd name="connsiteX2" fmla="*/ 75146 w 111984"/>
                    <a:gd name="connsiteY2" fmla="*/ 94426 h 94425"/>
                    <a:gd name="connsiteX3" fmla="*/ 111985 w 111984"/>
                    <a:gd name="connsiteY3" fmla="*/ 94426 h 94425"/>
                    <a:gd name="connsiteX4" fmla="*/ 75905 w 111984"/>
                    <a:gd name="connsiteY4" fmla="*/ 0 h 94425"/>
                    <a:gd name="connsiteX5" fmla="*/ 36080 w 111984"/>
                    <a:gd name="connsiteY5" fmla="*/ 0 h 94425"/>
                    <a:gd name="connsiteX6" fmla="*/ 0 w 111984"/>
                    <a:gd name="connsiteY6" fmla="*/ 94426 h 94425"/>
                    <a:gd name="connsiteX7" fmla="*/ 36788 w 11198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7CA8CE65-9BFD-F7C4-5FFD-CCED9E5F8A1E}"/>
                    </a:ext>
                  </a:extLst>
                </p:cNvPr>
                <p:cNvSpPr/>
                <p:nvPr/>
              </p:nvSpPr>
              <p:spPr>
                <a:xfrm>
                  <a:off x="1334356" y="2569675"/>
                  <a:ext cx="74842" cy="94476"/>
                </a:xfrm>
                <a:custGeom>
                  <a:avLst/>
                  <a:gdLst>
                    <a:gd name="connsiteX0" fmla="*/ 15434 w 74842"/>
                    <a:gd name="connsiteY0" fmla="*/ 20292 h 94476"/>
                    <a:gd name="connsiteX1" fmla="*/ 32335 w 74842"/>
                    <a:gd name="connsiteY1" fmla="*/ 52880 h 94476"/>
                    <a:gd name="connsiteX2" fmla="*/ 56979 w 74842"/>
                    <a:gd name="connsiteY2" fmla="*/ 94426 h 94476"/>
                    <a:gd name="connsiteX3" fmla="*/ 74842 w 74842"/>
                    <a:gd name="connsiteY3" fmla="*/ 94426 h 94476"/>
                    <a:gd name="connsiteX4" fmla="*/ 74842 w 74842"/>
                    <a:gd name="connsiteY4" fmla="*/ 0 h 94476"/>
                    <a:gd name="connsiteX5" fmla="*/ 58902 w 74842"/>
                    <a:gd name="connsiteY5" fmla="*/ 0 h 94476"/>
                    <a:gd name="connsiteX6" fmla="*/ 58902 w 74842"/>
                    <a:gd name="connsiteY6" fmla="*/ 32943 h 94476"/>
                    <a:gd name="connsiteX7" fmla="*/ 60420 w 74842"/>
                    <a:gd name="connsiteY7" fmla="*/ 72110 h 94476"/>
                    <a:gd name="connsiteX8" fmla="*/ 60117 w 74842"/>
                    <a:gd name="connsiteY8" fmla="*/ 72211 h 94476"/>
                    <a:gd name="connsiteX9" fmla="*/ 44075 w 74842"/>
                    <a:gd name="connsiteY9" fmla="*/ 40584 h 94476"/>
                    <a:gd name="connsiteX10" fmla="*/ 19685 w 74842"/>
                    <a:gd name="connsiteY10" fmla="*/ 51 h 94476"/>
                    <a:gd name="connsiteX11" fmla="*/ 0 w 74842"/>
                    <a:gd name="connsiteY11" fmla="*/ 51 h 94476"/>
                    <a:gd name="connsiteX12" fmla="*/ 0 w 74842"/>
                    <a:gd name="connsiteY12" fmla="*/ 94476 h 94476"/>
                    <a:gd name="connsiteX13" fmla="*/ 15940 w 74842"/>
                    <a:gd name="connsiteY13" fmla="*/ 94476 h 94476"/>
                    <a:gd name="connsiteX14" fmla="*/ 15940 w 74842"/>
                    <a:gd name="connsiteY14" fmla="*/ 60673 h 94476"/>
                    <a:gd name="connsiteX15" fmla="*/ 15029 w 74842"/>
                    <a:gd name="connsiteY15" fmla="*/ 20444 h 94476"/>
                    <a:gd name="connsiteX16" fmla="*/ 15485 w 74842"/>
                    <a:gd name="connsiteY16" fmla="*/ 20342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grp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B5BE1198-D5E8-37B9-8F20-BD21E9EABBE3}"/>
                    </a:ext>
                  </a:extLst>
                </p:cNvPr>
                <p:cNvSpPr/>
                <p:nvPr/>
              </p:nvSpPr>
              <p:spPr>
                <a:xfrm>
                  <a:off x="1238412" y="2569624"/>
                  <a:ext cx="82837" cy="94425"/>
                </a:xfrm>
                <a:custGeom>
                  <a:avLst/>
                  <a:gdLst>
                    <a:gd name="connsiteX0" fmla="*/ 25858 w 82837"/>
                    <a:gd name="connsiteY0" fmla="*/ 67758 h 94425"/>
                    <a:gd name="connsiteX1" fmla="*/ 55815 w 82837"/>
                    <a:gd name="connsiteY1" fmla="*/ 67758 h 94425"/>
                    <a:gd name="connsiteX2" fmla="*/ 64367 w 82837"/>
                    <a:gd name="connsiteY2" fmla="*/ 94426 h 94425"/>
                    <a:gd name="connsiteX3" fmla="*/ 82838 w 82837"/>
                    <a:gd name="connsiteY3" fmla="*/ 94426 h 94425"/>
                    <a:gd name="connsiteX4" fmla="*/ 52172 w 82837"/>
                    <a:gd name="connsiteY4" fmla="*/ 0 h 94425"/>
                    <a:gd name="connsiteX5" fmla="*/ 30261 w 82837"/>
                    <a:gd name="connsiteY5" fmla="*/ 0 h 94425"/>
                    <a:gd name="connsiteX6" fmla="*/ 0 w 82837"/>
                    <a:gd name="connsiteY6" fmla="*/ 94426 h 94425"/>
                    <a:gd name="connsiteX7" fmla="*/ 17812 w 82837"/>
                    <a:gd name="connsiteY7" fmla="*/ 94426 h 94425"/>
                    <a:gd name="connsiteX8" fmla="*/ 25858 w 82837"/>
                    <a:gd name="connsiteY8" fmla="*/ 67758 h 94425"/>
                    <a:gd name="connsiteX9" fmla="*/ 35979 w 82837"/>
                    <a:gd name="connsiteY9" fmla="*/ 31374 h 94425"/>
                    <a:gd name="connsiteX10" fmla="*/ 40432 w 82837"/>
                    <a:gd name="connsiteY10" fmla="*/ 13663 h 94425"/>
                    <a:gd name="connsiteX11" fmla="*/ 40736 w 82837"/>
                    <a:gd name="connsiteY11" fmla="*/ 13663 h 94425"/>
                    <a:gd name="connsiteX12" fmla="*/ 45492 w 82837"/>
                    <a:gd name="connsiteY12" fmla="*/ 31425 h 94425"/>
                    <a:gd name="connsiteX13" fmla="*/ 52931 w 82837"/>
                    <a:gd name="connsiteY13" fmla="*/ 54702 h 94425"/>
                    <a:gd name="connsiteX14" fmla="*/ 28641 w 82837"/>
                    <a:gd name="connsiteY14" fmla="*/ 54702 h 94425"/>
                    <a:gd name="connsiteX15" fmla="*/ 35928 w 82837"/>
                    <a:gd name="connsiteY15" fmla="*/ 31374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grpFill/>
                <a:ln w="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FB6BC58-C44B-EF0C-D1B0-495FD1E2B899}"/>
                    </a:ext>
                  </a:extLst>
                </p:cNvPr>
                <p:cNvSpPr/>
                <p:nvPr/>
              </p:nvSpPr>
              <p:spPr>
                <a:xfrm>
                  <a:off x="956906" y="2568157"/>
                  <a:ext cx="61280" cy="97411"/>
                </a:xfrm>
                <a:custGeom>
                  <a:avLst/>
                  <a:gdLst>
                    <a:gd name="connsiteX0" fmla="*/ 26617 w 61280"/>
                    <a:gd name="connsiteY0" fmla="*/ 83141 h 97411"/>
                    <a:gd name="connsiteX1" fmla="*/ 3846 w 61280"/>
                    <a:gd name="connsiteY1" fmla="*/ 77119 h 97411"/>
                    <a:gd name="connsiteX2" fmla="*/ 0 w 61280"/>
                    <a:gd name="connsiteY2" fmla="*/ 91389 h 97411"/>
                    <a:gd name="connsiteX3" fmla="*/ 25504 w 61280"/>
                    <a:gd name="connsiteY3" fmla="*/ 97411 h 97411"/>
                    <a:gd name="connsiteX4" fmla="*/ 61280 w 61280"/>
                    <a:gd name="connsiteY4" fmla="*/ 69023 h 97411"/>
                    <a:gd name="connsiteX5" fmla="*/ 37042 w 61280"/>
                    <a:gd name="connsiteY5" fmla="*/ 40938 h 97411"/>
                    <a:gd name="connsiteX6" fmla="*/ 18976 w 61280"/>
                    <a:gd name="connsiteY6" fmla="*/ 25453 h 97411"/>
                    <a:gd name="connsiteX7" fmla="*/ 34562 w 61280"/>
                    <a:gd name="connsiteY7" fmla="*/ 14068 h 97411"/>
                    <a:gd name="connsiteX8" fmla="*/ 53386 w 61280"/>
                    <a:gd name="connsiteY8" fmla="*/ 18571 h 97411"/>
                    <a:gd name="connsiteX9" fmla="*/ 57536 w 61280"/>
                    <a:gd name="connsiteY9" fmla="*/ 4655 h 97411"/>
                    <a:gd name="connsiteX10" fmla="*/ 34916 w 61280"/>
                    <a:gd name="connsiteY10" fmla="*/ 0 h 97411"/>
                    <a:gd name="connsiteX11" fmla="*/ 1569 w 61280"/>
                    <a:gd name="connsiteY11" fmla="*/ 27123 h 97411"/>
                    <a:gd name="connsiteX12" fmla="*/ 27123 w 61280"/>
                    <a:gd name="connsiteY12" fmla="*/ 54550 h 97411"/>
                    <a:gd name="connsiteX13" fmla="*/ 43822 w 61280"/>
                    <a:gd name="connsiteY13" fmla="*/ 70237 h 97411"/>
                    <a:gd name="connsiteX14" fmla="*/ 26668 w 61280"/>
                    <a:gd name="connsiteY14" fmla="*/ 83141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grpFill/>
                <a:ln w="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FF976EA-3B9E-5B59-FFEA-14B53DCEEEF4}"/>
                    </a:ext>
                  </a:extLst>
                </p:cNvPr>
                <p:cNvSpPr/>
                <p:nvPr/>
              </p:nvSpPr>
              <p:spPr>
                <a:xfrm>
                  <a:off x="684661"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73262D40-4A76-B85E-6275-EDFF4A4E0D69}"/>
                    </a:ext>
                  </a:extLst>
                </p:cNvPr>
                <p:cNvSpPr/>
                <p:nvPr/>
              </p:nvSpPr>
              <p:spPr>
                <a:xfrm>
                  <a:off x="1173286" y="2569675"/>
                  <a:ext cx="71350" cy="94425"/>
                </a:xfrm>
                <a:custGeom>
                  <a:avLst/>
                  <a:gdLst>
                    <a:gd name="connsiteX0" fmla="*/ 44177 w 71350"/>
                    <a:gd name="connsiteY0" fmla="*/ 94426 h 94425"/>
                    <a:gd name="connsiteX1" fmla="*/ 44177 w 71350"/>
                    <a:gd name="connsiteY1" fmla="*/ 14473 h 94425"/>
                    <a:gd name="connsiteX2" fmla="*/ 71351 w 71350"/>
                    <a:gd name="connsiteY2" fmla="*/ 14473 h 94425"/>
                    <a:gd name="connsiteX3" fmla="*/ 71351 w 71350"/>
                    <a:gd name="connsiteY3" fmla="*/ 0 h 94425"/>
                    <a:gd name="connsiteX4" fmla="*/ 0 w 71350"/>
                    <a:gd name="connsiteY4" fmla="*/ 0 h 94425"/>
                    <a:gd name="connsiteX5" fmla="*/ 0 w 71350"/>
                    <a:gd name="connsiteY5" fmla="*/ 14473 h 94425"/>
                    <a:gd name="connsiteX6" fmla="*/ 26921 w 71350"/>
                    <a:gd name="connsiteY6" fmla="*/ 14473 h 94425"/>
                    <a:gd name="connsiteX7" fmla="*/ 26921 w 71350"/>
                    <a:gd name="connsiteY7" fmla="*/ 94426 h 94425"/>
                    <a:gd name="connsiteX8" fmla="*/ 44177 w 71350"/>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grpFill/>
                <a:ln w="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BF54F3FC-B496-55FF-225A-70233677857B}"/>
                    </a:ext>
                  </a:extLst>
                </p:cNvPr>
                <p:cNvSpPr/>
                <p:nvPr/>
              </p:nvSpPr>
              <p:spPr>
                <a:xfrm>
                  <a:off x="1502763" y="2569675"/>
                  <a:ext cx="78384" cy="94476"/>
                </a:xfrm>
                <a:custGeom>
                  <a:avLst/>
                  <a:gdLst>
                    <a:gd name="connsiteX0" fmla="*/ 58953 w 78384"/>
                    <a:gd name="connsiteY0" fmla="*/ 0 h 94476"/>
                    <a:gd name="connsiteX1" fmla="*/ 47618 w 78384"/>
                    <a:gd name="connsiteY1" fmla="*/ 24188 h 94476"/>
                    <a:gd name="connsiteX2" fmla="*/ 39470 w 78384"/>
                    <a:gd name="connsiteY2" fmla="*/ 42962 h 94476"/>
                    <a:gd name="connsiteX3" fmla="*/ 39167 w 78384"/>
                    <a:gd name="connsiteY3" fmla="*/ 42962 h 94476"/>
                    <a:gd name="connsiteX4" fmla="*/ 30918 w 78384"/>
                    <a:gd name="connsiteY4" fmla="*/ 24239 h 94476"/>
                    <a:gd name="connsiteX5" fmla="*/ 19685 w 78384"/>
                    <a:gd name="connsiteY5" fmla="*/ 0 h 94476"/>
                    <a:gd name="connsiteX6" fmla="*/ 0 w 78384"/>
                    <a:gd name="connsiteY6" fmla="*/ 0 h 94476"/>
                    <a:gd name="connsiteX7" fmla="*/ 29805 w 78384"/>
                    <a:gd name="connsiteY7" fmla="*/ 55157 h 94476"/>
                    <a:gd name="connsiteX8" fmla="*/ 29805 w 78384"/>
                    <a:gd name="connsiteY8" fmla="*/ 94476 h 94476"/>
                    <a:gd name="connsiteX9" fmla="*/ 47061 w 78384"/>
                    <a:gd name="connsiteY9" fmla="*/ 94476 h 94476"/>
                    <a:gd name="connsiteX10" fmla="*/ 47061 w 78384"/>
                    <a:gd name="connsiteY10" fmla="*/ 54702 h 94476"/>
                    <a:gd name="connsiteX11" fmla="*/ 78384 w 78384"/>
                    <a:gd name="connsiteY11" fmla="*/ 51 h 94476"/>
                    <a:gd name="connsiteX12" fmla="*/ 58953 w 78384"/>
                    <a:gd name="connsiteY12"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grpFill/>
                <a:ln w="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7B4C68AC-8086-747E-0C27-066341B9469E}"/>
                    </a:ext>
                  </a:extLst>
                </p:cNvPr>
                <p:cNvSpPr/>
                <p:nvPr/>
              </p:nvSpPr>
              <p:spPr>
                <a:xfrm>
                  <a:off x="763045" y="2568106"/>
                  <a:ext cx="88656" cy="97562"/>
                </a:xfrm>
                <a:custGeom>
                  <a:avLst/>
                  <a:gdLst>
                    <a:gd name="connsiteX0" fmla="*/ 44936 w 88656"/>
                    <a:gd name="connsiteY0" fmla="*/ 0 h 97562"/>
                    <a:gd name="connsiteX1" fmla="*/ 0 w 88656"/>
                    <a:gd name="connsiteY1" fmla="*/ 49490 h 97562"/>
                    <a:gd name="connsiteX2" fmla="*/ 43519 w 88656"/>
                    <a:gd name="connsiteY2" fmla="*/ 97563 h 97562"/>
                    <a:gd name="connsiteX3" fmla="*/ 43671 w 88656"/>
                    <a:gd name="connsiteY3" fmla="*/ 97563 h 97562"/>
                    <a:gd name="connsiteX4" fmla="*/ 88657 w 88656"/>
                    <a:gd name="connsiteY4" fmla="*/ 47820 h 97562"/>
                    <a:gd name="connsiteX5" fmla="*/ 44936 w 88656"/>
                    <a:gd name="connsiteY5" fmla="*/ 0 h 97562"/>
                    <a:gd name="connsiteX6" fmla="*/ 44278 w 88656"/>
                    <a:gd name="connsiteY6" fmla="*/ 83748 h 97562"/>
                    <a:gd name="connsiteX7" fmla="*/ 44126 w 88656"/>
                    <a:gd name="connsiteY7" fmla="*/ 83748 h 97562"/>
                    <a:gd name="connsiteX8" fmla="*/ 18065 w 88656"/>
                    <a:gd name="connsiteY8" fmla="*/ 49085 h 97562"/>
                    <a:gd name="connsiteX9" fmla="*/ 44278 w 88656"/>
                    <a:gd name="connsiteY9" fmla="*/ 13815 h 97562"/>
                    <a:gd name="connsiteX10" fmla="*/ 70288 w 88656"/>
                    <a:gd name="connsiteY10" fmla="*/ 48478 h 97562"/>
                    <a:gd name="connsiteX11" fmla="*/ 44227 w 88656"/>
                    <a:gd name="connsiteY11" fmla="*/ 83748 h 97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grpFill/>
                <a:ln w="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C85BD0A4-BB74-E6E8-D10B-EA593EC79D0C}"/>
                    </a:ext>
                  </a:extLst>
                </p:cNvPr>
                <p:cNvSpPr/>
                <p:nvPr/>
              </p:nvSpPr>
              <p:spPr>
                <a:xfrm>
                  <a:off x="1423923"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5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946CC8A8-C0AC-6357-5092-8DDD6197B575}"/>
                    </a:ext>
                  </a:extLst>
                </p:cNvPr>
                <p:cNvSpPr/>
                <p:nvPr/>
              </p:nvSpPr>
              <p:spPr>
                <a:xfrm>
                  <a:off x="1126832" y="2569675"/>
                  <a:ext cx="56017" cy="94425"/>
                </a:xfrm>
                <a:custGeom>
                  <a:avLst/>
                  <a:gdLst>
                    <a:gd name="connsiteX0" fmla="*/ 17205 w 56017"/>
                    <a:gd name="connsiteY0" fmla="*/ 0 h 94425"/>
                    <a:gd name="connsiteX1" fmla="*/ 0 w 56017"/>
                    <a:gd name="connsiteY1" fmla="*/ 0 h 94425"/>
                    <a:gd name="connsiteX2" fmla="*/ 0 w 56017"/>
                    <a:gd name="connsiteY2" fmla="*/ 94426 h 94425"/>
                    <a:gd name="connsiteX3" fmla="*/ 56018 w 56017"/>
                    <a:gd name="connsiteY3" fmla="*/ 94426 h 94425"/>
                    <a:gd name="connsiteX4" fmla="*/ 56018 w 56017"/>
                    <a:gd name="connsiteY4" fmla="*/ 79953 h 94425"/>
                    <a:gd name="connsiteX5" fmla="*/ 17205 w 56017"/>
                    <a:gd name="connsiteY5" fmla="*/ 79953 h 94425"/>
                    <a:gd name="connsiteX6" fmla="*/ 17205 w 56017"/>
                    <a:gd name="connsiteY6" fmla="*/ 0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17" h="94425">
                      <a:moveTo>
                        <a:pt x="17205" y="0"/>
                      </a:moveTo>
                      <a:lnTo>
                        <a:pt x="0" y="0"/>
                      </a:lnTo>
                      <a:lnTo>
                        <a:pt x="0" y="94426"/>
                      </a:lnTo>
                      <a:lnTo>
                        <a:pt x="56018" y="94426"/>
                      </a:lnTo>
                      <a:lnTo>
                        <a:pt x="56018" y="79953"/>
                      </a:lnTo>
                      <a:lnTo>
                        <a:pt x="17205" y="79953"/>
                      </a:lnTo>
                      <a:lnTo>
                        <a:pt x="17205" y="0"/>
                      </a:lnTo>
                      <a:close/>
                    </a:path>
                  </a:pathLst>
                </a:custGeom>
                <a:grp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DA502295-24ED-BD7D-E32B-BAE2732ACF6F}"/>
                    </a:ext>
                  </a:extLst>
                </p:cNvPr>
                <p:cNvSpPr/>
                <p:nvPr/>
              </p:nvSpPr>
              <p:spPr>
                <a:xfrm>
                  <a:off x="1033469" y="2569675"/>
                  <a:ext cx="73728" cy="95994"/>
                </a:xfrm>
                <a:custGeom>
                  <a:avLst/>
                  <a:gdLst>
                    <a:gd name="connsiteX0" fmla="*/ 73729 w 73728"/>
                    <a:gd name="connsiteY0" fmla="*/ 53943 h 95994"/>
                    <a:gd name="connsiteX1" fmla="*/ 73729 w 73728"/>
                    <a:gd name="connsiteY1" fmla="*/ 0 h 95994"/>
                    <a:gd name="connsiteX2" fmla="*/ 56473 w 73728"/>
                    <a:gd name="connsiteY2" fmla="*/ 0 h 95994"/>
                    <a:gd name="connsiteX3" fmla="*/ 56473 w 73728"/>
                    <a:gd name="connsiteY3" fmla="*/ 55056 h 95994"/>
                    <a:gd name="connsiteX4" fmla="*/ 36586 w 73728"/>
                    <a:gd name="connsiteY4" fmla="*/ 82078 h 95994"/>
                    <a:gd name="connsiteX5" fmla="*/ 17256 w 73728"/>
                    <a:gd name="connsiteY5" fmla="*/ 55056 h 95994"/>
                    <a:gd name="connsiteX6" fmla="*/ 17256 w 73728"/>
                    <a:gd name="connsiteY6" fmla="*/ 0 h 95994"/>
                    <a:gd name="connsiteX7" fmla="*/ 0 w 73728"/>
                    <a:gd name="connsiteY7" fmla="*/ 0 h 95994"/>
                    <a:gd name="connsiteX8" fmla="*/ 0 w 73728"/>
                    <a:gd name="connsiteY8" fmla="*/ 54044 h 95994"/>
                    <a:gd name="connsiteX9" fmla="*/ 35928 w 73728"/>
                    <a:gd name="connsiteY9" fmla="*/ 95994 h 95994"/>
                    <a:gd name="connsiteX10" fmla="*/ 73678 w 73728"/>
                    <a:gd name="connsiteY10" fmla="*/ 53943 h 95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grpFill/>
                <a:ln w="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44350763-DDBF-BEC5-B3A2-C7978B1F9452}"/>
                    </a:ext>
                  </a:extLst>
                </p:cNvPr>
                <p:cNvSpPr/>
                <p:nvPr/>
              </p:nvSpPr>
              <p:spPr>
                <a:xfrm>
                  <a:off x="866428" y="2569675"/>
                  <a:ext cx="74892" cy="94476"/>
                </a:xfrm>
                <a:custGeom>
                  <a:avLst/>
                  <a:gdLst>
                    <a:gd name="connsiteX0" fmla="*/ 74842 w 74892"/>
                    <a:gd name="connsiteY0" fmla="*/ 0 h 94476"/>
                    <a:gd name="connsiteX1" fmla="*/ 58902 w 74892"/>
                    <a:gd name="connsiteY1" fmla="*/ 0 h 94476"/>
                    <a:gd name="connsiteX2" fmla="*/ 58902 w 74892"/>
                    <a:gd name="connsiteY2" fmla="*/ 32943 h 94476"/>
                    <a:gd name="connsiteX3" fmla="*/ 60420 w 74892"/>
                    <a:gd name="connsiteY3" fmla="*/ 72110 h 94476"/>
                    <a:gd name="connsiteX4" fmla="*/ 60117 w 74892"/>
                    <a:gd name="connsiteY4" fmla="*/ 72211 h 94476"/>
                    <a:gd name="connsiteX5" fmla="*/ 44075 w 74892"/>
                    <a:gd name="connsiteY5" fmla="*/ 40584 h 94476"/>
                    <a:gd name="connsiteX6" fmla="*/ 19685 w 74892"/>
                    <a:gd name="connsiteY6" fmla="*/ 51 h 94476"/>
                    <a:gd name="connsiteX7" fmla="*/ 0 w 74892"/>
                    <a:gd name="connsiteY7" fmla="*/ 51 h 94476"/>
                    <a:gd name="connsiteX8" fmla="*/ 0 w 74892"/>
                    <a:gd name="connsiteY8" fmla="*/ 94476 h 94476"/>
                    <a:gd name="connsiteX9" fmla="*/ 15940 w 74892"/>
                    <a:gd name="connsiteY9" fmla="*/ 94476 h 94476"/>
                    <a:gd name="connsiteX10" fmla="*/ 15940 w 74892"/>
                    <a:gd name="connsiteY10" fmla="*/ 60673 h 94476"/>
                    <a:gd name="connsiteX11" fmla="*/ 15029 w 74892"/>
                    <a:gd name="connsiteY11" fmla="*/ 20444 h 94476"/>
                    <a:gd name="connsiteX12" fmla="*/ 15485 w 74892"/>
                    <a:gd name="connsiteY12" fmla="*/ 20342 h 94476"/>
                    <a:gd name="connsiteX13" fmla="*/ 32386 w 74892"/>
                    <a:gd name="connsiteY13" fmla="*/ 52931 h 94476"/>
                    <a:gd name="connsiteX14" fmla="*/ 57030 w 74892"/>
                    <a:gd name="connsiteY14" fmla="*/ 94476 h 94476"/>
                    <a:gd name="connsiteX15" fmla="*/ 74893 w 74892"/>
                    <a:gd name="connsiteY15" fmla="*/ 94476 h 94476"/>
                    <a:gd name="connsiteX16" fmla="*/ 74893 w 74892"/>
                    <a:gd name="connsiteY16"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grpFill/>
                <a:ln w="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EE4F9CB-93A7-6E91-B1B7-57E4A77B2D44}"/>
                    </a:ext>
                  </a:extLst>
                </p:cNvPr>
                <p:cNvSpPr/>
                <p:nvPr/>
              </p:nvSpPr>
              <p:spPr>
                <a:xfrm>
                  <a:off x="997743" y="2711313"/>
                  <a:ext cx="17205" cy="94425"/>
                </a:xfrm>
                <a:custGeom>
                  <a:avLst/>
                  <a:gdLst>
                    <a:gd name="connsiteX0" fmla="*/ 0 w 17205"/>
                    <a:gd name="connsiteY0" fmla="*/ 0 h 94425"/>
                    <a:gd name="connsiteX1" fmla="*/ 17205 w 17205"/>
                    <a:gd name="connsiteY1" fmla="*/ 0 h 94425"/>
                    <a:gd name="connsiteX2" fmla="*/ 17205 w 17205"/>
                    <a:gd name="connsiteY2" fmla="*/ 94426 h 94425"/>
                    <a:gd name="connsiteX3" fmla="*/ 0 w 17205"/>
                    <a:gd name="connsiteY3" fmla="*/ 94426 h 94425"/>
                  </a:gdLst>
                  <a:ahLst/>
                  <a:cxnLst>
                    <a:cxn ang="0">
                      <a:pos x="connsiteX0" y="connsiteY0"/>
                    </a:cxn>
                    <a:cxn ang="0">
                      <a:pos x="connsiteX1" y="connsiteY1"/>
                    </a:cxn>
                    <a:cxn ang="0">
                      <a:pos x="connsiteX2" y="connsiteY2"/>
                    </a:cxn>
                    <a:cxn ang="0">
                      <a:pos x="connsiteX3" y="connsiteY3"/>
                    </a:cxn>
                  </a:cxnLst>
                  <a:rect l="l" t="t" r="r" b="b"/>
                  <a:pathLst>
                    <a:path w="17205" h="94425">
                      <a:moveTo>
                        <a:pt x="0" y="0"/>
                      </a:moveTo>
                      <a:lnTo>
                        <a:pt x="17205" y="0"/>
                      </a:lnTo>
                      <a:lnTo>
                        <a:pt x="17205" y="94426"/>
                      </a:lnTo>
                      <a:lnTo>
                        <a:pt x="0" y="94426"/>
                      </a:lnTo>
                      <a:close/>
                    </a:path>
                  </a:pathLst>
                </a:custGeom>
                <a:grpFill/>
                <a:ln w="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38AFFB5E-CE0D-8180-5737-64767DA71455}"/>
                    </a:ext>
                  </a:extLst>
                </p:cNvPr>
                <p:cNvSpPr/>
                <p:nvPr/>
              </p:nvSpPr>
              <p:spPr>
                <a:xfrm>
                  <a:off x="833536" y="2711262"/>
                  <a:ext cx="66239" cy="94476"/>
                </a:xfrm>
                <a:custGeom>
                  <a:avLst/>
                  <a:gdLst>
                    <a:gd name="connsiteX0" fmla="*/ 45796 w 66239"/>
                    <a:gd name="connsiteY0" fmla="*/ 50198 h 94476"/>
                    <a:gd name="connsiteX1" fmla="*/ 45796 w 66239"/>
                    <a:gd name="connsiteY1" fmla="*/ 49794 h 94476"/>
                    <a:gd name="connsiteX2" fmla="*/ 62799 w 66239"/>
                    <a:gd name="connsiteY2" fmla="*/ 26364 h 94476"/>
                    <a:gd name="connsiteX3" fmla="*/ 54753 w 66239"/>
                    <a:gd name="connsiteY3" fmla="*/ 7540 h 94476"/>
                    <a:gd name="connsiteX4" fmla="*/ 25909 w 66239"/>
                    <a:gd name="connsiteY4" fmla="*/ 0 h 94476"/>
                    <a:gd name="connsiteX5" fmla="*/ 0 w 66239"/>
                    <a:gd name="connsiteY5" fmla="*/ 2024 h 94476"/>
                    <a:gd name="connsiteX6" fmla="*/ 0 w 66239"/>
                    <a:gd name="connsiteY6" fmla="*/ 94476 h 94476"/>
                    <a:gd name="connsiteX7" fmla="*/ 16952 w 66239"/>
                    <a:gd name="connsiteY7" fmla="*/ 94476 h 94476"/>
                    <a:gd name="connsiteX8" fmla="*/ 16952 w 66239"/>
                    <a:gd name="connsiteY8" fmla="*/ 55967 h 94476"/>
                    <a:gd name="connsiteX9" fmla="*/ 25555 w 66239"/>
                    <a:gd name="connsiteY9" fmla="*/ 55967 h 94476"/>
                    <a:gd name="connsiteX10" fmla="*/ 42406 w 66239"/>
                    <a:gd name="connsiteY10" fmla="*/ 72363 h 94476"/>
                    <a:gd name="connsiteX11" fmla="*/ 48680 w 66239"/>
                    <a:gd name="connsiteY11" fmla="*/ 94476 h 94476"/>
                    <a:gd name="connsiteX12" fmla="*/ 66240 w 66239"/>
                    <a:gd name="connsiteY12" fmla="*/ 94476 h 94476"/>
                    <a:gd name="connsiteX13" fmla="*/ 58852 w 66239"/>
                    <a:gd name="connsiteY13" fmla="*/ 68365 h 94476"/>
                    <a:gd name="connsiteX14" fmla="*/ 45796 w 66239"/>
                    <a:gd name="connsiteY14" fmla="*/ 50249 h 94476"/>
                    <a:gd name="connsiteX15" fmla="*/ 27022 w 66239"/>
                    <a:gd name="connsiteY15" fmla="*/ 43367 h 94476"/>
                    <a:gd name="connsiteX16" fmla="*/ 16901 w 66239"/>
                    <a:gd name="connsiteY16" fmla="*/ 43367 h 94476"/>
                    <a:gd name="connsiteX17" fmla="*/ 16901 w 66239"/>
                    <a:gd name="connsiteY17" fmla="*/ 13764 h 94476"/>
                    <a:gd name="connsiteX18" fmla="*/ 27528 w 66239"/>
                    <a:gd name="connsiteY18" fmla="*/ 12904 h 94476"/>
                    <a:gd name="connsiteX19" fmla="*/ 45745 w 66239"/>
                    <a:gd name="connsiteY19" fmla="*/ 27933 h 94476"/>
                    <a:gd name="connsiteX20" fmla="*/ 27022 w 66239"/>
                    <a:gd name="connsiteY20" fmla="*/ 43367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grpFill/>
                <a:ln w="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18FC92E4-4315-6630-5F94-907669BCABF2}"/>
                    </a:ext>
                  </a:extLst>
                </p:cNvPr>
                <p:cNvSpPr/>
                <p:nvPr/>
              </p:nvSpPr>
              <p:spPr>
                <a:xfrm>
                  <a:off x="904835" y="2711313"/>
                  <a:ext cx="82837" cy="94425"/>
                </a:xfrm>
                <a:custGeom>
                  <a:avLst/>
                  <a:gdLst>
                    <a:gd name="connsiteX0" fmla="*/ 50704 w 82837"/>
                    <a:gd name="connsiteY0" fmla="*/ 43215 h 94425"/>
                    <a:gd name="connsiteX1" fmla="*/ 41140 w 82837"/>
                    <a:gd name="connsiteY1" fmla="*/ 77372 h 94425"/>
                    <a:gd name="connsiteX2" fmla="*/ 40837 w 82837"/>
                    <a:gd name="connsiteY2" fmla="*/ 77372 h 94425"/>
                    <a:gd name="connsiteX3" fmla="*/ 31627 w 82837"/>
                    <a:gd name="connsiteY3" fmla="*/ 42962 h 94425"/>
                    <a:gd name="connsiteX4" fmla="*/ 18774 w 82837"/>
                    <a:gd name="connsiteY4" fmla="*/ 0 h 94425"/>
                    <a:gd name="connsiteX5" fmla="*/ 0 w 82837"/>
                    <a:gd name="connsiteY5" fmla="*/ 0 h 94425"/>
                    <a:gd name="connsiteX6" fmla="*/ 30514 w 82837"/>
                    <a:gd name="connsiteY6" fmla="*/ 94426 h 94425"/>
                    <a:gd name="connsiteX7" fmla="*/ 50249 w 82837"/>
                    <a:gd name="connsiteY7" fmla="*/ 94426 h 94425"/>
                    <a:gd name="connsiteX8" fmla="*/ 82837 w 82837"/>
                    <a:gd name="connsiteY8" fmla="*/ 0 h 94425"/>
                    <a:gd name="connsiteX9" fmla="*/ 64519 w 82837"/>
                    <a:gd name="connsiteY9" fmla="*/ 0 h 94425"/>
                    <a:gd name="connsiteX10" fmla="*/ 50755 w 82837"/>
                    <a:gd name="connsiteY10" fmla="*/ 43215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grpFill/>
                <a:ln w="0"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0E66B6BF-40D7-42B6-D6FA-14A6770392FE}"/>
                    </a:ext>
                  </a:extLst>
                </p:cNvPr>
                <p:cNvSpPr/>
                <p:nvPr/>
              </p:nvSpPr>
              <p:spPr>
                <a:xfrm>
                  <a:off x="1116964" y="2711313"/>
                  <a:ext cx="56979" cy="94425"/>
                </a:xfrm>
                <a:custGeom>
                  <a:avLst/>
                  <a:gdLst>
                    <a:gd name="connsiteX0" fmla="*/ 17205 w 56979"/>
                    <a:gd name="connsiteY0" fmla="*/ 52526 h 94425"/>
                    <a:gd name="connsiteX1" fmla="*/ 52779 w 56979"/>
                    <a:gd name="connsiteY1" fmla="*/ 52526 h 94425"/>
                    <a:gd name="connsiteX2" fmla="*/ 52779 w 56979"/>
                    <a:gd name="connsiteY2" fmla="*/ 38458 h 94425"/>
                    <a:gd name="connsiteX3" fmla="*/ 17205 w 56979"/>
                    <a:gd name="connsiteY3" fmla="*/ 38458 h 94425"/>
                    <a:gd name="connsiteX4" fmla="*/ 17205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05 w 56979"/>
                    <a:gd name="connsiteY11" fmla="*/ 80257 h 94425"/>
                    <a:gd name="connsiteX12" fmla="*/ 17205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grpFill/>
                <a:ln w="0"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851557E6-9734-A23B-52F0-EE0222840A13}"/>
                    </a:ext>
                  </a:extLst>
                </p:cNvPr>
                <p:cNvSpPr/>
                <p:nvPr/>
              </p:nvSpPr>
              <p:spPr>
                <a:xfrm>
                  <a:off x="1029724" y="2709846"/>
                  <a:ext cx="73374" cy="97411"/>
                </a:xfrm>
                <a:custGeom>
                  <a:avLst/>
                  <a:gdLst>
                    <a:gd name="connsiteX0" fmla="*/ 51261 w 73374"/>
                    <a:gd name="connsiteY0" fmla="*/ 14219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19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grpFill/>
                <a:ln w="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179FF3FF-D2B6-3959-73EC-36223758B29C}"/>
                    </a:ext>
                  </a:extLst>
                </p:cNvPr>
                <p:cNvSpPr/>
                <p:nvPr/>
              </p:nvSpPr>
              <p:spPr>
                <a:xfrm>
                  <a:off x="684712"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C553ED88-9268-89EC-B510-D65E956F2DC5}"/>
                    </a:ext>
                  </a:extLst>
                </p:cNvPr>
                <p:cNvSpPr/>
                <p:nvPr/>
              </p:nvSpPr>
              <p:spPr>
                <a:xfrm>
                  <a:off x="761426" y="2711313"/>
                  <a:ext cx="56979" cy="94425"/>
                </a:xfrm>
                <a:custGeom>
                  <a:avLst/>
                  <a:gdLst>
                    <a:gd name="connsiteX0" fmla="*/ 17256 w 56979"/>
                    <a:gd name="connsiteY0" fmla="*/ 52526 h 94425"/>
                    <a:gd name="connsiteX1" fmla="*/ 52779 w 56979"/>
                    <a:gd name="connsiteY1" fmla="*/ 52526 h 94425"/>
                    <a:gd name="connsiteX2" fmla="*/ 52779 w 56979"/>
                    <a:gd name="connsiteY2" fmla="*/ 38458 h 94425"/>
                    <a:gd name="connsiteX3" fmla="*/ 17256 w 56979"/>
                    <a:gd name="connsiteY3" fmla="*/ 38458 h 94425"/>
                    <a:gd name="connsiteX4" fmla="*/ 17256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56 w 56979"/>
                    <a:gd name="connsiteY11" fmla="*/ 80257 h 94425"/>
                    <a:gd name="connsiteX12" fmla="*/ 17256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grpFill/>
                <a:ln w="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4B402D5-17A4-FB06-8846-2CFE87F4CCF6}"/>
                    </a:ext>
                  </a:extLst>
                </p:cNvPr>
                <p:cNvSpPr/>
                <p:nvPr/>
              </p:nvSpPr>
              <p:spPr>
                <a:xfrm>
                  <a:off x="1184874"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grpSp>
        </p:grpSp>
        <p:grpSp>
          <p:nvGrpSpPr>
            <p:cNvPr id="6" name="Graphic 8">
              <a:extLst>
                <a:ext uri="{FF2B5EF4-FFF2-40B4-BE49-F238E27FC236}">
                  <a16:creationId xmlns:a16="http://schemas.microsoft.com/office/drawing/2014/main" id="{0060880D-5B92-524D-2CBC-F0C263BACA40}"/>
                </a:ext>
              </a:extLst>
            </p:cNvPr>
            <p:cNvGrpSpPr/>
            <p:nvPr/>
          </p:nvGrpSpPr>
          <p:grpSpPr>
            <a:xfrm>
              <a:off x="8396784" y="2645065"/>
              <a:ext cx="435969" cy="387958"/>
              <a:chOff x="8599610" y="2333965"/>
              <a:chExt cx="542618" cy="474759"/>
            </a:xfrm>
            <a:grpFill/>
          </p:grpSpPr>
          <p:sp>
            <p:nvSpPr>
              <p:cNvPr id="7" name="Freeform: Shape 6">
                <a:extLst>
                  <a:ext uri="{FF2B5EF4-FFF2-40B4-BE49-F238E27FC236}">
                    <a16:creationId xmlns:a16="http://schemas.microsoft.com/office/drawing/2014/main" id="{5B9724D0-345C-2561-CB0B-6E0ED6F74FCD}"/>
                  </a:ext>
                </a:extLst>
              </p:cNvPr>
              <p:cNvSpPr/>
              <p:nvPr/>
            </p:nvSpPr>
            <p:spPr>
              <a:xfrm>
                <a:off x="859961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160 w 130657"/>
                  <a:gd name="connsiteY3" fmla="*/ 39723 h 135211"/>
                  <a:gd name="connsiteX4" fmla="*/ 93160 w 130657"/>
                  <a:gd name="connsiteY4" fmla="*/ 135212 h 135211"/>
                  <a:gd name="connsiteX5" fmla="*/ 38711 w 130657"/>
                  <a:gd name="connsiteY5" fmla="*/ 135212 h 135211"/>
                  <a:gd name="connsiteX6" fmla="*/ 38711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grpFill/>
              <a:ln w="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F6BB9A49-66C7-9FA4-A125-17DB7216DBB1}"/>
                  </a:ext>
                </a:extLst>
              </p:cNvPr>
              <p:cNvSpPr/>
              <p:nvPr/>
            </p:nvSpPr>
            <p:spPr>
              <a:xfrm>
                <a:off x="8716605" y="2673513"/>
                <a:ext cx="160563" cy="135211"/>
              </a:xfrm>
              <a:custGeom>
                <a:avLst/>
                <a:gdLst>
                  <a:gd name="connsiteX0" fmla="*/ 79801 w 160563"/>
                  <a:gd name="connsiteY0" fmla="*/ 54651 h 135211"/>
                  <a:gd name="connsiteX1" fmla="*/ 52324 w 160563"/>
                  <a:gd name="connsiteY1" fmla="*/ 135212 h 135211"/>
                  <a:gd name="connsiteX2" fmla="*/ 0 w 160563"/>
                  <a:gd name="connsiteY2" fmla="*/ 135212 h 135211"/>
                  <a:gd name="connsiteX3" fmla="*/ 51312 w 160563"/>
                  <a:gd name="connsiteY3" fmla="*/ 0 h 135211"/>
                  <a:gd name="connsiteX4" fmla="*/ 108088 w 160563"/>
                  <a:gd name="connsiteY4" fmla="*/ 0 h 135211"/>
                  <a:gd name="connsiteX5" fmla="*/ 160564 w 160563"/>
                  <a:gd name="connsiteY5" fmla="*/ 135212 h 135211"/>
                  <a:gd name="connsiteX6" fmla="*/ 107633 w 160563"/>
                  <a:gd name="connsiteY6" fmla="*/ 135212 h 135211"/>
                  <a:gd name="connsiteX7" fmla="*/ 79801 w 16056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grpFill/>
              <a:ln w="0"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F2FC626A-8E74-4CE6-2BA2-B5A763066D81}"/>
                  </a:ext>
                </a:extLst>
              </p:cNvPr>
              <p:cNvSpPr/>
              <p:nvPr/>
            </p:nvSpPr>
            <p:spPr>
              <a:xfrm>
                <a:off x="886467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211 w 130657"/>
                  <a:gd name="connsiteY3" fmla="*/ 39723 h 135211"/>
                  <a:gd name="connsiteX4" fmla="*/ 93211 w 130657"/>
                  <a:gd name="connsiteY4" fmla="*/ 135212 h 135211"/>
                  <a:gd name="connsiteX5" fmla="*/ 38762 w 130657"/>
                  <a:gd name="connsiteY5" fmla="*/ 135212 h 135211"/>
                  <a:gd name="connsiteX6" fmla="*/ 38762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grpFill/>
              <a:ln w="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3066306-D3D3-16FA-C069-AFC0DC4B3E59}"/>
                  </a:ext>
                </a:extLst>
              </p:cNvPr>
              <p:cNvSpPr/>
              <p:nvPr/>
            </p:nvSpPr>
            <p:spPr>
              <a:xfrm>
                <a:off x="8981715" y="2673513"/>
                <a:ext cx="160513" cy="135211"/>
              </a:xfrm>
              <a:custGeom>
                <a:avLst/>
                <a:gdLst>
                  <a:gd name="connsiteX0" fmla="*/ 79750 w 160513"/>
                  <a:gd name="connsiteY0" fmla="*/ 54651 h 135211"/>
                  <a:gd name="connsiteX1" fmla="*/ 52273 w 160513"/>
                  <a:gd name="connsiteY1" fmla="*/ 135212 h 135211"/>
                  <a:gd name="connsiteX2" fmla="*/ 0 w 160513"/>
                  <a:gd name="connsiteY2" fmla="*/ 135212 h 135211"/>
                  <a:gd name="connsiteX3" fmla="*/ 51261 w 160513"/>
                  <a:gd name="connsiteY3" fmla="*/ 0 h 135211"/>
                  <a:gd name="connsiteX4" fmla="*/ 108038 w 160513"/>
                  <a:gd name="connsiteY4" fmla="*/ 0 h 135211"/>
                  <a:gd name="connsiteX5" fmla="*/ 160513 w 160513"/>
                  <a:gd name="connsiteY5" fmla="*/ 135212 h 135211"/>
                  <a:gd name="connsiteX6" fmla="*/ 107633 w 160513"/>
                  <a:gd name="connsiteY6" fmla="*/ 135212 h 135211"/>
                  <a:gd name="connsiteX7" fmla="*/ 79750 w 16051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grpFill/>
              <a:ln w="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1CED4361-EC31-7903-8784-65EEFE3F2089}"/>
                  </a:ext>
                </a:extLst>
              </p:cNvPr>
              <p:cNvSpPr/>
              <p:nvPr/>
            </p:nvSpPr>
            <p:spPr>
              <a:xfrm>
                <a:off x="8678855" y="2333965"/>
                <a:ext cx="384685" cy="271536"/>
              </a:xfrm>
              <a:custGeom>
                <a:avLst/>
                <a:gdLst>
                  <a:gd name="connsiteX0" fmla="*/ 384584 w 384685"/>
                  <a:gd name="connsiteY0" fmla="*/ 91086 h 271536"/>
                  <a:gd name="connsiteX1" fmla="*/ 365305 w 384685"/>
                  <a:gd name="connsiteY1" fmla="*/ 63709 h 271536"/>
                  <a:gd name="connsiteX2" fmla="*/ 292032 w 384685"/>
                  <a:gd name="connsiteY2" fmla="*/ 17104 h 271536"/>
                  <a:gd name="connsiteX3" fmla="*/ 192292 w 384685"/>
                  <a:gd name="connsiteY3" fmla="*/ 0 h 271536"/>
                  <a:gd name="connsiteX4" fmla="*/ 92553 w 384685"/>
                  <a:gd name="connsiteY4" fmla="*/ 17104 h 271536"/>
                  <a:gd name="connsiteX5" fmla="*/ 19280 w 384685"/>
                  <a:gd name="connsiteY5" fmla="*/ 63709 h 271536"/>
                  <a:gd name="connsiteX6" fmla="*/ 0 w 384685"/>
                  <a:gd name="connsiteY6" fmla="*/ 91136 h 271536"/>
                  <a:gd name="connsiteX7" fmla="*/ 167800 w 384685"/>
                  <a:gd name="connsiteY7" fmla="*/ 67909 h 271536"/>
                  <a:gd name="connsiteX8" fmla="*/ 180603 w 384685"/>
                  <a:gd name="connsiteY8" fmla="*/ 73122 h 271536"/>
                  <a:gd name="connsiteX9" fmla="*/ 183589 w 384685"/>
                  <a:gd name="connsiteY9" fmla="*/ 98879 h 271536"/>
                  <a:gd name="connsiteX10" fmla="*/ 181818 w 384685"/>
                  <a:gd name="connsiteY10" fmla="*/ 271334 h 271536"/>
                  <a:gd name="connsiteX11" fmla="*/ 192343 w 384685"/>
                  <a:gd name="connsiteY11" fmla="*/ 271537 h 271536"/>
                  <a:gd name="connsiteX12" fmla="*/ 202919 w 384685"/>
                  <a:gd name="connsiteY12" fmla="*/ 271334 h 271536"/>
                  <a:gd name="connsiteX13" fmla="*/ 201148 w 384685"/>
                  <a:gd name="connsiteY13" fmla="*/ 98879 h 271536"/>
                  <a:gd name="connsiteX14" fmla="*/ 204134 w 384685"/>
                  <a:gd name="connsiteY14" fmla="*/ 73122 h 271536"/>
                  <a:gd name="connsiteX15" fmla="*/ 216936 w 384685"/>
                  <a:gd name="connsiteY15" fmla="*/ 67909 h 271536"/>
                  <a:gd name="connsiteX16" fmla="*/ 384686 w 384685"/>
                  <a:gd name="connsiteY16" fmla="*/ 91086 h 27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grpFill/>
              <a:ln w="0"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2AB8178C-6232-915F-4EC8-97CDE79C31A7}"/>
                  </a:ext>
                </a:extLst>
              </p:cNvPr>
              <p:cNvSpPr/>
              <p:nvPr/>
            </p:nvSpPr>
            <p:spPr>
              <a:xfrm>
                <a:off x="8907519" y="2429876"/>
                <a:ext cx="166901" cy="168288"/>
              </a:xfrm>
              <a:custGeom>
                <a:avLst/>
                <a:gdLst>
                  <a:gd name="connsiteX0" fmla="*/ 164219 w 166901"/>
                  <a:gd name="connsiteY0" fmla="*/ 17592 h 168288"/>
                  <a:gd name="connsiteX1" fmla="*/ 31284 w 166901"/>
                  <a:gd name="connsiteY1" fmla="*/ 184 h 168288"/>
                  <a:gd name="connsiteX2" fmla="*/ 1328 w 166901"/>
                  <a:gd name="connsiteY2" fmla="*/ 32469 h 168288"/>
                  <a:gd name="connsiteX3" fmla="*/ 2137 w 166901"/>
                  <a:gd name="connsiteY3" fmla="*/ 37530 h 168288"/>
                  <a:gd name="connsiteX4" fmla="*/ 29210 w 166901"/>
                  <a:gd name="connsiteY4" fmla="*/ 168288 h 168288"/>
                  <a:gd name="connsiteX5" fmla="*/ 166901 w 166901"/>
                  <a:gd name="connsiteY5" fmla="*/ 39807 h 168288"/>
                  <a:gd name="connsiteX6" fmla="*/ 164219 w 166901"/>
                  <a:gd name="connsiteY6" fmla="*/ 17592 h 16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grpFill/>
              <a:ln w="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36B7DD20-DE41-6868-EF3F-4B74DCD7E3DF}"/>
                  </a:ext>
                </a:extLst>
              </p:cNvPr>
              <p:cNvSpPr/>
              <p:nvPr/>
            </p:nvSpPr>
            <p:spPr>
              <a:xfrm>
                <a:off x="8667823" y="2429927"/>
                <a:ext cx="166901" cy="168389"/>
              </a:xfrm>
              <a:custGeom>
                <a:avLst/>
                <a:gdLst>
                  <a:gd name="connsiteX0" fmla="*/ 165574 w 166901"/>
                  <a:gd name="connsiteY0" fmla="*/ 32469 h 168389"/>
                  <a:gd name="connsiteX1" fmla="*/ 135616 w 166901"/>
                  <a:gd name="connsiteY1" fmla="*/ 184 h 168389"/>
                  <a:gd name="connsiteX2" fmla="*/ 2631 w 166901"/>
                  <a:gd name="connsiteY2" fmla="*/ 17592 h 168389"/>
                  <a:gd name="connsiteX3" fmla="*/ 0 w 166901"/>
                  <a:gd name="connsiteY3" fmla="*/ 39807 h 168389"/>
                  <a:gd name="connsiteX4" fmla="*/ 30261 w 166901"/>
                  <a:gd name="connsiteY4" fmla="*/ 111815 h 168389"/>
                  <a:gd name="connsiteX5" fmla="*/ 103534 w 166901"/>
                  <a:gd name="connsiteY5" fmla="*/ 158421 h 168389"/>
                  <a:gd name="connsiteX6" fmla="*/ 137640 w 166901"/>
                  <a:gd name="connsiteY6" fmla="*/ 168389 h 168389"/>
                  <a:gd name="connsiteX7" fmla="*/ 165017 w 166901"/>
                  <a:gd name="connsiteY7" fmla="*/ 35860 h 168389"/>
                  <a:gd name="connsiteX8" fmla="*/ 165523 w 166901"/>
                  <a:gd name="connsiteY8" fmla="*/ 32469 h 168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grpFill/>
              <a:ln w="0" cap="flat">
                <a:noFill/>
                <a:prstDash val="solid"/>
                <a:miter/>
              </a:ln>
            </p:spPr>
            <p:txBody>
              <a:bodyPr rtlCol="0" anchor="ctr"/>
              <a:lstStyle/>
              <a:p>
                <a:endParaRPr lang="en-US"/>
              </a:p>
            </p:txBody>
          </p:sp>
        </p:grpSp>
      </p:grpSp>
      <p:sp>
        <p:nvSpPr>
          <p:cNvPr id="9" name="Oval 8">
            <a:extLst>
              <a:ext uri="{FF2B5EF4-FFF2-40B4-BE49-F238E27FC236}">
                <a16:creationId xmlns:a16="http://schemas.microsoft.com/office/drawing/2014/main" id="{D55F77FF-CBBE-D017-3342-8861FED69E9D}"/>
              </a:ext>
            </a:extLst>
          </p:cNvPr>
          <p:cNvSpPr/>
          <p:nvPr userDrawn="1"/>
        </p:nvSpPr>
        <p:spPr>
          <a:xfrm>
            <a:off x="5403898" y="247011"/>
            <a:ext cx="3160982" cy="3160982"/>
          </a:xfrm>
          <a:prstGeom prst="ellipse">
            <a:avLst/>
          </a:prstGeom>
          <a:solidFill>
            <a:srgbClr val="FBB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 name="Picture Placeholder 1">
            <a:extLst>
              <a:ext uri="{FF2B5EF4-FFF2-40B4-BE49-F238E27FC236}">
                <a16:creationId xmlns:a16="http://schemas.microsoft.com/office/drawing/2014/main" id="{40FA421C-748E-DD74-1D40-990AA6E113C9}"/>
              </a:ext>
            </a:extLst>
          </p:cNvPr>
          <p:cNvSpPr>
            <a:spLocks noGrp="1"/>
          </p:cNvSpPr>
          <p:nvPr>
            <p:ph type="pic" sz="quarter" idx="10" hasCustomPrompt="1"/>
          </p:nvPr>
        </p:nvSpPr>
        <p:spPr>
          <a:xfrm>
            <a:off x="5465245" y="308358"/>
            <a:ext cx="3038288" cy="3038288"/>
          </a:xfrm>
          <a:custGeom>
            <a:avLst/>
            <a:gdLst>
              <a:gd name="connsiteX0" fmla="*/ 1480220 w 2960440"/>
              <a:gd name="connsiteY0" fmla="*/ 0 h 2960440"/>
              <a:gd name="connsiteX1" fmla="*/ 2960440 w 2960440"/>
              <a:gd name="connsiteY1" fmla="*/ 1480220 h 2960440"/>
              <a:gd name="connsiteX2" fmla="*/ 1480220 w 2960440"/>
              <a:gd name="connsiteY2" fmla="*/ 2960440 h 2960440"/>
              <a:gd name="connsiteX3" fmla="*/ 0 w 2960440"/>
              <a:gd name="connsiteY3" fmla="*/ 1480220 h 2960440"/>
              <a:gd name="connsiteX4" fmla="*/ 1480220 w 2960440"/>
              <a:gd name="connsiteY4" fmla="*/ 0 h 2960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0440" h="2960440">
                <a:moveTo>
                  <a:pt x="1480220" y="0"/>
                </a:moveTo>
                <a:cubicBezTo>
                  <a:pt x="2297723" y="0"/>
                  <a:pt x="2960440" y="662717"/>
                  <a:pt x="2960440" y="1480220"/>
                </a:cubicBezTo>
                <a:cubicBezTo>
                  <a:pt x="2960440" y="2297723"/>
                  <a:pt x="2297723" y="2960440"/>
                  <a:pt x="1480220" y="2960440"/>
                </a:cubicBezTo>
                <a:cubicBezTo>
                  <a:pt x="662717" y="2960440"/>
                  <a:pt x="0" y="2297723"/>
                  <a:pt x="0" y="1480220"/>
                </a:cubicBezTo>
                <a:cubicBezTo>
                  <a:pt x="0" y="662717"/>
                  <a:pt x="662717" y="0"/>
                  <a:pt x="1480220" y="0"/>
                </a:cubicBezTo>
                <a:close/>
              </a:path>
            </a:pathLst>
          </a:custGeom>
          <a:solidFill>
            <a:schemeClr val="bg1">
              <a:lumMod val="85000"/>
            </a:schemeClr>
          </a:solidFill>
          <a:ln>
            <a:noFill/>
          </a:ln>
        </p:spPr>
        <p:txBody>
          <a:bodyPr wrap="square" anchor="ctr">
            <a:noAutofit/>
          </a:bodyPr>
          <a:lstStyle>
            <a:lvl1pPr marL="0" indent="0" algn="ctr">
              <a:buNone/>
              <a:defRPr sz="2000" b="1">
                <a:solidFill>
                  <a:srgbClr val="4E84C4"/>
                </a:solidFill>
              </a:defRPr>
            </a:lvl1pPr>
          </a:lstStyle>
          <a:p>
            <a:r>
              <a:rPr lang="en-US"/>
              <a:t>Insert Pic here</a:t>
            </a:r>
          </a:p>
        </p:txBody>
      </p:sp>
      <p:sp>
        <p:nvSpPr>
          <p:cNvPr id="48" name="Content Placeholder 47">
            <a:extLst>
              <a:ext uri="{FF2B5EF4-FFF2-40B4-BE49-F238E27FC236}">
                <a16:creationId xmlns:a16="http://schemas.microsoft.com/office/drawing/2014/main" id="{08FD865E-85B0-F50E-6EE1-4A7383C57F48}"/>
              </a:ext>
            </a:extLst>
          </p:cNvPr>
          <p:cNvSpPr>
            <a:spLocks noGrp="1"/>
          </p:cNvSpPr>
          <p:nvPr>
            <p:ph sz="quarter" idx="11"/>
          </p:nvPr>
        </p:nvSpPr>
        <p:spPr>
          <a:xfrm>
            <a:off x="273050" y="1502381"/>
            <a:ext cx="4573270" cy="1905611"/>
          </a:xfrm>
          <a:prstGeom prst="rect">
            <a:avLst/>
          </a:prstGeom>
          <a:noFill/>
        </p:spPr>
        <p:txBody>
          <a:bodyPr wrap="square">
            <a:noAutofit/>
          </a:bodyPr>
          <a:lstStyle>
            <a:lvl1pPr>
              <a:buNone/>
              <a:defRPr lang="en-US" sz="1400" b="0" i="0" dirty="0" smtClean="0">
                <a:solidFill>
                  <a:schemeClr val="tx1"/>
                </a:solidFill>
                <a:effectLst/>
              </a:defRPr>
            </a:lvl1pPr>
            <a:lvl2pPr>
              <a:buNone/>
              <a:defRPr lang="en-US" sz="818" smtClean="0">
                <a:solidFill>
                  <a:schemeClr val="tx1"/>
                </a:solidFill>
              </a:defRPr>
            </a:lvl2pPr>
            <a:lvl3pPr>
              <a:buNone/>
              <a:defRPr lang="en-US" sz="818" smtClean="0">
                <a:solidFill>
                  <a:schemeClr val="tx1"/>
                </a:solidFill>
              </a:defRPr>
            </a:lvl3pPr>
            <a:lvl4pPr>
              <a:buNone/>
              <a:defRPr lang="en-US" sz="818" smtClean="0">
                <a:solidFill>
                  <a:schemeClr val="tx1"/>
                </a:solidFill>
              </a:defRPr>
            </a:lvl4pPr>
            <a:lvl5pPr>
              <a:buNone/>
              <a:defRPr lang="en-US" sz="818">
                <a:solidFill>
                  <a:schemeClr val="tx1"/>
                </a:solidFill>
              </a:defRPr>
            </a:lvl5pPr>
          </a:lstStyle>
          <a:p>
            <a:pPr marL="0" lvl="0" indent="0">
              <a:buNone/>
            </a:pPr>
            <a:r>
              <a:rPr lang="en-US"/>
              <a:t>Click to edit Master text styles</a:t>
            </a:r>
          </a:p>
        </p:txBody>
      </p:sp>
    </p:spTree>
    <p:extLst>
      <p:ext uri="{BB962C8B-B14F-4D97-AF65-F5344CB8AC3E}">
        <p14:creationId xmlns:p14="http://schemas.microsoft.com/office/powerpoint/2010/main" val="413492726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9.xml"/><Relationship Id="rId1" Type="http://schemas.openxmlformats.org/officeDocument/2006/relationships/slideLayout" Target="../slideLayouts/slideLayout18.xml"/><Relationship Id="rId4" Type="http://schemas.openxmlformats.org/officeDocument/2006/relationships/image" Target="../media/image6.svg"/></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slideLayout" Target="../slideLayouts/slideLayout21.xml"/><Relationship Id="rId1" Type="http://schemas.openxmlformats.org/officeDocument/2006/relationships/slideLayout" Target="../slideLayouts/slideLayout20.xml"/><Relationship Id="rId5" Type="http://schemas.openxmlformats.org/officeDocument/2006/relationships/theme" Target="../theme/theme6.xml"/><Relationship Id="rId4"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92ADE80-F35C-381A-C871-E1A3C6208B53}"/>
              </a:ext>
            </a:extLst>
          </p:cNvPr>
          <p:cNvSpPr/>
          <p:nvPr userDrawn="1"/>
        </p:nvSpPr>
        <p:spPr>
          <a:xfrm>
            <a:off x="70640" y="100727"/>
            <a:ext cx="148437" cy="145788"/>
          </a:xfrm>
          <a:prstGeom prst="rect">
            <a:avLst/>
          </a:prstGeom>
          <a:solidFill>
            <a:srgbClr val="4E84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p>
        </p:txBody>
      </p:sp>
      <p:cxnSp>
        <p:nvCxnSpPr>
          <p:cNvPr id="45" name="Straight Connector 44">
            <a:extLst>
              <a:ext uri="{FF2B5EF4-FFF2-40B4-BE49-F238E27FC236}">
                <a16:creationId xmlns:a16="http://schemas.microsoft.com/office/drawing/2014/main" id="{5B0CB8AA-960C-4650-ABE9-4A6EFCAF5D81}"/>
              </a:ext>
            </a:extLst>
          </p:cNvPr>
          <p:cNvCxnSpPr>
            <a:cxnSpLocks/>
          </p:cNvCxnSpPr>
          <p:nvPr userDrawn="1"/>
        </p:nvCxnSpPr>
        <p:spPr>
          <a:xfrm>
            <a:off x="91079" y="273502"/>
            <a:ext cx="107556" cy="0"/>
          </a:xfrm>
          <a:prstGeom prst="line">
            <a:avLst/>
          </a:prstGeom>
          <a:ln w="9525"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ED1CCB6F-A314-28BE-B118-A56B465A98BA}"/>
              </a:ext>
            </a:extLst>
          </p:cNvPr>
          <p:cNvSpPr txBox="1"/>
          <p:nvPr userDrawn="1"/>
        </p:nvSpPr>
        <p:spPr>
          <a:xfrm>
            <a:off x="70640" y="330802"/>
            <a:ext cx="148437" cy="145788"/>
          </a:xfrm>
          <a:prstGeom prst="rect">
            <a:avLst/>
          </a:prstGeom>
          <a:noFill/>
        </p:spPr>
        <p:txBody>
          <a:bodyPr wrap="none" lIns="0" tIns="0" rIns="0" bIns="0" rtlCol="0" anchor="ctr" anchorCtr="0">
            <a:noAutofit/>
          </a:bodyPr>
          <a:lstStyle/>
          <a:p>
            <a:pPr algn="ctr"/>
            <a:endParaRPr lang="en-US" sz="900">
              <a:solidFill>
                <a:schemeClr val="tx1"/>
              </a:solidFill>
            </a:endParaRPr>
          </a:p>
        </p:txBody>
      </p:sp>
      <p:sp>
        <p:nvSpPr>
          <p:cNvPr id="47" name="Rectangle 46">
            <a:extLst>
              <a:ext uri="{FF2B5EF4-FFF2-40B4-BE49-F238E27FC236}">
                <a16:creationId xmlns:a16="http://schemas.microsoft.com/office/drawing/2014/main" id="{93F3404D-499E-D5A1-04D0-555C768C2AC7}"/>
              </a:ext>
            </a:extLst>
          </p:cNvPr>
          <p:cNvSpPr/>
          <p:nvPr userDrawn="1"/>
        </p:nvSpPr>
        <p:spPr>
          <a:xfrm>
            <a:off x="37301" y="63500"/>
            <a:ext cx="215112" cy="4328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1"/>
          </a:p>
        </p:txBody>
      </p:sp>
      <p:sp>
        <p:nvSpPr>
          <p:cNvPr id="2" name="Title Placeholder 1">
            <a:extLst>
              <a:ext uri="{FF2B5EF4-FFF2-40B4-BE49-F238E27FC236}">
                <a16:creationId xmlns:a16="http://schemas.microsoft.com/office/drawing/2014/main" id="{0BBFA0BF-8DAC-3B8C-4AE3-5CA36724CAB0}"/>
              </a:ext>
            </a:extLst>
          </p:cNvPr>
          <p:cNvSpPr>
            <a:spLocks noGrp="1"/>
          </p:cNvSpPr>
          <p:nvPr>
            <p:ph type="title"/>
          </p:nvPr>
        </p:nvSpPr>
        <p:spPr>
          <a:xfrm>
            <a:off x="173944" y="142092"/>
            <a:ext cx="8651153" cy="553027"/>
          </a:xfrm>
          <a:prstGeom prst="rect">
            <a:avLst/>
          </a:prstGeom>
        </p:spPr>
        <p:txBody>
          <a:bodyPr vert="horz" lIns="91440" tIns="0" rIns="91440" bIns="45720" rtlCol="0" anchor="t">
            <a:noAutofit/>
          </a:bodyPr>
          <a:lstStyle/>
          <a:p>
            <a:pPr lvl="0"/>
            <a:r>
              <a:rPr lang="en-US"/>
              <a:t>Click to edit Master title style</a:t>
            </a:r>
            <a:endParaRPr lang="en-IN"/>
          </a:p>
        </p:txBody>
      </p:sp>
      <p:sp>
        <p:nvSpPr>
          <p:cNvPr id="3" name="Text Placeholder 2">
            <a:extLst>
              <a:ext uri="{FF2B5EF4-FFF2-40B4-BE49-F238E27FC236}">
                <a16:creationId xmlns:a16="http://schemas.microsoft.com/office/drawing/2014/main" id="{A9CEB974-2740-39F8-02D1-C88C824BE991}"/>
              </a:ext>
            </a:extLst>
          </p:cNvPr>
          <p:cNvSpPr>
            <a:spLocks noGrp="1"/>
          </p:cNvSpPr>
          <p:nvPr>
            <p:ph type="body" idx="1"/>
          </p:nvPr>
        </p:nvSpPr>
        <p:spPr>
          <a:xfrm>
            <a:off x="192992" y="1066799"/>
            <a:ext cx="7886700" cy="314894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Slide Number Placeholder 5">
            <a:extLst>
              <a:ext uri="{FF2B5EF4-FFF2-40B4-BE49-F238E27FC236}">
                <a16:creationId xmlns:a16="http://schemas.microsoft.com/office/drawing/2014/main" id="{61DDCB85-668C-1A07-18A7-82A4D4D7148F}"/>
              </a:ext>
            </a:extLst>
          </p:cNvPr>
          <p:cNvSpPr>
            <a:spLocks noGrp="1"/>
          </p:cNvSpPr>
          <p:nvPr>
            <p:ph type="sldNum" sz="quarter" idx="4"/>
          </p:nvPr>
        </p:nvSpPr>
        <p:spPr>
          <a:xfrm>
            <a:off x="4312604" y="4923599"/>
            <a:ext cx="300588" cy="127170"/>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bodyPr>
          <a:lstStyle>
            <a:lvl1pPr>
              <a:defRPr lang="en-IN" sz="800" b="1" smtClean="0">
                <a:solidFill>
                  <a:schemeClr val="bg1">
                    <a:lumMod val="50000"/>
                  </a:schemeClr>
                </a:solidFill>
                <a:latin typeface="+mj-lt"/>
                <a:cs typeface="Arial" pitchFamily="34" charset="0"/>
              </a:defRPr>
            </a:lvl1pPr>
          </a:lstStyle>
          <a:p>
            <a:pPr algn="ctr" defTabSz="914355"/>
            <a:fld id="{662A0901-ACEF-4BE9-9C8C-C119B421173E}" type="slidenum">
              <a:rPr lang="en-US" smtClean="0"/>
              <a:pPr algn="ctr" defTabSz="914355"/>
              <a:t>‹#›</a:t>
            </a:fld>
            <a:endParaRPr lang="en-US"/>
          </a:p>
        </p:txBody>
      </p:sp>
      <p:cxnSp>
        <p:nvCxnSpPr>
          <p:cNvPr id="10" name="Straight Connector 9">
            <a:extLst>
              <a:ext uri="{FF2B5EF4-FFF2-40B4-BE49-F238E27FC236}">
                <a16:creationId xmlns:a16="http://schemas.microsoft.com/office/drawing/2014/main" id="{204A0732-89C6-3C17-1231-F15060AB29F0}"/>
              </a:ext>
            </a:extLst>
          </p:cNvPr>
          <p:cNvCxnSpPr>
            <a:cxnSpLocks/>
          </p:cNvCxnSpPr>
          <p:nvPr userDrawn="1"/>
        </p:nvCxnSpPr>
        <p:spPr>
          <a:xfrm>
            <a:off x="4578258" y="4923599"/>
            <a:ext cx="0" cy="127170"/>
          </a:xfrm>
          <a:prstGeom prst="line">
            <a:avLst/>
          </a:prstGeom>
          <a:ln>
            <a:solidFill>
              <a:srgbClr val="808285"/>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8D29970C-B26D-BE0C-66B2-29D3B3DEE5DE}"/>
              </a:ext>
            </a:extLst>
          </p:cNvPr>
          <p:cNvSpPr>
            <a:spLocks noGrp="1"/>
          </p:cNvSpPr>
          <p:nvPr>
            <p:ph type="ftr" sz="quarter" idx="3"/>
          </p:nvPr>
        </p:nvSpPr>
        <p:spPr>
          <a:xfrm>
            <a:off x="4570610" y="4923599"/>
            <a:ext cx="1603957" cy="127170"/>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bodyPr>
          <a:lstStyle>
            <a:lvl1pPr>
              <a:defRPr lang="en-US" sz="800" b="0" spc="0" baseline="0">
                <a:solidFill>
                  <a:schemeClr val="tx1">
                    <a:lumMod val="65000"/>
                    <a:lumOff val="35000"/>
                  </a:schemeClr>
                </a:solidFill>
                <a:latin typeface="+mj-lt"/>
                <a:cs typeface="Arial" pitchFamily="34" charset="0"/>
              </a:defRPr>
            </a:lvl1pPr>
          </a:lstStyle>
          <a:p>
            <a:pPr defTabSz="914355"/>
            <a:r>
              <a:rPr lang="en-US"/>
              <a:t>TCS confidential</a:t>
            </a:r>
            <a:endParaRPr lang="en-US" b="0"/>
          </a:p>
        </p:txBody>
      </p:sp>
      <p:grpSp>
        <p:nvGrpSpPr>
          <p:cNvPr id="85" name="Group 84">
            <a:extLst>
              <a:ext uri="{FF2B5EF4-FFF2-40B4-BE49-F238E27FC236}">
                <a16:creationId xmlns:a16="http://schemas.microsoft.com/office/drawing/2014/main" id="{4E0F0CE1-8645-61D0-5518-E4B1A4715276}"/>
              </a:ext>
            </a:extLst>
          </p:cNvPr>
          <p:cNvGrpSpPr/>
          <p:nvPr userDrawn="1"/>
        </p:nvGrpSpPr>
        <p:grpSpPr>
          <a:xfrm>
            <a:off x="274638" y="4648193"/>
            <a:ext cx="8570864" cy="390410"/>
            <a:chOff x="274638" y="4648193"/>
            <a:chExt cx="8570864" cy="390410"/>
          </a:xfrm>
        </p:grpSpPr>
        <p:grpSp>
          <p:nvGrpSpPr>
            <p:cNvPr id="8" name="Group 7">
              <a:extLst>
                <a:ext uri="{FF2B5EF4-FFF2-40B4-BE49-F238E27FC236}">
                  <a16:creationId xmlns:a16="http://schemas.microsoft.com/office/drawing/2014/main" id="{7BA98EF3-FD5A-D6B6-D03A-09DCE544B3B3}"/>
                </a:ext>
              </a:extLst>
            </p:cNvPr>
            <p:cNvGrpSpPr/>
            <p:nvPr userDrawn="1"/>
          </p:nvGrpSpPr>
          <p:grpSpPr>
            <a:xfrm>
              <a:off x="274638" y="4736080"/>
              <a:ext cx="1266904" cy="302523"/>
              <a:chOff x="0" y="2427986"/>
              <a:chExt cx="1581147" cy="380839"/>
            </a:xfrm>
            <a:solidFill>
              <a:schemeClr val="tx1"/>
            </a:solidFill>
          </p:grpSpPr>
          <p:grpSp>
            <p:nvGrpSpPr>
              <p:cNvPr id="18" name="Graphic 8">
                <a:extLst>
                  <a:ext uri="{FF2B5EF4-FFF2-40B4-BE49-F238E27FC236}">
                    <a16:creationId xmlns:a16="http://schemas.microsoft.com/office/drawing/2014/main" id="{6A864035-4916-9D07-A328-B0B77259FB88}"/>
                  </a:ext>
                </a:extLst>
              </p:cNvPr>
              <p:cNvGrpSpPr/>
              <p:nvPr/>
            </p:nvGrpSpPr>
            <p:grpSpPr>
              <a:xfrm>
                <a:off x="0" y="2428340"/>
                <a:ext cx="605264" cy="380485"/>
                <a:chOff x="0" y="2428340"/>
                <a:chExt cx="605264" cy="380485"/>
              </a:xfrm>
              <a:grpFill/>
            </p:grpSpPr>
            <p:sp>
              <p:nvSpPr>
                <p:cNvPr id="43" name="Freeform: Shape 42">
                  <a:extLst>
                    <a:ext uri="{FF2B5EF4-FFF2-40B4-BE49-F238E27FC236}">
                      <a16:creationId xmlns:a16="http://schemas.microsoft.com/office/drawing/2014/main" id="{887486D1-6148-25E5-8B69-2E86997D2E99}"/>
                    </a:ext>
                  </a:extLst>
                </p:cNvPr>
                <p:cNvSpPr/>
                <p:nvPr/>
              </p:nvSpPr>
              <p:spPr>
                <a:xfrm>
                  <a:off x="0" y="2428340"/>
                  <a:ext cx="605264" cy="380485"/>
                </a:xfrm>
                <a:custGeom>
                  <a:avLst/>
                  <a:gdLst>
                    <a:gd name="connsiteX0" fmla="*/ 559165 w 605264"/>
                    <a:gd name="connsiteY0" fmla="*/ 219921 h 380485"/>
                    <a:gd name="connsiteX1" fmla="*/ 514179 w 605264"/>
                    <a:gd name="connsiteY1" fmla="*/ 188598 h 380485"/>
                    <a:gd name="connsiteX2" fmla="*/ 512459 w 605264"/>
                    <a:gd name="connsiteY2" fmla="*/ 187384 h 380485"/>
                    <a:gd name="connsiteX3" fmla="*/ 488928 w 605264"/>
                    <a:gd name="connsiteY3" fmla="*/ 150747 h 380485"/>
                    <a:gd name="connsiteX4" fmla="*/ 523490 w 605264"/>
                    <a:gd name="connsiteY4" fmla="*/ 122156 h 380485"/>
                    <a:gd name="connsiteX5" fmla="*/ 576725 w 605264"/>
                    <a:gd name="connsiteY5" fmla="*/ 134250 h 380485"/>
                    <a:gd name="connsiteX6" fmla="*/ 597017 w 605264"/>
                    <a:gd name="connsiteY6" fmla="*/ 113908 h 380485"/>
                    <a:gd name="connsiteX7" fmla="*/ 581077 w 605264"/>
                    <a:gd name="connsiteY7" fmla="*/ 92452 h 380485"/>
                    <a:gd name="connsiteX8" fmla="*/ 521820 w 605264"/>
                    <a:gd name="connsiteY8" fmla="*/ 80358 h 380485"/>
                    <a:gd name="connsiteX9" fmla="*/ 465297 w 605264"/>
                    <a:gd name="connsiteY9" fmla="*/ 97968 h 380485"/>
                    <a:gd name="connsiteX10" fmla="*/ 458111 w 605264"/>
                    <a:gd name="connsiteY10" fmla="*/ 111023 h 380485"/>
                    <a:gd name="connsiteX11" fmla="*/ 465297 w 605264"/>
                    <a:gd name="connsiteY11" fmla="*/ 97917 h 380485"/>
                    <a:gd name="connsiteX12" fmla="*/ 457048 w 605264"/>
                    <a:gd name="connsiteY12" fmla="*/ 105052 h 380485"/>
                    <a:gd name="connsiteX13" fmla="*/ 456846 w 605264"/>
                    <a:gd name="connsiteY13" fmla="*/ 105305 h 380485"/>
                    <a:gd name="connsiteX14" fmla="*/ 415908 w 605264"/>
                    <a:gd name="connsiteY14" fmla="*/ 184752 h 380485"/>
                    <a:gd name="connsiteX15" fmla="*/ 403308 w 605264"/>
                    <a:gd name="connsiteY15" fmla="*/ 226500 h 380485"/>
                    <a:gd name="connsiteX16" fmla="*/ 289703 w 605264"/>
                    <a:gd name="connsiteY16" fmla="*/ 335297 h 380485"/>
                    <a:gd name="connsiteX17" fmla="*/ 190369 w 605264"/>
                    <a:gd name="connsiteY17" fmla="*/ 230346 h 380485"/>
                    <a:gd name="connsiteX18" fmla="*/ 281050 w 605264"/>
                    <a:gd name="connsiteY18" fmla="*/ 124889 h 380485"/>
                    <a:gd name="connsiteX19" fmla="*/ 284188 w 605264"/>
                    <a:gd name="connsiteY19" fmla="*/ 124838 h 380485"/>
                    <a:gd name="connsiteX20" fmla="*/ 336866 w 605264"/>
                    <a:gd name="connsiteY20" fmla="*/ 136376 h 380485"/>
                    <a:gd name="connsiteX21" fmla="*/ 355538 w 605264"/>
                    <a:gd name="connsiteY21" fmla="*/ 140778 h 380485"/>
                    <a:gd name="connsiteX22" fmla="*/ 377500 w 605264"/>
                    <a:gd name="connsiteY22" fmla="*/ 118766 h 380485"/>
                    <a:gd name="connsiteX23" fmla="*/ 377500 w 605264"/>
                    <a:gd name="connsiteY23" fmla="*/ 118766 h 380485"/>
                    <a:gd name="connsiteX24" fmla="*/ 377500 w 605264"/>
                    <a:gd name="connsiteY24" fmla="*/ 118766 h 380485"/>
                    <a:gd name="connsiteX25" fmla="*/ 361054 w 605264"/>
                    <a:gd name="connsiteY25" fmla="*/ 96804 h 380485"/>
                    <a:gd name="connsiteX26" fmla="*/ 284238 w 605264"/>
                    <a:gd name="connsiteY26" fmla="*/ 80307 h 380485"/>
                    <a:gd name="connsiteX27" fmla="*/ 137742 w 605264"/>
                    <a:gd name="connsiteY27" fmla="*/ 231459 h 380485"/>
                    <a:gd name="connsiteX28" fmla="*/ 137742 w 605264"/>
                    <a:gd name="connsiteY28" fmla="*/ 231459 h 380485"/>
                    <a:gd name="connsiteX29" fmla="*/ 137742 w 605264"/>
                    <a:gd name="connsiteY29" fmla="*/ 231459 h 380485"/>
                    <a:gd name="connsiteX30" fmla="*/ 137742 w 605264"/>
                    <a:gd name="connsiteY30" fmla="*/ 231459 h 380485"/>
                    <a:gd name="connsiteX31" fmla="*/ 149786 w 605264"/>
                    <a:gd name="connsiteY31" fmla="*/ 295725 h 380485"/>
                    <a:gd name="connsiteX32" fmla="*/ 98221 w 605264"/>
                    <a:gd name="connsiteY32" fmla="*/ 333677 h 380485"/>
                    <a:gd name="connsiteX33" fmla="*/ 52678 w 605264"/>
                    <a:gd name="connsiteY33" fmla="*/ 281455 h 380485"/>
                    <a:gd name="connsiteX34" fmla="*/ 52678 w 605264"/>
                    <a:gd name="connsiteY34" fmla="*/ 126457 h 380485"/>
                    <a:gd name="connsiteX35" fmla="*/ 116893 w 605264"/>
                    <a:gd name="connsiteY35" fmla="*/ 126457 h 380485"/>
                    <a:gd name="connsiteX36" fmla="*/ 141588 w 605264"/>
                    <a:gd name="connsiteY36" fmla="*/ 105002 h 380485"/>
                    <a:gd name="connsiteX37" fmla="*/ 116893 w 605264"/>
                    <a:gd name="connsiteY37" fmla="*/ 83546 h 380485"/>
                    <a:gd name="connsiteX38" fmla="*/ 52678 w 605264"/>
                    <a:gd name="connsiteY38" fmla="*/ 83546 h 380485"/>
                    <a:gd name="connsiteX39" fmla="*/ 52678 w 605264"/>
                    <a:gd name="connsiteY39" fmla="*/ 27478 h 380485"/>
                    <a:gd name="connsiteX40" fmla="*/ 26314 w 605264"/>
                    <a:gd name="connsiteY40" fmla="*/ 0 h 380485"/>
                    <a:gd name="connsiteX41" fmla="*/ 0 w 605264"/>
                    <a:gd name="connsiteY41" fmla="*/ 27579 h 380485"/>
                    <a:gd name="connsiteX42" fmla="*/ 0 w 605264"/>
                    <a:gd name="connsiteY42" fmla="*/ 287527 h 380485"/>
                    <a:gd name="connsiteX43" fmla="*/ 93312 w 605264"/>
                    <a:gd name="connsiteY43" fmla="*/ 379878 h 380485"/>
                    <a:gd name="connsiteX44" fmla="*/ 129291 w 605264"/>
                    <a:gd name="connsiteY44" fmla="*/ 373856 h 380485"/>
                    <a:gd name="connsiteX45" fmla="*/ 129494 w 605264"/>
                    <a:gd name="connsiteY45" fmla="*/ 373856 h 380485"/>
                    <a:gd name="connsiteX46" fmla="*/ 175087 w 605264"/>
                    <a:gd name="connsiteY46" fmla="*/ 335702 h 380485"/>
                    <a:gd name="connsiteX47" fmla="*/ 288084 w 605264"/>
                    <a:gd name="connsiteY47" fmla="*/ 380435 h 380485"/>
                    <a:gd name="connsiteX48" fmla="*/ 354931 w 605264"/>
                    <a:gd name="connsiteY48" fmla="*/ 365102 h 380485"/>
                    <a:gd name="connsiteX49" fmla="*/ 354982 w 605264"/>
                    <a:gd name="connsiteY49" fmla="*/ 365102 h 380485"/>
                    <a:gd name="connsiteX50" fmla="*/ 443335 w 605264"/>
                    <a:gd name="connsiteY50" fmla="*/ 237025 h 380485"/>
                    <a:gd name="connsiteX51" fmla="*/ 454872 w 605264"/>
                    <a:gd name="connsiteY51" fmla="*/ 199124 h 380485"/>
                    <a:gd name="connsiteX52" fmla="*/ 454720 w 605264"/>
                    <a:gd name="connsiteY52" fmla="*/ 198921 h 380485"/>
                    <a:gd name="connsiteX53" fmla="*/ 487815 w 605264"/>
                    <a:gd name="connsiteY53" fmla="*/ 229334 h 380485"/>
                    <a:gd name="connsiteX54" fmla="*/ 528955 w 605264"/>
                    <a:gd name="connsiteY54" fmla="*/ 257924 h 380485"/>
                    <a:gd name="connsiteX55" fmla="*/ 545756 w 605264"/>
                    <a:gd name="connsiteY55" fmla="*/ 270676 h 380485"/>
                    <a:gd name="connsiteX56" fmla="*/ 555320 w 605264"/>
                    <a:gd name="connsiteY56" fmla="*/ 298053 h 380485"/>
                    <a:gd name="connsiteX57" fmla="*/ 509777 w 605264"/>
                    <a:gd name="connsiteY57" fmla="*/ 337624 h 380485"/>
                    <a:gd name="connsiteX58" fmla="*/ 449964 w 605264"/>
                    <a:gd name="connsiteY58" fmla="*/ 324417 h 380485"/>
                    <a:gd name="connsiteX59" fmla="*/ 429672 w 605264"/>
                    <a:gd name="connsiteY59" fmla="*/ 344760 h 380485"/>
                    <a:gd name="connsiteX60" fmla="*/ 445612 w 605264"/>
                    <a:gd name="connsiteY60" fmla="*/ 366215 h 380485"/>
                    <a:gd name="connsiteX61" fmla="*/ 510384 w 605264"/>
                    <a:gd name="connsiteY61" fmla="*/ 380485 h 380485"/>
                    <a:gd name="connsiteX62" fmla="*/ 580621 w 605264"/>
                    <a:gd name="connsiteY62" fmla="*/ 356297 h 380485"/>
                    <a:gd name="connsiteX63" fmla="*/ 584467 w 605264"/>
                    <a:gd name="connsiteY63" fmla="*/ 352299 h 380485"/>
                    <a:gd name="connsiteX64" fmla="*/ 605265 w 605264"/>
                    <a:gd name="connsiteY64" fmla="*/ 298053 h 380485"/>
                    <a:gd name="connsiteX65" fmla="*/ 559165 w 605264"/>
                    <a:gd name="connsiteY65" fmla="*/ 220023 h 38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grpFill/>
                <a:ln w="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1128B5B0-2B3A-2523-CFA3-6A25B1677711}"/>
                    </a:ext>
                  </a:extLst>
                </p:cNvPr>
                <p:cNvSpPr/>
                <p:nvPr/>
              </p:nvSpPr>
              <p:spPr>
                <a:xfrm>
                  <a:off x="439539" y="2580150"/>
                  <a:ext cx="5060" cy="151"/>
                </a:xfrm>
                <a:custGeom>
                  <a:avLst/>
                  <a:gdLst>
                    <a:gd name="connsiteX0" fmla="*/ 0 w 5060"/>
                    <a:gd name="connsiteY0" fmla="*/ 0 h 151"/>
                    <a:gd name="connsiteX1" fmla="*/ 0 w 5060"/>
                    <a:gd name="connsiteY1" fmla="*/ 0 h 151"/>
                    <a:gd name="connsiteX2" fmla="*/ 0 w 5060"/>
                    <a:gd name="connsiteY2" fmla="*/ 152 h 151"/>
                    <a:gd name="connsiteX3" fmla="*/ 0 w 5060"/>
                    <a:gd name="connsiteY3" fmla="*/ 0 h 151"/>
                  </a:gdLst>
                  <a:ahLst/>
                  <a:cxnLst>
                    <a:cxn ang="0">
                      <a:pos x="connsiteX0" y="connsiteY0"/>
                    </a:cxn>
                    <a:cxn ang="0">
                      <a:pos x="connsiteX1" y="connsiteY1"/>
                    </a:cxn>
                    <a:cxn ang="0">
                      <a:pos x="connsiteX2" y="connsiteY2"/>
                    </a:cxn>
                    <a:cxn ang="0">
                      <a:pos x="connsiteX3" y="connsiteY3"/>
                    </a:cxn>
                  </a:cxnLst>
                  <a:rect l="l" t="t" r="r" b="b"/>
                  <a:pathLst>
                    <a:path w="5060" h="151">
                      <a:moveTo>
                        <a:pt x="0" y="0"/>
                      </a:moveTo>
                      <a:cubicBezTo>
                        <a:pt x="0" y="0"/>
                        <a:pt x="0" y="0"/>
                        <a:pt x="0" y="0"/>
                      </a:cubicBezTo>
                      <a:cubicBezTo>
                        <a:pt x="0" y="51"/>
                        <a:pt x="0" y="101"/>
                        <a:pt x="0" y="152"/>
                      </a:cubicBezTo>
                      <a:cubicBezTo>
                        <a:pt x="0" y="152"/>
                        <a:pt x="0" y="51"/>
                        <a:pt x="0" y="0"/>
                      </a:cubicBezTo>
                      <a:close/>
                    </a:path>
                  </a:pathLst>
                </a:custGeom>
                <a:grpFill/>
                <a:ln w="0" cap="flat">
                  <a:noFill/>
                  <a:prstDash val="solid"/>
                  <a:miter/>
                </a:ln>
              </p:spPr>
              <p:txBody>
                <a:bodyPr rtlCol="0" anchor="ctr"/>
                <a:lstStyle/>
                <a:p>
                  <a:endParaRPr lang="en-US"/>
                </a:p>
              </p:txBody>
            </p:sp>
          </p:grpSp>
          <p:grpSp>
            <p:nvGrpSpPr>
              <p:cNvPr id="19" name="Graphic 8">
                <a:extLst>
                  <a:ext uri="{FF2B5EF4-FFF2-40B4-BE49-F238E27FC236}">
                    <a16:creationId xmlns:a16="http://schemas.microsoft.com/office/drawing/2014/main" id="{76F89B44-4E2A-2901-43F8-C2B4E44C4745}"/>
                  </a:ext>
                </a:extLst>
              </p:cNvPr>
              <p:cNvGrpSpPr/>
              <p:nvPr/>
            </p:nvGrpSpPr>
            <p:grpSpPr>
              <a:xfrm>
                <a:off x="684661" y="2427986"/>
                <a:ext cx="896486" cy="379270"/>
                <a:chOff x="684661" y="2427986"/>
                <a:chExt cx="896486" cy="379270"/>
              </a:xfrm>
              <a:grpFill/>
            </p:grpSpPr>
            <p:sp>
              <p:nvSpPr>
                <p:cNvPr id="20" name="Freeform: Shape 19">
                  <a:extLst>
                    <a:ext uri="{FF2B5EF4-FFF2-40B4-BE49-F238E27FC236}">
                      <a16:creationId xmlns:a16="http://schemas.microsoft.com/office/drawing/2014/main" id="{E281FF5E-801A-3BCB-C338-99F8BEE24C36}"/>
                    </a:ext>
                  </a:extLst>
                </p:cNvPr>
                <p:cNvSpPr/>
                <p:nvPr/>
              </p:nvSpPr>
              <p:spPr>
                <a:xfrm>
                  <a:off x="684712"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347F79F4-C2AF-EAB5-4E0A-A8811C7D6DB8}"/>
                    </a:ext>
                  </a:extLst>
                </p:cNvPr>
                <p:cNvSpPr/>
                <p:nvPr/>
              </p:nvSpPr>
              <p:spPr>
                <a:xfrm>
                  <a:off x="766739" y="2427986"/>
                  <a:ext cx="111934" cy="94425"/>
                </a:xfrm>
                <a:custGeom>
                  <a:avLst/>
                  <a:gdLst>
                    <a:gd name="connsiteX0" fmla="*/ 36788 w 111934"/>
                    <a:gd name="connsiteY0" fmla="*/ 94426 h 94425"/>
                    <a:gd name="connsiteX1" fmla="*/ 55967 w 111934"/>
                    <a:gd name="connsiteY1" fmla="*/ 37952 h 94425"/>
                    <a:gd name="connsiteX2" fmla="*/ 75146 w 111934"/>
                    <a:gd name="connsiteY2" fmla="*/ 94426 h 94425"/>
                    <a:gd name="connsiteX3" fmla="*/ 111934 w 111934"/>
                    <a:gd name="connsiteY3" fmla="*/ 94426 h 94425"/>
                    <a:gd name="connsiteX4" fmla="*/ 75905 w 111934"/>
                    <a:gd name="connsiteY4" fmla="*/ 0 h 94425"/>
                    <a:gd name="connsiteX5" fmla="*/ 36080 w 111934"/>
                    <a:gd name="connsiteY5" fmla="*/ 0 h 94425"/>
                    <a:gd name="connsiteX6" fmla="*/ 0 w 111934"/>
                    <a:gd name="connsiteY6" fmla="*/ 94426 h 94425"/>
                    <a:gd name="connsiteX7" fmla="*/ 36788 w 11193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248C2DC0-28EB-B957-A92C-1B0C721682D2}"/>
                    </a:ext>
                  </a:extLst>
                </p:cNvPr>
                <p:cNvSpPr/>
                <p:nvPr/>
              </p:nvSpPr>
              <p:spPr>
                <a:xfrm>
                  <a:off x="869666"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ECFFE4F-00C5-1CA0-6321-489F8FDABAA0}"/>
                    </a:ext>
                  </a:extLst>
                </p:cNvPr>
                <p:cNvSpPr/>
                <p:nvPr/>
              </p:nvSpPr>
              <p:spPr>
                <a:xfrm>
                  <a:off x="951694" y="2427986"/>
                  <a:ext cx="111984" cy="94425"/>
                </a:xfrm>
                <a:custGeom>
                  <a:avLst/>
                  <a:gdLst>
                    <a:gd name="connsiteX0" fmla="*/ 36788 w 111984"/>
                    <a:gd name="connsiteY0" fmla="*/ 94426 h 94425"/>
                    <a:gd name="connsiteX1" fmla="*/ 55967 w 111984"/>
                    <a:gd name="connsiteY1" fmla="*/ 37952 h 94425"/>
                    <a:gd name="connsiteX2" fmla="*/ 75146 w 111984"/>
                    <a:gd name="connsiteY2" fmla="*/ 94426 h 94425"/>
                    <a:gd name="connsiteX3" fmla="*/ 111985 w 111984"/>
                    <a:gd name="connsiteY3" fmla="*/ 94426 h 94425"/>
                    <a:gd name="connsiteX4" fmla="*/ 75905 w 111984"/>
                    <a:gd name="connsiteY4" fmla="*/ 0 h 94425"/>
                    <a:gd name="connsiteX5" fmla="*/ 36080 w 111984"/>
                    <a:gd name="connsiteY5" fmla="*/ 0 h 94425"/>
                    <a:gd name="connsiteX6" fmla="*/ 0 w 111984"/>
                    <a:gd name="connsiteY6" fmla="*/ 94426 h 94425"/>
                    <a:gd name="connsiteX7" fmla="*/ 36788 w 11198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B8DA398-4586-1C93-D328-236F449CC51F}"/>
                    </a:ext>
                  </a:extLst>
                </p:cNvPr>
                <p:cNvSpPr/>
                <p:nvPr/>
              </p:nvSpPr>
              <p:spPr>
                <a:xfrm>
                  <a:off x="1334356" y="2569675"/>
                  <a:ext cx="74842" cy="94476"/>
                </a:xfrm>
                <a:custGeom>
                  <a:avLst/>
                  <a:gdLst>
                    <a:gd name="connsiteX0" fmla="*/ 15434 w 74842"/>
                    <a:gd name="connsiteY0" fmla="*/ 20292 h 94476"/>
                    <a:gd name="connsiteX1" fmla="*/ 32335 w 74842"/>
                    <a:gd name="connsiteY1" fmla="*/ 52880 h 94476"/>
                    <a:gd name="connsiteX2" fmla="*/ 56979 w 74842"/>
                    <a:gd name="connsiteY2" fmla="*/ 94426 h 94476"/>
                    <a:gd name="connsiteX3" fmla="*/ 74842 w 74842"/>
                    <a:gd name="connsiteY3" fmla="*/ 94426 h 94476"/>
                    <a:gd name="connsiteX4" fmla="*/ 74842 w 74842"/>
                    <a:gd name="connsiteY4" fmla="*/ 0 h 94476"/>
                    <a:gd name="connsiteX5" fmla="*/ 58902 w 74842"/>
                    <a:gd name="connsiteY5" fmla="*/ 0 h 94476"/>
                    <a:gd name="connsiteX6" fmla="*/ 58902 w 74842"/>
                    <a:gd name="connsiteY6" fmla="*/ 32943 h 94476"/>
                    <a:gd name="connsiteX7" fmla="*/ 60420 w 74842"/>
                    <a:gd name="connsiteY7" fmla="*/ 72110 h 94476"/>
                    <a:gd name="connsiteX8" fmla="*/ 60117 w 74842"/>
                    <a:gd name="connsiteY8" fmla="*/ 72211 h 94476"/>
                    <a:gd name="connsiteX9" fmla="*/ 44075 w 74842"/>
                    <a:gd name="connsiteY9" fmla="*/ 40584 h 94476"/>
                    <a:gd name="connsiteX10" fmla="*/ 19685 w 74842"/>
                    <a:gd name="connsiteY10" fmla="*/ 51 h 94476"/>
                    <a:gd name="connsiteX11" fmla="*/ 0 w 74842"/>
                    <a:gd name="connsiteY11" fmla="*/ 51 h 94476"/>
                    <a:gd name="connsiteX12" fmla="*/ 0 w 74842"/>
                    <a:gd name="connsiteY12" fmla="*/ 94476 h 94476"/>
                    <a:gd name="connsiteX13" fmla="*/ 15940 w 74842"/>
                    <a:gd name="connsiteY13" fmla="*/ 94476 h 94476"/>
                    <a:gd name="connsiteX14" fmla="*/ 15940 w 74842"/>
                    <a:gd name="connsiteY14" fmla="*/ 60673 h 94476"/>
                    <a:gd name="connsiteX15" fmla="*/ 15029 w 74842"/>
                    <a:gd name="connsiteY15" fmla="*/ 20444 h 94476"/>
                    <a:gd name="connsiteX16" fmla="*/ 15485 w 74842"/>
                    <a:gd name="connsiteY16" fmla="*/ 20342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grpFill/>
                <a:ln w="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83A6780F-E2FF-ACBB-126D-A6EE988AD3CE}"/>
                    </a:ext>
                  </a:extLst>
                </p:cNvPr>
                <p:cNvSpPr/>
                <p:nvPr/>
              </p:nvSpPr>
              <p:spPr>
                <a:xfrm>
                  <a:off x="1238412" y="2569624"/>
                  <a:ext cx="82837" cy="94425"/>
                </a:xfrm>
                <a:custGeom>
                  <a:avLst/>
                  <a:gdLst>
                    <a:gd name="connsiteX0" fmla="*/ 25858 w 82837"/>
                    <a:gd name="connsiteY0" fmla="*/ 67758 h 94425"/>
                    <a:gd name="connsiteX1" fmla="*/ 55815 w 82837"/>
                    <a:gd name="connsiteY1" fmla="*/ 67758 h 94425"/>
                    <a:gd name="connsiteX2" fmla="*/ 64367 w 82837"/>
                    <a:gd name="connsiteY2" fmla="*/ 94426 h 94425"/>
                    <a:gd name="connsiteX3" fmla="*/ 82838 w 82837"/>
                    <a:gd name="connsiteY3" fmla="*/ 94426 h 94425"/>
                    <a:gd name="connsiteX4" fmla="*/ 52172 w 82837"/>
                    <a:gd name="connsiteY4" fmla="*/ 0 h 94425"/>
                    <a:gd name="connsiteX5" fmla="*/ 30261 w 82837"/>
                    <a:gd name="connsiteY5" fmla="*/ 0 h 94425"/>
                    <a:gd name="connsiteX6" fmla="*/ 0 w 82837"/>
                    <a:gd name="connsiteY6" fmla="*/ 94426 h 94425"/>
                    <a:gd name="connsiteX7" fmla="*/ 17812 w 82837"/>
                    <a:gd name="connsiteY7" fmla="*/ 94426 h 94425"/>
                    <a:gd name="connsiteX8" fmla="*/ 25858 w 82837"/>
                    <a:gd name="connsiteY8" fmla="*/ 67758 h 94425"/>
                    <a:gd name="connsiteX9" fmla="*/ 35979 w 82837"/>
                    <a:gd name="connsiteY9" fmla="*/ 31374 h 94425"/>
                    <a:gd name="connsiteX10" fmla="*/ 40432 w 82837"/>
                    <a:gd name="connsiteY10" fmla="*/ 13663 h 94425"/>
                    <a:gd name="connsiteX11" fmla="*/ 40736 w 82837"/>
                    <a:gd name="connsiteY11" fmla="*/ 13663 h 94425"/>
                    <a:gd name="connsiteX12" fmla="*/ 45492 w 82837"/>
                    <a:gd name="connsiteY12" fmla="*/ 31425 h 94425"/>
                    <a:gd name="connsiteX13" fmla="*/ 52931 w 82837"/>
                    <a:gd name="connsiteY13" fmla="*/ 54702 h 94425"/>
                    <a:gd name="connsiteX14" fmla="*/ 28641 w 82837"/>
                    <a:gd name="connsiteY14" fmla="*/ 54702 h 94425"/>
                    <a:gd name="connsiteX15" fmla="*/ 35928 w 82837"/>
                    <a:gd name="connsiteY15" fmla="*/ 31374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grpFill/>
                <a:ln w="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8EF6F0C6-51F3-442F-560E-BAF987F3A17F}"/>
                    </a:ext>
                  </a:extLst>
                </p:cNvPr>
                <p:cNvSpPr/>
                <p:nvPr/>
              </p:nvSpPr>
              <p:spPr>
                <a:xfrm>
                  <a:off x="956906" y="2568157"/>
                  <a:ext cx="61280" cy="97411"/>
                </a:xfrm>
                <a:custGeom>
                  <a:avLst/>
                  <a:gdLst>
                    <a:gd name="connsiteX0" fmla="*/ 26617 w 61280"/>
                    <a:gd name="connsiteY0" fmla="*/ 83141 h 97411"/>
                    <a:gd name="connsiteX1" fmla="*/ 3846 w 61280"/>
                    <a:gd name="connsiteY1" fmla="*/ 77119 h 97411"/>
                    <a:gd name="connsiteX2" fmla="*/ 0 w 61280"/>
                    <a:gd name="connsiteY2" fmla="*/ 91389 h 97411"/>
                    <a:gd name="connsiteX3" fmla="*/ 25504 w 61280"/>
                    <a:gd name="connsiteY3" fmla="*/ 97411 h 97411"/>
                    <a:gd name="connsiteX4" fmla="*/ 61280 w 61280"/>
                    <a:gd name="connsiteY4" fmla="*/ 69023 h 97411"/>
                    <a:gd name="connsiteX5" fmla="*/ 37042 w 61280"/>
                    <a:gd name="connsiteY5" fmla="*/ 40938 h 97411"/>
                    <a:gd name="connsiteX6" fmla="*/ 18976 w 61280"/>
                    <a:gd name="connsiteY6" fmla="*/ 25453 h 97411"/>
                    <a:gd name="connsiteX7" fmla="*/ 34562 w 61280"/>
                    <a:gd name="connsiteY7" fmla="*/ 14068 h 97411"/>
                    <a:gd name="connsiteX8" fmla="*/ 53386 w 61280"/>
                    <a:gd name="connsiteY8" fmla="*/ 18571 h 97411"/>
                    <a:gd name="connsiteX9" fmla="*/ 57536 w 61280"/>
                    <a:gd name="connsiteY9" fmla="*/ 4655 h 97411"/>
                    <a:gd name="connsiteX10" fmla="*/ 34916 w 61280"/>
                    <a:gd name="connsiteY10" fmla="*/ 0 h 97411"/>
                    <a:gd name="connsiteX11" fmla="*/ 1569 w 61280"/>
                    <a:gd name="connsiteY11" fmla="*/ 27123 h 97411"/>
                    <a:gd name="connsiteX12" fmla="*/ 27123 w 61280"/>
                    <a:gd name="connsiteY12" fmla="*/ 54550 h 97411"/>
                    <a:gd name="connsiteX13" fmla="*/ 43822 w 61280"/>
                    <a:gd name="connsiteY13" fmla="*/ 70237 h 97411"/>
                    <a:gd name="connsiteX14" fmla="*/ 26668 w 61280"/>
                    <a:gd name="connsiteY14" fmla="*/ 83141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grp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F46FA2A2-A7EF-6C78-740C-66B2275733FF}"/>
                    </a:ext>
                  </a:extLst>
                </p:cNvPr>
                <p:cNvSpPr/>
                <p:nvPr/>
              </p:nvSpPr>
              <p:spPr>
                <a:xfrm>
                  <a:off x="684661"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484FEFA3-AE64-0153-E49A-D3191AC2B75B}"/>
                    </a:ext>
                  </a:extLst>
                </p:cNvPr>
                <p:cNvSpPr/>
                <p:nvPr/>
              </p:nvSpPr>
              <p:spPr>
                <a:xfrm>
                  <a:off x="1173286" y="2569675"/>
                  <a:ext cx="71350" cy="94425"/>
                </a:xfrm>
                <a:custGeom>
                  <a:avLst/>
                  <a:gdLst>
                    <a:gd name="connsiteX0" fmla="*/ 44177 w 71350"/>
                    <a:gd name="connsiteY0" fmla="*/ 94426 h 94425"/>
                    <a:gd name="connsiteX1" fmla="*/ 44177 w 71350"/>
                    <a:gd name="connsiteY1" fmla="*/ 14473 h 94425"/>
                    <a:gd name="connsiteX2" fmla="*/ 71351 w 71350"/>
                    <a:gd name="connsiteY2" fmla="*/ 14473 h 94425"/>
                    <a:gd name="connsiteX3" fmla="*/ 71351 w 71350"/>
                    <a:gd name="connsiteY3" fmla="*/ 0 h 94425"/>
                    <a:gd name="connsiteX4" fmla="*/ 0 w 71350"/>
                    <a:gd name="connsiteY4" fmla="*/ 0 h 94425"/>
                    <a:gd name="connsiteX5" fmla="*/ 0 w 71350"/>
                    <a:gd name="connsiteY5" fmla="*/ 14473 h 94425"/>
                    <a:gd name="connsiteX6" fmla="*/ 26921 w 71350"/>
                    <a:gd name="connsiteY6" fmla="*/ 14473 h 94425"/>
                    <a:gd name="connsiteX7" fmla="*/ 26921 w 71350"/>
                    <a:gd name="connsiteY7" fmla="*/ 94426 h 94425"/>
                    <a:gd name="connsiteX8" fmla="*/ 44177 w 71350"/>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grpFill/>
                <a:ln w="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8DA88088-D432-2B0F-E890-A9AE5B0B2F02}"/>
                    </a:ext>
                  </a:extLst>
                </p:cNvPr>
                <p:cNvSpPr/>
                <p:nvPr/>
              </p:nvSpPr>
              <p:spPr>
                <a:xfrm>
                  <a:off x="1502763" y="2569675"/>
                  <a:ext cx="78384" cy="94476"/>
                </a:xfrm>
                <a:custGeom>
                  <a:avLst/>
                  <a:gdLst>
                    <a:gd name="connsiteX0" fmla="*/ 58953 w 78384"/>
                    <a:gd name="connsiteY0" fmla="*/ 0 h 94476"/>
                    <a:gd name="connsiteX1" fmla="*/ 47618 w 78384"/>
                    <a:gd name="connsiteY1" fmla="*/ 24188 h 94476"/>
                    <a:gd name="connsiteX2" fmla="*/ 39470 w 78384"/>
                    <a:gd name="connsiteY2" fmla="*/ 42962 h 94476"/>
                    <a:gd name="connsiteX3" fmla="*/ 39167 w 78384"/>
                    <a:gd name="connsiteY3" fmla="*/ 42962 h 94476"/>
                    <a:gd name="connsiteX4" fmla="*/ 30918 w 78384"/>
                    <a:gd name="connsiteY4" fmla="*/ 24239 h 94476"/>
                    <a:gd name="connsiteX5" fmla="*/ 19685 w 78384"/>
                    <a:gd name="connsiteY5" fmla="*/ 0 h 94476"/>
                    <a:gd name="connsiteX6" fmla="*/ 0 w 78384"/>
                    <a:gd name="connsiteY6" fmla="*/ 0 h 94476"/>
                    <a:gd name="connsiteX7" fmla="*/ 29805 w 78384"/>
                    <a:gd name="connsiteY7" fmla="*/ 55157 h 94476"/>
                    <a:gd name="connsiteX8" fmla="*/ 29805 w 78384"/>
                    <a:gd name="connsiteY8" fmla="*/ 94476 h 94476"/>
                    <a:gd name="connsiteX9" fmla="*/ 47061 w 78384"/>
                    <a:gd name="connsiteY9" fmla="*/ 94476 h 94476"/>
                    <a:gd name="connsiteX10" fmla="*/ 47061 w 78384"/>
                    <a:gd name="connsiteY10" fmla="*/ 54702 h 94476"/>
                    <a:gd name="connsiteX11" fmla="*/ 78384 w 78384"/>
                    <a:gd name="connsiteY11" fmla="*/ 51 h 94476"/>
                    <a:gd name="connsiteX12" fmla="*/ 58953 w 78384"/>
                    <a:gd name="connsiteY12"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grpFill/>
                <a:ln w="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249EB0B1-5788-5615-CD2E-F92B8141228B}"/>
                    </a:ext>
                  </a:extLst>
                </p:cNvPr>
                <p:cNvSpPr/>
                <p:nvPr/>
              </p:nvSpPr>
              <p:spPr>
                <a:xfrm>
                  <a:off x="763045" y="2568106"/>
                  <a:ext cx="88656" cy="97562"/>
                </a:xfrm>
                <a:custGeom>
                  <a:avLst/>
                  <a:gdLst>
                    <a:gd name="connsiteX0" fmla="*/ 44936 w 88656"/>
                    <a:gd name="connsiteY0" fmla="*/ 0 h 97562"/>
                    <a:gd name="connsiteX1" fmla="*/ 0 w 88656"/>
                    <a:gd name="connsiteY1" fmla="*/ 49490 h 97562"/>
                    <a:gd name="connsiteX2" fmla="*/ 43519 w 88656"/>
                    <a:gd name="connsiteY2" fmla="*/ 97563 h 97562"/>
                    <a:gd name="connsiteX3" fmla="*/ 43671 w 88656"/>
                    <a:gd name="connsiteY3" fmla="*/ 97563 h 97562"/>
                    <a:gd name="connsiteX4" fmla="*/ 88657 w 88656"/>
                    <a:gd name="connsiteY4" fmla="*/ 47820 h 97562"/>
                    <a:gd name="connsiteX5" fmla="*/ 44936 w 88656"/>
                    <a:gd name="connsiteY5" fmla="*/ 0 h 97562"/>
                    <a:gd name="connsiteX6" fmla="*/ 44278 w 88656"/>
                    <a:gd name="connsiteY6" fmla="*/ 83748 h 97562"/>
                    <a:gd name="connsiteX7" fmla="*/ 44126 w 88656"/>
                    <a:gd name="connsiteY7" fmla="*/ 83748 h 97562"/>
                    <a:gd name="connsiteX8" fmla="*/ 18065 w 88656"/>
                    <a:gd name="connsiteY8" fmla="*/ 49085 h 97562"/>
                    <a:gd name="connsiteX9" fmla="*/ 44278 w 88656"/>
                    <a:gd name="connsiteY9" fmla="*/ 13815 h 97562"/>
                    <a:gd name="connsiteX10" fmla="*/ 70288 w 88656"/>
                    <a:gd name="connsiteY10" fmla="*/ 48478 h 97562"/>
                    <a:gd name="connsiteX11" fmla="*/ 44227 w 88656"/>
                    <a:gd name="connsiteY11" fmla="*/ 83748 h 97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grpFill/>
                <a:ln w="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E9835C1E-0593-DF1C-AB5B-EB963674D597}"/>
                    </a:ext>
                  </a:extLst>
                </p:cNvPr>
                <p:cNvSpPr/>
                <p:nvPr/>
              </p:nvSpPr>
              <p:spPr>
                <a:xfrm>
                  <a:off x="1423923"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5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23633971-B149-1FC2-C64F-44D03152FB5F}"/>
                    </a:ext>
                  </a:extLst>
                </p:cNvPr>
                <p:cNvSpPr/>
                <p:nvPr/>
              </p:nvSpPr>
              <p:spPr>
                <a:xfrm>
                  <a:off x="1126832" y="2569675"/>
                  <a:ext cx="56017" cy="94425"/>
                </a:xfrm>
                <a:custGeom>
                  <a:avLst/>
                  <a:gdLst>
                    <a:gd name="connsiteX0" fmla="*/ 17205 w 56017"/>
                    <a:gd name="connsiteY0" fmla="*/ 0 h 94425"/>
                    <a:gd name="connsiteX1" fmla="*/ 0 w 56017"/>
                    <a:gd name="connsiteY1" fmla="*/ 0 h 94425"/>
                    <a:gd name="connsiteX2" fmla="*/ 0 w 56017"/>
                    <a:gd name="connsiteY2" fmla="*/ 94426 h 94425"/>
                    <a:gd name="connsiteX3" fmla="*/ 56018 w 56017"/>
                    <a:gd name="connsiteY3" fmla="*/ 94426 h 94425"/>
                    <a:gd name="connsiteX4" fmla="*/ 56018 w 56017"/>
                    <a:gd name="connsiteY4" fmla="*/ 79953 h 94425"/>
                    <a:gd name="connsiteX5" fmla="*/ 17205 w 56017"/>
                    <a:gd name="connsiteY5" fmla="*/ 79953 h 94425"/>
                    <a:gd name="connsiteX6" fmla="*/ 17205 w 56017"/>
                    <a:gd name="connsiteY6" fmla="*/ 0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17" h="94425">
                      <a:moveTo>
                        <a:pt x="17205" y="0"/>
                      </a:moveTo>
                      <a:lnTo>
                        <a:pt x="0" y="0"/>
                      </a:lnTo>
                      <a:lnTo>
                        <a:pt x="0" y="94426"/>
                      </a:lnTo>
                      <a:lnTo>
                        <a:pt x="56018" y="94426"/>
                      </a:lnTo>
                      <a:lnTo>
                        <a:pt x="56018" y="79953"/>
                      </a:lnTo>
                      <a:lnTo>
                        <a:pt x="17205" y="79953"/>
                      </a:lnTo>
                      <a:lnTo>
                        <a:pt x="17205" y="0"/>
                      </a:lnTo>
                      <a:close/>
                    </a:path>
                  </a:pathLst>
                </a:custGeom>
                <a:grpFill/>
                <a:ln w="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C6EBEC20-D11F-8367-0039-5102C16F036B}"/>
                    </a:ext>
                  </a:extLst>
                </p:cNvPr>
                <p:cNvSpPr/>
                <p:nvPr/>
              </p:nvSpPr>
              <p:spPr>
                <a:xfrm>
                  <a:off x="1033469" y="2569675"/>
                  <a:ext cx="73728" cy="95994"/>
                </a:xfrm>
                <a:custGeom>
                  <a:avLst/>
                  <a:gdLst>
                    <a:gd name="connsiteX0" fmla="*/ 73729 w 73728"/>
                    <a:gd name="connsiteY0" fmla="*/ 53943 h 95994"/>
                    <a:gd name="connsiteX1" fmla="*/ 73729 w 73728"/>
                    <a:gd name="connsiteY1" fmla="*/ 0 h 95994"/>
                    <a:gd name="connsiteX2" fmla="*/ 56473 w 73728"/>
                    <a:gd name="connsiteY2" fmla="*/ 0 h 95994"/>
                    <a:gd name="connsiteX3" fmla="*/ 56473 w 73728"/>
                    <a:gd name="connsiteY3" fmla="*/ 55056 h 95994"/>
                    <a:gd name="connsiteX4" fmla="*/ 36586 w 73728"/>
                    <a:gd name="connsiteY4" fmla="*/ 82078 h 95994"/>
                    <a:gd name="connsiteX5" fmla="*/ 17256 w 73728"/>
                    <a:gd name="connsiteY5" fmla="*/ 55056 h 95994"/>
                    <a:gd name="connsiteX6" fmla="*/ 17256 w 73728"/>
                    <a:gd name="connsiteY6" fmla="*/ 0 h 95994"/>
                    <a:gd name="connsiteX7" fmla="*/ 0 w 73728"/>
                    <a:gd name="connsiteY7" fmla="*/ 0 h 95994"/>
                    <a:gd name="connsiteX8" fmla="*/ 0 w 73728"/>
                    <a:gd name="connsiteY8" fmla="*/ 54044 h 95994"/>
                    <a:gd name="connsiteX9" fmla="*/ 35928 w 73728"/>
                    <a:gd name="connsiteY9" fmla="*/ 95994 h 95994"/>
                    <a:gd name="connsiteX10" fmla="*/ 73678 w 73728"/>
                    <a:gd name="connsiteY10" fmla="*/ 53943 h 95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grpFill/>
                <a:ln w="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DB717EBD-E5EA-2306-20A6-43CFBE1036ED}"/>
                    </a:ext>
                  </a:extLst>
                </p:cNvPr>
                <p:cNvSpPr/>
                <p:nvPr/>
              </p:nvSpPr>
              <p:spPr>
                <a:xfrm>
                  <a:off x="866428" y="2569675"/>
                  <a:ext cx="74892" cy="94476"/>
                </a:xfrm>
                <a:custGeom>
                  <a:avLst/>
                  <a:gdLst>
                    <a:gd name="connsiteX0" fmla="*/ 74842 w 74892"/>
                    <a:gd name="connsiteY0" fmla="*/ 0 h 94476"/>
                    <a:gd name="connsiteX1" fmla="*/ 58902 w 74892"/>
                    <a:gd name="connsiteY1" fmla="*/ 0 h 94476"/>
                    <a:gd name="connsiteX2" fmla="*/ 58902 w 74892"/>
                    <a:gd name="connsiteY2" fmla="*/ 32943 h 94476"/>
                    <a:gd name="connsiteX3" fmla="*/ 60420 w 74892"/>
                    <a:gd name="connsiteY3" fmla="*/ 72110 h 94476"/>
                    <a:gd name="connsiteX4" fmla="*/ 60117 w 74892"/>
                    <a:gd name="connsiteY4" fmla="*/ 72211 h 94476"/>
                    <a:gd name="connsiteX5" fmla="*/ 44075 w 74892"/>
                    <a:gd name="connsiteY5" fmla="*/ 40584 h 94476"/>
                    <a:gd name="connsiteX6" fmla="*/ 19685 w 74892"/>
                    <a:gd name="connsiteY6" fmla="*/ 51 h 94476"/>
                    <a:gd name="connsiteX7" fmla="*/ 0 w 74892"/>
                    <a:gd name="connsiteY7" fmla="*/ 51 h 94476"/>
                    <a:gd name="connsiteX8" fmla="*/ 0 w 74892"/>
                    <a:gd name="connsiteY8" fmla="*/ 94476 h 94476"/>
                    <a:gd name="connsiteX9" fmla="*/ 15940 w 74892"/>
                    <a:gd name="connsiteY9" fmla="*/ 94476 h 94476"/>
                    <a:gd name="connsiteX10" fmla="*/ 15940 w 74892"/>
                    <a:gd name="connsiteY10" fmla="*/ 60673 h 94476"/>
                    <a:gd name="connsiteX11" fmla="*/ 15029 w 74892"/>
                    <a:gd name="connsiteY11" fmla="*/ 20444 h 94476"/>
                    <a:gd name="connsiteX12" fmla="*/ 15485 w 74892"/>
                    <a:gd name="connsiteY12" fmla="*/ 20342 h 94476"/>
                    <a:gd name="connsiteX13" fmla="*/ 32386 w 74892"/>
                    <a:gd name="connsiteY13" fmla="*/ 52931 h 94476"/>
                    <a:gd name="connsiteX14" fmla="*/ 57030 w 74892"/>
                    <a:gd name="connsiteY14" fmla="*/ 94476 h 94476"/>
                    <a:gd name="connsiteX15" fmla="*/ 74893 w 74892"/>
                    <a:gd name="connsiteY15" fmla="*/ 94476 h 94476"/>
                    <a:gd name="connsiteX16" fmla="*/ 74893 w 74892"/>
                    <a:gd name="connsiteY16"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grpFill/>
                <a:ln w="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3C75A4E4-E823-4B4A-C73A-7FDB5468BF51}"/>
                    </a:ext>
                  </a:extLst>
                </p:cNvPr>
                <p:cNvSpPr/>
                <p:nvPr/>
              </p:nvSpPr>
              <p:spPr>
                <a:xfrm>
                  <a:off x="997743" y="2711313"/>
                  <a:ext cx="17205" cy="94425"/>
                </a:xfrm>
                <a:custGeom>
                  <a:avLst/>
                  <a:gdLst>
                    <a:gd name="connsiteX0" fmla="*/ 0 w 17205"/>
                    <a:gd name="connsiteY0" fmla="*/ 0 h 94425"/>
                    <a:gd name="connsiteX1" fmla="*/ 17205 w 17205"/>
                    <a:gd name="connsiteY1" fmla="*/ 0 h 94425"/>
                    <a:gd name="connsiteX2" fmla="*/ 17205 w 17205"/>
                    <a:gd name="connsiteY2" fmla="*/ 94426 h 94425"/>
                    <a:gd name="connsiteX3" fmla="*/ 0 w 17205"/>
                    <a:gd name="connsiteY3" fmla="*/ 94426 h 94425"/>
                  </a:gdLst>
                  <a:ahLst/>
                  <a:cxnLst>
                    <a:cxn ang="0">
                      <a:pos x="connsiteX0" y="connsiteY0"/>
                    </a:cxn>
                    <a:cxn ang="0">
                      <a:pos x="connsiteX1" y="connsiteY1"/>
                    </a:cxn>
                    <a:cxn ang="0">
                      <a:pos x="connsiteX2" y="connsiteY2"/>
                    </a:cxn>
                    <a:cxn ang="0">
                      <a:pos x="connsiteX3" y="connsiteY3"/>
                    </a:cxn>
                  </a:cxnLst>
                  <a:rect l="l" t="t" r="r" b="b"/>
                  <a:pathLst>
                    <a:path w="17205" h="94425">
                      <a:moveTo>
                        <a:pt x="0" y="0"/>
                      </a:moveTo>
                      <a:lnTo>
                        <a:pt x="17205" y="0"/>
                      </a:lnTo>
                      <a:lnTo>
                        <a:pt x="17205" y="94426"/>
                      </a:lnTo>
                      <a:lnTo>
                        <a:pt x="0" y="94426"/>
                      </a:lnTo>
                      <a:close/>
                    </a:path>
                  </a:pathLst>
                </a:custGeom>
                <a:grp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BAD737C0-1BA9-2FE0-A65E-1F07D8D3AA44}"/>
                    </a:ext>
                  </a:extLst>
                </p:cNvPr>
                <p:cNvSpPr/>
                <p:nvPr/>
              </p:nvSpPr>
              <p:spPr>
                <a:xfrm>
                  <a:off x="833536" y="2711262"/>
                  <a:ext cx="66239" cy="94476"/>
                </a:xfrm>
                <a:custGeom>
                  <a:avLst/>
                  <a:gdLst>
                    <a:gd name="connsiteX0" fmla="*/ 45796 w 66239"/>
                    <a:gd name="connsiteY0" fmla="*/ 50198 h 94476"/>
                    <a:gd name="connsiteX1" fmla="*/ 45796 w 66239"/>
                    <a:gd name="connsiteY1" fmla="*/ 49794 h 94476"/>
                    <a:gd name="connsiteX2" fmla="*/ 62799 w 66239"/>
                    <a:gd name="connsiteY2" fmla="*/ 26364 h 94476"/>
                    <a:gd name="connsiteX3" fmla="*/ 54753 w 66239"/>
                    <a:gd name="connsiteY3" fmla="*/ 7540 h 94476"/>
                    <a:gd name="connsiteX4" fmla="*/ 25909 w 66239"/>
                    <a:gd name="connsiteY4" fmla="*/ 0 h 94476"/>
                    <a:gd name="connsiteX5" fmla="*/ 0 w 66239"/>
                    <a:gd name="connsiteY5" fmla="*/ 2024 h 94476"/>
                    <a:gd name="connsiteX6" fmla="*/ 0 w 66239"/>
                    <a:gd name="connsiteY6" fmla="*/ 94476 h 94476"/>
                    <a:gd name="connsiteX7" fmla="*/ 16952 w 66239"/>
                    <a:gd name="connsiteY7" fmla="*/ 94476 h 94476"/>
                    <a:gd name="connsiteX8" fmla="*/ 16952 w 66239"/>
                    <a:gd name="connsiteY8" fmla="*/ 55967 h 94476"/>
                    <a:gd name="connsiteX9" fmla="*/ 25555 w 66239"/>
                    <a:gd name="connsiteY9" fmla="*/ 55967 h 94476"/>
                    <a:gd name="connsiteX10" fmla="*/ 42406 w 66239"/>
                    <a:gd name="connsiteY10" fmla="*/ 72363 h 94476"/>
                    <a:gd name="connsiteX11" fmla="*/ 48680 w 66239"/>
                    <a:gd name="connsiteY11" fmla="*/ 94476 h 94476"/>
                    <a:gd name="connsiteX12" fmla="*/ 66240 w 66239"/>
                    <a:gd name="connsiteY12" fmla="*/ 94476 h 94476"/>
                    <a:gd name="connsiteX13" fmla="*/ 58852 w 66239"/>
                    <a:gd name="connsiteY13" fmla="*/ 68365 h 94476"/>
                    <a:gd name="connsiteX14" fmla="*/ 45796 w 66239"/>
                    <a:gd name="connsiteY14" fmla="*/ 50249 h 94476"/>
                    <a:gd name="connsiteX15" fmla="*/ 27022 w 66239"/>
                    <a:gd name="connsiteY15" fmla="*/ 43367 h 94476"/>
                    <a:gd name="connsiteX16" fmla="*/ 16901 w 66239"/>
                    <a:gd name="connsiteY16" fmla="*/ 43367 h 94476"/>
                    <a:gd name="connsiteX17" fmla="*/ 16901 w 66239"/>
                    <a:gd name="connsiteY17" fmla="*/ 13764 h 94476"/>
                    <a:gd name="connsiteX18" fmla="*/ 27528 w 66239"/>
                    <a:gd name="connsiteY18" fmla="*/ 12904 h 94476"/>
                    <a:gd name="connsiteX19" fmla="*/ 45745 w 66239"/>
                    <a:gd name="connsiteY19" fmla="*/ 27933 h 94476"/>
                    <a:gd name="connsiteX20" fmla="*/ 27022 w 66239"/>
                    <a:gd name="connsiteY20" fmla="*/ 43367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grpFill/>
                <a:ln w="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194EDEF5-B578-C1A6-445B-FD082C01AE50}"/>
                    </a:ext>
                  </a:extLst>
                </p:cNvPr>
                <p:cNvSpPr/>
                <p:nvPr/>
              </p:nvSpPr>
              <p:spPr>
                <a:xfrm>
                  <a:off x="904835" y="2711313"/>
                  <a:ext cx="82837" cy="94425"/>
                </a:xfrm>
                <a:custGeom>
                  <a:avLst/>
                  <a:gdLst>
                    <a:gd name="connsiteX0" fmla="*/ 50704 w 82837"/>
                    <a:gd name="connsiteY0" fmla="*/ 43215 h 94425"/>
                    <a:gd name="connsiteX1" fmla="*/ 41140 w 82837"/>
                    <a:gd name="connsiteY1" fmla="*/ 77372 h 94425"/>
                    <a:gd name="connsiteX2" fmla="*/ 40837 w 82837"/>
                    <a:gd name="connsiteY2" fmla="*/ 77372 h 94425"/>
                    <a:gd name="connsiteX3" fmla="*/ 31627 w 82837"/>
                    <a:gd name="connsiteY3" fmla="*/ 42962 h 94425"/>
                    <a:gd name="connsiteX4" fmla="*/ 18774 w 82837"/>
                    <a:gd name="connsiteY4" fmla="*/ 0 h 94425"/>
                    <a:gd name="connsiteX5" fmla="*/ 0 w 82837"/>
                    <a:gd name="connsiteY5" fmla="*/ 0 h 94425"/>
                    <a:gd name="connsiteX6" fmla="*/ 30514 w 82837"/>
                    <a:gd name="connsiteY6" fmla="*/ 94426 h 94425"/>
                    <a:gd name="connsiteX7" fmla="*/ 50249 w 82837"/>
                    <a:gd name="connsiteY7" fmla="*/ 94426 h 94425"/>
                    <a:gd name="connsiteX8" fmla="*/ 82837 w 82837"/>
                    <a:gd name="connsiteY8" fmla="*/ 0 h 94425"/>
                    <a:gd name="connsiteX9" fmla="*/ 64519 w 82837"/>
                    <a:gd name="connsiteY9" fmla="*/ 0 h 94425"/>
                    <a:gd name="connsiteX10" fmla="*/ 50755 w 82837"/>
                    <a:gd name="connsiteY10" fmla="*/ 43215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grpFill/>
                <a:ln w="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F3E00F67-5384-6921-564D-84F0B1F500F5}"/>
                    </a:ext>
                  </a:extLst>
                </p:cNvPr>
                <p:cNvSpPr/>
                <p:nvPr/>
              </p:nvSpPr>
              <p:spPr>
                <a:xfrm>
                  <a:off x="1116964" y="2711313"/>
                  <a:ext cx="56979" cy="94425"/>
                </a:xfrm>
                <a:custGeom>
                  <a:avLst/>
                  <a:gdLst>
                    <a:gd name="connsiteX0" fmla="*/ 17205 w 56979"/>
                    <a:gd name="connsiteY0" fmla="*/ 52526 h 94425"/>
                    <a:gd name="connsiteX1" fmla="*/ 52779 w 56979"/>
                    <a:gd name="connsiteY1" fmla="*/ 52526 h 94425"/>
                    <a:gd name="connsiteX2" fmla="*/ 52779 w 56979"/>
                    <a:gd name="connsiteY2" fmla="*/ 38458 h 94425"/>
                    <a:gd name="connsiteX3" fmla="*/ 17205 w 56979"/>
                    <a:gd name="connsiteY3" fmla="*/ 38458 h 94425"/>
                    <a:gd name="connsiteX4" fmla="*/ 17205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05 w 56979"/>
                    <a:gd name="connsiteY11" fmla="*/ 80257 h 94425"/>
                    <a:gd name="connsiteX12" fmla="*/ 17205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grpFill/>
                <a:ln w="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1AF84FA6-EEBF-AC0B-B5D4-DFA3CF029D6F}"/>
                    </a:ext>
                  </a:extLst>
                </p:cNvPr>
                <p:cNvSpPr/>
                <p:nvPr/>
              </p:nvSpPr>
              <p:spPr>
                <a:xfrm>
                  <a:off x="1029724" y="2709846"/>
                  <a:ext cx="73374" cy="97411"/>
                </a:xfrm>
                <a:custGeom>
                  <a:avLst/>
                  <a:gdLst>
                    <a:gd name="connsiteX0" fmla="*/ 51261 w 73374"/>
                    <a:gd name="connsiteY0" fmla="*/ 14219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19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grpFill/>
                <a:ln w="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D28BE1A1-6672-B8C4-2AFD-83AE50B5E2E3}"/>
                    </a:ext>
                  </a:extLst>
                </p:cNvPr>
                <p:cNvSpPr/>
                <p:nvPr/>
              </p:nvSpPr>
              <p:spPr>
                <a:xfrm>
                  <a:off x="684712"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BDC03EBD-BFED-398A-EAB6-8F7219E04B03}"/>
                    </a:ext>
                  </a:extLst>
                </p:cNvPr>
                <p:cNvSpPr/>
                <p:nvPr/>
              </p:nvSpPr>
              <p:spPr>
                <a:xfrm>
                  <a:off x="761426" y="2711313"/>
                  <a:ext cx="56979" cy="94425"/>
                </a:xfrm>
                <a:custGeom>
                  <a:avLst/>
                  <a:gdLst>
                    <a:gd name="connsiteX0" fmla="*/ 17256 w 56979"/>
                    <a:gd name="connsiteY0" fmla="*/ 52526 h 94425"/>
                    <a:gd name="connsiteX1" fmla="*/ 52779 w 56979"/>
                    <a:gd name="connsiteY1" fmla="*/ 52526 h 94425"/>
                    <a:gd name="connsiteX2" fmla="*/ 52779 w 56979"/>
                    <a:gd name="connsiteY2" fmla="*/ 38458 h 94425"/>
                    <a:gd name="connsiteX3" fmla="*/ 17256 w 56979"/>
                    <a:gd name="connsiteY3" fmla="*/ 38458 h 94425"/>
                    <a:gd name="connsiteX4" fmla="*/ 17256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56 w 56979"/>
                    <a:gd name="connsiteY11" fmla="*/ 80257 h 94425"/>
                    <a:gd name="connsiteX12" fmla="*/ 17256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grpFill/>
                <a:ln w="0"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EFA0C079-126A-074A-7F9C-F49B63E1A87D}"/>
                    </a:ext>
                  </a:extLst>
                </p:cNvPr>
                <p:cNvSpPr/>
                <p:nvPr/>
              </p:nvSpPr>
              <p:spPr>
                <a:xfrm>
                  <a:off x="1184874"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grpSp>
        </p:grpSp>
        <p:grpSp>
          <p:nvGrpSpPr>
            <p:cNvPr id="9" name="Graphic 8">
              <a:extLst>
                <a:ext uri="{FF2B5EF4-FFF2-40B4-BE49-F238E27FC236}">
                  <a16:creationId xmlns:a16="http://schemas.microsoft.com/office/drawing/2014/main" id="{9E161D1F-49E9-74F0-C3AD-39CC0007C997}"/>
                </a:ext>
              </a:extLst>
            </p:cNvPr>
            <p:cNvGrpSpPr/>
            <p:nvPr/>
          </p:nvGrpSpPr>
          <p:grpSpPr>
            <a:xfrm>
              <a:off x="8409533" y="4648193"/>
              <a:ext cx="435969" cy="387958"/>
              <a:chOff x="8599610" y="2333965"/>
              <a:chExt cx="542618" cy="474759"/>
            </a:xfrm>
            <a:solidFill>
              <a:schemeClr val="tx1"/>
            </a:solidFill>
          </p:grpSpPr>
          <p:sp>
            <p:nvSpPr>
              <p:cNvPr id="11" name="Freeform: Shape 10">
                <a:extLst>
                  <a:ext uri="{FF2B5EF4-FFF2-40B4-BE49-F238E27FC236}">
                    <a16:creationId xmlns:a16="http://schemas.microsoft.com/office/drawing/2014/main" id="{0B156583-CC6C-8785-ABD9-3186C75575DC}"/>
                  </a:ext>
                </a:extLst>
              </p:cNvPr>
              <p:cNvSpPr/>
              <p:nvPr/>
            </p:nvSpPr>
            <p:spPr>
              <a:xfrm>
                <a:off x="859961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160 w 130657"/>
                  <a:gd name="connsiteY3" fmla="*/ 39723 h 135211"/>
                  <a:gd name="connsiteX4" fmla="*/ 93160 w 130657"/>
                  <a:gd name="connsiteY4" fmla="*/ 135212 h 135211"/>
                  <a:gd name="connsiteX5" fmla="*/ 38711 w 130657"/>
                  <a:gd name="connsiteY5" fmla="*/ 135212 h 135211"/>
                  <a:gd name="connsiteX6" fmla="*/ 38711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grpFill/>
              <a:ln w="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2A71BDE-E554-FD3C-4880-6AA431E0396D}"/>
                  </a:ext>
                </a:extLst>
              </p:cNvPr>
              <p:cNvSpPr/>
              <p:nvPr/>
            </p:nvSpPr>
            <p:spPr>
              <a:xfrm>
                <a:off x="8716605" y="2673513"/>
                <a:ext cx="160563" cy="135211"/>
              </a:xfrm>
              <a:custGeom>
                <a:avLst/>
                <a:gdLst>
                  <a:gd name="connsiteX0" fmla="*/ 79801 w 160563"/>
                  <a:gd name="connsiteY0" fmla="*/ 54651 h 135211"/>
                  <a:gd name="connsiteX1" fmla="*/ 52324 w 160563"/>
                  <a:gd name="connsiteY1" fmla="*/ 135212 h 135211"/>
                  <a:gd name="connsiteX2" fmla="*/ 0 w 160563"/>
                  <a:gd name="connsiteY2" fmla="*/ 135212 h 135211"/>
                  <a:gd name="connsiteX3" fmla="*/ 51312 w 160563"/>
                  <a:gd name="connsiteY3" fmla="*/ 0 h 135211"/>
                  <a:gd name="connsiteX4" fmla="*/ 108088 w 160563"/>
                  <a:gd name="connsiteY4" fmla="*/ 0 h 135211"/>
                  <a:gd name="connsiteX5" fmla="*/ 160564 w 160563"/>
                  <a:gd name="connsiteY5" fmla="*/ 135212 h 135211"/>
                  <a:gd name="connsiteX6" fmla="*/ 107633 w 160563"/>
                  <a:gd name="connsiteY6" fmla="*/ 135212 h 135211"/>
                  <a:gd name="connsiteX7" fmla="*/ 79801 w 16056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grpFill/>
              <a:ln w="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37DFE2EF-49AB-69FE-2954-AAF3DBC01CB7}"/>
                  </a:ext>
                </a:extLst>
              </p:cNvPr>
              <p:cNvSpPr/>
              <p:nvPr/>
            </p:nvSpPr>
            <p:spPr>
              <a:xfrm>
                <a:off x="886467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211 w 130657"/>
                  <a:gd name="connsiteY3" fmla="*/ 39723 h 135211"/>
                  <a:gd name="connsiteX4" fmla="*/ 93211 w 130657"/>
                  <a:gd name="connsiteY4" fmla="*/ 135212 h 135211"/>
                  <a:gd name="connsiteX5" fmla="*/ 38762 w 130657"/>
                  <a:gd name="connsiteY5" fmla="*/ 135212 h 135211"/>
                  <a:gd name="connsiteX6" fmla="*/ 38762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grpFill/>
              <a:ln w="0"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C8E8AF9-EBE3-A7B8-D5CA-C83382702DB8}"/>
                  </a:ext>
                </a:extLst>
              </p:cNvPr>
              <p:cNvSpPr/>
              <p:nvPr/>
            </p:nvSpPr>
            <p:spPr>
              <a:xfrm>
                <a:off x="8981715" y="2673513"/>
                <a:ext cx="160513" cy="135211"/>
              </a:xfrm>
              <a:custGeom>
                <a:avLst/>
                <a:gdLst>
                  <a:gd name="connsiteX0" fmla="*/ 79750 w 160513"/>
                  <a:gd name="connsiteY0" fmla="*/ 54651 h 135211"/>
                  <a:gd name="connsiteX1" fmla="*/ 52273 w 160513"/>
                  <a:gd name="connsiteY1" fmla="*/ 135212 h 135211"/>
                  <a:gd name="connsiteX2" fmla="*/ 0 w 160513"/>
                  <a:gd name="connsiteY2" fmla="*/ 135212 h 135211"/>
                  <a:gd name="connsiteX3" fmla="*/ 51261 w 160513"/>
                  <a:gd name="connsiteY3" fmla="*/ 0 h 135211"/>
                  <a:gd name="connsiteX4" fmla="*/ 108038 w 160513"/>
                  <a:gd name="connsiteY4" fmla="*/ 0 h 135211"/>
                  <a:gd name="connsiteX5" fmla="*/ 160513 w 160513"/>
                  <a:gd name="connsiteY5" fmla="*/ 135212 h 135211"/>
                  <a:gd name="connsiteX6" fmla="*/ 107633 w 160513"/>
                  <a:gd name="connsiteY6" fmla="*/ 135212 h 135211"/>
                  <a:gd name="connsiteX7" fmla="*/ 79750 w 16051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grp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F685416F-70E3-EE8B-EECE-D187E9D10AF2}"/>
                  </a:ext>
                </a:extLst>
              </p:cNvPr>
              <p:cNvSpPr/>
              <p:nvPr/>
            </p:nvSpPr>
            <p:spPr>
              <a:xfrm>
                <a:off x="8678855" y="2333965"/>
                <a:ext cx="384685" cy="271536"/>
              </a:xfrm>
              <a:custGeom>
                <a:avLst/>
                <a:gdLst>
                  <a:gd name="connsiteX0" fmla="*/ 384584 w 384685"/>
                  <a:gd name="connsiteY0" fmla="*/ 91086 h 271536"/>
                  <a:gd name="connsiteX1" fmla="*/ 365305 w 384685"/>
                  <a:gd name="connsiteY1" fmla="*/ 63709 h 271536"/>
                  <a:gd name="connsiteX2" fmla="*/ 292032 w 384685"/>
                  <a:gd name="connsiteY2" fmla="*/ 17104 h 271536"/>
                  <a:gd name="connsiteX3" fmla="*/ 192292 w 384685"/>
                  <a:gd name="connsiteY3" fmla="*/ 0 h 271536"/>
                  <a:gd name="connsiteX4" fmla="*/ 92553 w 384685"/>
                  <a:gd name="connsiteY4" fmla="*/ 17104 h 271536"/>
                  <a:gd name="connsiteX5" fmla="*/ 19280 w 384685"/>
                  <a:gd name="connsiteY5" fmla="*/ 63709 h 271536"/>
                  <a:gd name="connsiteX6" fmla="*/ 0 w 384685"/>
                  <a:gd name="connsiteY6" fmla="*/ 91136 h 271536"/>
                  <a:gd name="connsiteX7" fmla="*/ 167800 w 384685"/>
                  <a:gd name="connsiteY7" fmla="*/ 67909 h 271536"/>
                  <a:gd name="connsiteX8" fmla="*/ 180603 w 384685"/>
                  <a:gd name="connsiteY8" fmla="*/ 73122 h 271536"/>
                  <a:gd name="connsiteX9" fmla="*/ 183589 w 384685"/>
                  <a:gd name="connsiteY9" fmla="*/ 98879 h 271536"/>
                  <a:gd name="connsiteX10" fmla="*/ 181818 w 384685"/>
                  <a:gd name="connsiteY10" fmla="*/ 271334 h 271536"/>
                  <a:gd name="connsiteX11" fmla="*/ 192343 w 384685"/>
                  <a:gd name="connsiteY11" fmla="*/ 271537 h 271536"/>
                  <a:gd name="connsiteX12" fmla="*/ 202919 w 384685"/>
                  <a:gd name="connsiteY12" fmla="*/ 271334 h 271536"/>
                  <a:gd name="connsiteX13" fmla="*/ 201148 w 384685"/>
                  <a:gd name="connsiteY13" fmla="*/ 98879 h 271536"/>
                  <a:gd name="connsiteX14" fmla="*/ 204134 w 384685"/>
                  <a:gd name="connsiteY14" fmla="*/ 73122 h 271536"/>
                  <a:gd name="connsiteX15" fmla="*/ 216936 w 384685"/>
                  <a:gd name="connsiteY15" fmla="*/ 67909 h 271536"/>
                  <a:gd name="connsiteX16" fmla="*/ 384686 w 384685"/>
                  <a:gd name="connsiteY16" fmla="*/ 91086 h 27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grpFill/>
              <a:ln w="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33743317-A437-A7BA-3700-643131095A4C}"/>
                  </a:ext>
                </a:extLst>
              </p:cNvPr>
              <p:cNvSpPr/>
              <p:nvPr/>
            </p:nvSpPr>
            <p:spPr>
              <a:xfrm>
                <a:off x="8907519" y="2429876"/>
                <a:ext cx="166901" cy="168288"/>
              </a:xfrm>
              <a:custGeom>
                <a:avLst/>
                <a:gdLst>
                  <a:gd name="connsiteX0" fmla="*/ 164219 w 166901"/>
                  <a:gd name="connsiteY0" fmla="*/ 17592 h 168288"/>
                  <a:gd name="connsiteX1" fmla="*/ 31284 w 166901"/>
                  <a:gd name="connsiteY1" fmla="*/ 184 h 168288"/>
                  <a:gd name="connsiteX2" fmla="*/ 1328 w 166901"/>
                  <a:gd name="connsiteY2" fmla="*/ 32469 h 168288"/>
                  <a:gd name="connsiteX3" fmla="*/ 2137 w 166901"/>
                  <a:gd name="connsiteY3" fmla="*/ 37530 h 168288"/>
                  <a:gd name="connsiteX4" fmla="*/ 29210 w 166901"/>
                  <a:gd name="connsiteY4" fmla="*/ 168288 h 168288"/>
                  <a:gd name="connsiteX5" fmla="*/ 166901 w 166901"/>
                  <a:gd name="connsiteY5" fmla="*/ 39807 h 168288"/>
                  <a:gd name="connsiteX6" fmla="*/ 164219 w 166901"/>
                  <a:gd name="connsiteY6" fmla="*/ 17592 h 16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grpFill/>
              <a:ln w="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000C6F21-CDBB-8106-009D-0BE1B2B07EC1}"/>
                  </a:ext>
                </a:extLst>
              </p:cNvPr>
              <p:cNvSpPr/>
              <p:nvPr/>
            </p:nvSpPr>
            <p:spPr>
              <a:xfrm>
                <a:off x="8667823" y="2429927"/>
                <a:ext cx="166901" cy="168389"/>
              </a:xfrm>
              <a:custGeom>
                <a:avLst/>
                <a:gdLst>
                  <a:gd name="connsiteX0" fmla="*/ 165574 w 166901"/>
                  <a:gd name="connsiteY0" fmla="*/ 32469 h 168389"/>
                  <a:gd name="connsiteX1" fmla="*/ 135616 w 166901"/>
                  <a:gd name="connsiteY1" fmla="*/ 184 h 168389"/>
                  <a:gd name="connsiteX2" fmla="*/ 2631 w 166901"/>
                  <a:gd name="connsiteY2" fmla="*/ 17592 h 168389"/>
                  <a:gd name="connsiteX3" fmla="*/ 0 w 166901"/>
                  <a:gd name="connsiteY3" fmla="*/ 39807 h 168389"/>
                  <a:gd name="connsiteX4" fmla="*/ 30261 w 166901"/>
                  <a:gd name="connsiteY4" fmla="*/ 111815 h 168389"/>
                  <a:gd name="connsiteX5" fmla="*/ 103534 w 166901"/>
                  <a:gd name="connsiteY5" fmla="*/ 158421 h 168389"/>
                  <a:gd name="connsiteX6" fmla="*/ 137640 w 166901"/>
                  <a:gd name="connsiteY6" fmla="*/ 168389 h 168389"/>
                  <a:gd name="connsiteX7" fmla="*/ 165017 w 166901"/>
                  <a:gd name="connsiteY7" fmla="*/ 35860 h 168389"/>
                  <a:gd name="connsiteX8" fmla="*/ 165523 w 166901"/>
                  <a:gd name="connsiteY8" fmla="*/ 32469 h 168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grpFill/>
              <a:ln w="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3036504183"/>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35" r:id="rId4"/>
    <p:sldLayoutId id="2147483736" r:id="rId5"/>
  </p:sldLayoutIdLst>
  <p:hf hdr="0" dt="0"/>
  <p:txStyles>
    <p:titleStyle>
      <a:lvl1pPr algn="l" defTabSz="914355" rtl="0" eaLnBrk="1" latinLnBrk="0" hangingPunct="1">
        <a:lnSpc>
          <a:spcPct val="90000"/>
        </a:lnSpc>
        <a:spcBef>
          <a:spcPct val="0"/>
        </a:spcBef>
        <a:buNone/>
        <a:defRPr lang="en-IN" sz="2400" b="0" kern="0" spc="0" baseline="0" dirty="0">
          <a:solidFill>
            <a:schemeClr val="tx1"/>
          </a:solidFill>
          <a:latin typeface="+mj-lt"/>
          <a:ea typeface="+mj-ea"/>
          <a:cs typeface="+mj-cs"/>
        </a:defRPr>
      </a:lvl1pPr>
    </p:titleStyle>
    <p:bodyStyle>
      <a:lvl1pPr marL="228588" indent="-228588" algn="l" defTabSz="914355" rtl="0" eaLnBrk="1" latinLnBrk="0" hangingPunct="1">
        <a:lnSpc>
          <a:spcPct val="90000"/>
        </a:lnSpc>
        <a:spcBef>
          <a:spcPts val="1000"/>
        </a:spcBef>
        <a:buClr>
          <a:srgbClr val="4E84C4"/>
        </a:buClr>
        <a:buFont typeface="Arial" panose="020B0604020202020204" pitchFamily="34" charset="0"/>
        <a:buChar char="•"/>
        <a:defRPr sz="1600" kern="1200" baseline="0">
          <a:solidFill>
            <a:schemeClr val="tx1"/>
          </a:solidFill>
          <a:latin typeface="+mn-lt"/>
          <a:ea typeface="+mn-ea"/>
          <a:cs typeface="+mn-cs"/>
        </a:defRPr>
      </a:lvl1pPr>
      <a:lvl2pPr marL="463526" indent="-228588" algn="l" defTabSz="914355" rtl="0" eaLnBrk="1" latinLnBrk="0" hangingPunct="1">
        <a:lnSpc>
          <a:spcPct val="90000"/>
        </a:lnSpc>
        <a:spcBef>
          <a:spcPts val="500"/>
        </a:spcBef>
        <a:buClr>
          <a:srgbClr val="4E84C4"/>
        </a:buClr>
        <a:buFont typeface="Symbol" panose="05050102010706020507" pitchFamily="18" charset="2"/>
        <a:buChar char="-"/>
        <a:defRPr sz="1600" kern="1200" baseline="0">
          <a:solidFill>
            <a:schemeClr val="tx1"/>
          </a:solidFill>
          <a:latin typeface="+mn-lt"/>
          <a:ea typeface="+mn-ea"/>
          <a:cs typeface="+mn-cs"/>
        </a:defRPr>
      </a:lvl2pPr>
      <a:lvl3pPr marL="688941" indent="-228588" algn="l" defTabSz="914355" rtl="0" eaLnBrk="1" latinLnBrk="0" hangingPunct="1">
        <a:lnSpc>
          <a:spcPct val="90000"/>
        </a:lnSpc>
        <a:spcBef>
          <a:spcPts val="500"/>
        </a:spcBef>
        <a:buClr>
          <a:srgbClr val="4E84C4"/>
        </a:buClr>
        <a:buFont typeface="Arial" panose="020B0604020202020204" pitchFamily="34" charset="0"/>
        <a:buChar char="•"/>
        <a:defRPr sz="1600" kern="1200" baseline="0">
          <a:solidFill>
            <a:schemeClr val="tx1"/>
          </a:solidFill>
          <a:latin typeface="+mn-lt"/>
          <a:ea typeface="+mn-ea"/>
          <a:cs typeface="+mn-cs"/>
        </a:defRPr>
      </a:lvl3pPr>
      <a:lvl4pPr marL="914355" indent="-228588" algn="l" defTabSz="914355" rtl="0" eaLnBrk="1" latinLnBrk="0" hangingPunct="1">
        <a:lnSpc>
          <a:spcPct val="90000"/>
        </a:lnSpc>
        <a:spcBef>
          <a:spcPts val="500"/>
        </a:spcBef>
        <a:buClr>
          <a:srgbClr val="4E84C4"/>
        </a:buClr>
        <a:buFont typeface="Courier New" panose="02070309020205020404" pitchFamily="49" charset="0"/>
        <a:buChar char="o"/>
        <a:tabLst/>
        <a:defRPr sz="1600" kern="1200" baseline="0">
          <a:solidFill>
            <a:schemeClr val="tx1"/>
          </a:solidFill>
          <a:latin typeface="+mn-lt"/>
          <a:ea typeface="+mn-ea"/>
          <a:cs typeface="+mn-cs"/>
        </a:defRPr>
      </a:lvl4pPr>
      <a:lvl5pPr marL="1139768" indent="-228588" algn="l" defTabSz="914355" rtl="0" eaLnBrk="1" latinLnBrk="0" hangingPunct="1">
        <a:lnSpc>
          <a:spcPct val="90000"/>
        </a:lnSpc>
        <a:spcBef>
          <a:spcPts val="500"/>
        </a:spcBef>
        <a:buClr>
          <a:srgbClr val="4E84C4"/>
        </a:buClr>
        <a:buFont typeface="Arial" panose="020B0604020202020204" pitchFamily="34" charset="0"/>
        <a:buChar char="•"/>
        <a:defRPr sz="1600" kern="1200" baseline="0">
          <a:solidFill>
            <a:schemeClr val="tx1"/>
          </a:solidFill>
          <a:latin typeface="+mn-lt"/>
          <a:ea typeface="+mn-ea"/>
          <a:cs typeface="+mn-cs"/>
        </a:defRPr>
      </a:lvl5pPr>
      <a:lvl6pPr marL="2514474"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8" algn="l" defTabSz="91435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19">
          <p15:clr>
            <a:srgbClr val="F26B43"/>
          </p15:clr>
        </p15:guide>
        <p15:guide id="2" pos="173">
          <p15:clr>
            <a:srgbClr val="F26B43"/>
          </p15:clr>
        </p15:guide>
        <p15:guide id="3" pos="5573">
          <p15:clr>
            <a:srgbClr val="F26B43"/>
          </p15:clr>
        </p15:guide>
        <p15:guide id="4" orient="horz" pos="1720">
          <p15:clr>
            <a:srgbClr val="F26B43"/>
          </p15:clr>
        </p15:guide>
        <p15:guide id="5" orient="horz" pos="2868">
          <p15:clr>
            <a:srgbClr val="F26B43"/>
          </p15:clr>
        </p15:guide>
        <p15:guide id="6" orient="horz" pos="531">
          <p15:clr>
            <a:srgbClr val="F26B43"/>
          </p15:clr>
        </p15:guide>
        <p15:guide id="7" pos="2880">
          <p15:clr>
            <a:srgbClr val="F26B43"/>
          </p15:clr>
        </p15:guide>
        <p15:guide id="8" orient="horz" pos="3180">
          <p15:clr>
            <a:srgbClr val="F26B43"/>
          </p15:clr>
        </p15:guide>
        <p15:guide id="9" orient="horz" pos="5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92ADE80-F35C-381A-C871-E1A3C6208B53}"/>
              </a:ext>
            </a:extLst>
          </p:cNvPr>
          <p:cNvSpPr/>
          <p:nvPr userDrawn="1"/>
        </p:nvSpPr>
        <p:spPr>
          <a:xfrm>
            <a:off x="70640" y="100727"/>
            <a:ext cx="148437" cy="145788"/>
          </a:xfrm>
          <a:prstGeom prst="rect">
            <a:avLst/>
          </a:prstGeom>
          <a:solidFill>
            <a:srgbClr val="4E84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p>
        </p:txBody>
      </p:sp>
      <p:cxnSp>
        <p:nvCxnSpPr>
          <p:cNvPr id="45" name="Straight Connector 44">
            <a:extLst>
              <a:ext uri="{FF2B5EF4-FFF2-40B4-BE49-F238E27FC236}">
                <a16:creationId xmlns:a16="http://schemas.microsoft.com/office/drawing/2014/main" id="{5B0CB8AA-960C-4650-ABE9-4A6EFCAF5D81}"/>
              </a:ext>
            </a:extLst>
          </p:cNvPr>
          <p:cNvCxnSpPr>
            <a:cxnSpLocks/>
          </p:cNvCxnSpPr>
          <p:nvPr userDrawn="1"/>
        </p:nvCxnSpPr>
        <p:spPr>
          <a:xfrm>
            <a:off x="91079" y="273502"/>
            <a:ext cx="107556" cy="0"/>
          </a:xfrm>
          <a:prstGeom prst="line">
            <a:avLst/>
          </a:prstGeom>
          <a:ln w="9525"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ED1CCB6F-A314-28BE-B118-A56B465A98BA}"/>
              </a:ext>
            </a:extLst>
          </p:cNvPr>
          <p:cNvSpPr txBox="1"/>
          <p:nvPr userDrawn="1"/>
        </p:nvSpPr>
        <p:spPr>
          <a:xfrm>
            <a:off x="70640" y="330802"/>
            <a:ext cx="148437" cy="145788"/>
          </a:xfrm>
          <a:prstGeom prst="rect">
            <a:avLst/>
          </a:prstGeom>
          <a:noFill/>
        </p:spPr>
        <p:txBody>
          <a:bodyPr wrap="none" lIns="0" tIns="0" rIns="0" bIns="0" rtlCol="0" anchor="ctr" anchorCtr="0">
            <a:noAutofit/>
          </a:bodyPr>
          <a:lstStyle/>
          <a:p>
            <a:pPr algn="ctr"/>
            <a:endParaRPr lang="en-US" sz="900">
              <a:solidFill>
                <a:schemeClr val="tx1"/>
              </a:solidFill>
            </a:endParaRPr>
          </a:p>
        </p:txBody>
      </p:sp>
      <p:sp>
        <p:nvSpPr>
          <p:cNvPr id="47" name="Rectangle 46">
            <a:extLst>
              <a:ext uri="{FF2B5EF4-FFF2-40B4-BE49-F238E27FC236}">
                <a16:creationId xmlns:a16="http://schemas.microsoft.com/office/drawing/2014/main" id="{93F3404D-499E-D5A1-04D0-555C768C2AC7}"/>
              </a:ext>
            </a:extLst>
          </p:cNvPr>
          <p:cNvSpPr/>
          <p:nvPr userDrawn="1"/>
        </p:nvSpPr>
        <p:spPr>
          <a:xfrm>
            <a:off x="37301" y="63500"/>
            <a:ext cx="215112" cy="43289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1"/>
          </a:p>
        </p:txBody>
      </p:sp>
      <p:sp>
        <p:nvSpPr>
          <p:cNvPr id="2" name="Title Placeholder 1">
            <a:extLst>
              <a:ext uri="{FF2B5EF4-FFF2-40B4-BE49-F238E27FC236}">
                <a16:creationId xmlns:a16="http://schemas.microsoft.com/office/drawing/2014/main" id="{0BBFA0BF-8DAC-3B8C-4AE3-5CA36724CAB0}"/>
              </a:ext>
            </a:extLst>
          </p:cNvPr>
          <p:cNvSpPr>
            <a:spLocks noGrp="1"/>
          </p:cNvSpPr>
          <p:nvPr>
            <p:ph type="title"/>
          </p:nvPr>
        </p:nvSpPr>
        <p:spPr>
          <a:xfrm>
            <a:off x="173944" y="142092"/>
            <a:ext cx="8651153" cy="553027"/>
          </a:xfrm>
          <a:prstGeom prst="rect">
            <a:avLst/>
          </a:prstGeom>
        </p:spPr>
        <p:txBody>
          <a:bodyPr vert="horz" lIns="91440" tIns="0" rIns="91440" bIns="45720" rtlCol="0" anchor="t">
            <a:noAutofit/>
          </a:bodyPr>
          <a:lstStyle/>
          <a:p>
            <a:pPr lvl="0"/>
            <a:r>
              <a:rPr lang="en-US"/>
              <a:t>Click to edit Master title style</a:t>
            </a:r>
            <a:endParaRPr lang="en-IN"/>
          </a:p>
        </p:txBody>
      </p:sp>
      <p:sp>
        <p:nvSpPr>
          <p:cNvPr id="3" name="Text Placeholder 2">
            <a:extLst>
              <a:ext uri="{FF2B5EF4-FFF2-40B4-BE49-F238E27FC236}">
                <a16:creationId xmlns:a16="http://schemas.microsoft.com/office/drawing/2014/main" id="{A9CEB974-2740-39F8-02D1-C88C824BE991}"/>
              </a:ext>
            </a:extLst>
          </p:cNvPr>
          <p:cNvSpPr>
            <a:spLocks noGrp="1"/>
          </p:cNvSpPr>
          <p:nvPr>
            <p:ph type="body" idx="1"/>
          </p:nvPr>
        </p:nvSpPr>
        <p:spPr>
          <a:xfrm>
            <a:off x="192992" y="1066799"/>
            <a:ext cx="7886700" cy="314894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Slide Number Placeholder 5">
            <a:extLst>
              <a:ext uri="{FF2B5EF4-FFF2-40B4-BE49-F238E27FC236}">
                <a16:creationId xmlns:a16="http://schemas.microsoft.com/office/drawing/2014/main" id="{61DDCB85-668C-1A07-18A7-82A4D4D7148F}"/>
              </a:ext>
            </a:extLst>
          </p:cNvPr>
          <p:cNvSpPr>
            <a:spLocks noGrp="1"/>
          </p:cNvSpPr>
          <p:nvPr>
            <p:ph type="sldNum" sz="quarter" idx="4"/>
          </p:nvPr>
        </p:nvSpPr>
        <p:spPr>
          <a:xfrm>
            <a:off x="4312604" y="4923599"/>
            <a:ext cx="300588" cy="127170"/>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bodyPr>
          <a:lstStyle>
            <a:lvl1pPr>
              <a:defRPr lang="en-IN" sz="800" b="1" smtClean="0">
                <a:solidFill>
                  <a:schemeClr val="bg1">
                    <a:lumMod val="65000"/>
                  </a:schemeClr>
                </a:solidFill>
                <a:latin typeface="+mj-lt"/>
                <a:cs typeface="Arial" pitchFamily="34" charset="0"/>
              </a:defRPr>
            </a:lvl1pPr>
          </a:lstStyle>
          <a:p>
            <a:pPr algn="ctr" defTabSz="914355"/>
            <a:fld id="{662A0901-ACEF-4BE9-9C8C-C119B421173E}" type="slidenum">
              <a:rPr lang="en-US" smtClean="0"/>
              <a:pPr algn="ctr" defTabSz="914355"/>
              <a:t>‹#›</a:t>
            </a:fld>
            <a:endParaRPr lang="en-US"/>
          </a:p>
        </p:txBody>
      </p:sp>
      <p:cxnSp>
        <p:nvCxnSpPr>
          <p:cNvPr id="10" name="Straight Connector 9">
            <a:extLst>
              <a:ext uri="{FF2B5EF4-FFF2-40B4-BE49-F238E27FC236}">
                <a16:creationId xmlns:a16="http://schemas.microsoft.com/office/drawing/2014/main" id="{204A0732-89C6-3C17-1231-F15060AB29F0}"/>
              </a:ext>
            </a:extLst>
          </p:cNvPr>
          <p:cNvCxnSpPr>
            <a:cxnSpLocks/>
          </p:cNvCxnSpPr>
          <p:nvPr userDrawn="1"/>
        </p:nvCxnSpPr>
        <p:spPr>
          <a:xfrm>
            <a:off x="4578258" y="4923599"/>
            <a:ext cx="0" cy="127170"/>
          </a:xfrm>
          <a:prstGeom prst="line">
            <a:avLst/>
          </a:prstGeom>
          <a:ln>
            <a:solidFill>
              <a:srgbClr val="808285"/>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8D29970C-B26D-BE0C-66B2-29D3B3DEE5DE}"/>
              </a:ext>
            </a:extLst>
          </p:cNvPr>
          <p:cNvSpPr>
            <a:spLocks noGrp="1"/>
          </p:cNvSpPr>
          <p:nvPr>
            <p:ph type="ftr" sz="quarter" idx="3"/>
          </p:nvPr>
        </p:nvSpPr>
        <p:spPr>
          <a:xfrm>
            <a:off x="4570610" y="4923599"/>
            <a:ext cx="1603957" cy="127170"/>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bodyPr>
          <a:lstStyle>
            <a:lvl1pPr>
              <a:defRPr lang="en-US" sz="800" b="0" spc="0" baseline="0">
                <a:solidFill>
                  <a:schemeClr val="bg1">
                    <a:lumMod val="85000"/>
                  </a:schemeClr>
                </a:solidFill>
                <a:latin typeface="+mj-lt"/>
                <a:cs typeface="Arial" pitchFamily="34" charset="0"/>
              </a:defRPr>
            </a:lvl1pPr>
          </a:lstStyle>
          <a:p>
            <a:pPr defTabSz="914355"/>
            <a:r>
              <a:rPr lang="en-US"/>
              <a:t>TCS confidential</a:t>
            </a:r>
          </a:p>
        </p:txBody>
      </p:sp>
      <p:grpSp>
        <p:nvGrpSpPr>
          <p:cNvPr id="85" name="Group 84">
            <a:extLst>
              <a:ext uri="{FF2B5EF4-FFF2-40B4-BE49-F238E27FC236}">
                <a16:creationId xmlns:a16="http://schemas.microsoft.com/office/drawing/2014/main" id="{4E0F0CE1-8645-61D0-5518-E4B1A4715276}"/>
              </a:ext>
            </a:extLst>
          </p:cNvPr>
          <p:cNvGrpSpPr/>
          <p:nvPr userDrawn="1"/>
        </p:nvGrpSpPr>
        <p:grpSpPr>
          <a:xfrm>
            <a:off x="274638" y="4648193"/>
            <a:ext cx="8570864" cy="390410"/>
            <a:chOff x="274638" y="4648193"/>
            <a:chExt cx="8570864" cy="390410"/>
          </a:xfrm>
          <a:solidFill>
            <a:schemeClr val="bg1"/>
          </a:solidFill>
        </p:grpSpPr>
        <p:grpSp>
          <p:nvGrpSpPr>
            <p:cNvPr id="8" name="Group 7">
              <a:extLst>
                <a:ext uri="{FF2B5EF4-FFF2-40B4-BE49-F238E27FC236}">
                  <a16:creationId xmlns:a16="http://schemas.microsoft.com/office/drawing/2014/main" id="{7BA98EF3-FD5A-D6B6-D03A-09DCE544B3B3}"/>
                </a:ext>
              </a:extLst>
            </p:cNvPr>
            <p:cNvGrpSpPr/>
            <p:nvPr userDrawn="1"/>
          </p:nvGrpSpPr>
          <p:grpSpPr>
            <a:xfrm>
              <a:off x="274638" y="4736080"/>
              <a:ext cx="1266904" cy="302523"/>
              <a:chOff x="0" y="2427986"/>
              <a:chExt cx="1581147" cy="380839"/>
            </a:xfrm>
            <a:grpFill/>
          </p:grpSpPr>
          <p:grpSp>
            <p:nvGrpSpPr>
              <p:cNvPr id="18" name="Graphic 8">
                <a:extLst>
                  <a:ext uri="{FF2B5EF4-FFF2-40B4-BE49-F238E27FC236}">
                    <a16:creationId xmlns:a16="http://schemas.microsoft.com/office/drawing/2014/main" id="{6A864035-4916-9D07-A328-B0B77259FB88}"/>
                  </a:ext>
                </a:extLst>
              </p:cNvPr>
              <p:cNvGrpSpPr/>
              <p:nvPr/>
            </p:nvGrpSpPr>
            <p:grpSpPr>
              <a:xfrm>
                <a:off x="0" y="2428340"/>
                <a:ext cx="605264" cy="380485"/>
                <a:chOff x="0" y="2428340"/>
                <a:chExt cx="605264" cy="380485"/>
              </a:xfrm>
              <a:grpFill/>
            </p:grpSpPr>
            <p:sp>
              <p:nvSpPr>
                <p:cNvPr id="43" name="Freeform: Shape 42">
                  <a:extLst>
                    <a:ext uri="{FF2B5EF4-FFF2-40B4-BE49-F238E27FC236}">
                      <a16:creationId xmlns:a16="http://schemas.microsoft.com/office/drawing/2014/main" id="{887486D1-6148-25E5-8B69-2E86997D2E99}"/>
                    </a:ext>
                  </a:extLst>
                </p:cNvPr>
                <p:cNvSpPr/>
                <p:nvPr/>
              </p:nvSpPr>
              <p:spPr>
                <a:xfrm>
                  <a:off x="0" y="2428340"/>
                  <a:ext cx="605264" cy="380485"/>
                </a:xfrm>
                <a:custGeom>
                  <a:avLst/>
                  <a:gdLst>
                    <a:gd name="connsiteX0" fmla="*/ 559165 w 605264"/>
                    <a:gd name="connsiteY0" fmla="*/ 219921 h 380485"/>
                    <a:gd name="connsiteX1" fmla="*/ 514179 w 605264"/>
                    <a:gd name="connsiteY1" fmla="*/ 188598 h 380485"/>
                    <a:gd name="connsiteX2" fmla="*/ 512459 w 605264"/>
                    <a:gd name="connsiteY2" fmla="*/ 187384 h 380485"/>
                    <a:gd name="connsiteX3" fmla="*/ 488928 w 605264"/>
                    <a:gd name="connsiteY3" fmla="*/ 150747 h 380485"/>
                    <a:gd name="connsiteX4" fmla="*/ 523490 w 605264"/>
                    <a:gd name="connsiteY4" fmla="*/ 122156 h 380485"/>
                    <a:gd name="connsiteX5" fmla="*/ 576725 w 605264"/>
                    <a:gd name="connsiteY5" fmla="*/ 134250 h 380485"/>
                    <a:gd name="connsiteX6" fmla="*/ 597017 w 605264"/>
                    <a:gd name="connsiteY6" fmla="*/ 113908 h 380485"/>
                    <a:gd name="connsiteX7" fmla="*/ 581077 w 605264"/>
                    <a:gd name="connsiteY7" fmla="*/ 92452 h 380485"/>
                    <a:gd name="connsiteX8" fmla="*/ 521820 w 605264"/>
                    <a:gd name="connsiteY8" fmla="*/ 80358 h 380485"/>
                    <a:gd name="connsiteX9" fmla="*/ 465297 w 605264"/>
                    <a:gd name="connsiteY9" fmla="*/ 97968 h 380485"/>
                    <a:gd name="connsiteX10" fmla="*/ 458111 w 605264"/>
                    <a:gd name="connsiteY10" fmla="*/ 111023 h 380485"/>
                    <a:gd name="connsiteX11" fmla="*/ 465297 w 605264"/>
                    <a:gd name="connsiteY11" fmla="*/ 97917 h 380485"/>
                    <a:gd name="connsiteX12" fmla="*/ 457048 w 605264"/>
                    <a:gd name="connsiteY12" fmla="*/ 105052 h 380485"/>
                    <a:gd name="connsiteX13" fmla="*/ 456846 w 605264"/>
                    <a:gd name="connsiteY13" fmla="*/ 105305 h 380485"/>
                    <a:gd name="connsiteX14" fmla="*/ 415908 w 605264"/>
                    <a:gd name="connsiteY14" fmla="*/ 184752 h 380485"/>
                    <a:gd name="connsiteX15" fmla="*/ 403308 w 605264"/>
                    <a:gd name="connsiteY15" fmla="*/ 226500 h 380485"/>
                    <a:gd name="connsiteX16" fmla="*/ 289703 w 605264"/>
                    <a:gd name="connsiteY16" fmla="*/ 335297 h 380485"/>
                    <a:gd name="connsiteX17" fmla="*/ 190369 w 605264"/>
                    <a:gd name="connsiteY17" fmla="*/ 230346 h 380485"/>
                    <a:gd name="connsiteX18" fmla="*/ 281050 w 605264"/>
                    <a:gd name="connsiteY18" fmla="*/ 124889 h 380485"/>
                    <a:gd name="connsiteX19" fmla="*/ 284188 w 605264"/>
                    <a:gd name="connsiteY19" fmla="*/ 124838 h 380485"/>
                    <a:gd name="connsiteX20" fmla="*/ 336866 w 605264"/>
                    <a:gd name="connsiteY20" fmla="*/ 136376 h 380485"/>
                    <a:gd name="connsiteX21" fmla="*/ 355538 w 605264"/>
                    <a:gd name="connsiteY21" fmla="*/ 140778 h 380485"/>
                    <a:gd name="connsiteX22" fmla="*/ 377500 w 605264"/>
                    <a:gd name="connsiteY22" fmla="*/ 118766 h 380485"/>
                    <a:gd name="connsiteX23" fmla="*/ 377500 w 605264"/>
                    <a:gd name="connsiteY23" fmla="*/ 118766 h 380485"/>
                    <a:gd name="connsiteX24" fmla="*/ 377500 w 605264"/>
                    <a:gd name="connsiteY24" fmla="*/ 118766 h 380485"/>
                    <a:gd name="connsiteX25" fmla="*/ 361054 w 605264"/>
                    <a:gd name="connsiteY25" fmla="*/ 96804 h 380485"/>
                    <a:gd name="connsiteX26" fmla="*/ 284238 w 605264"/>
                    <a:gd name="connsiteY26" fmla="*/ 80307 h 380485"/>
                    <a:gd name="connsiteX27" fmla="*/ 137742 w 605264"/>
                    <a:gd name="connsiteY27" fmla="*/ 231459 h 380485"/>
                    <a:gd name="connsiteX28" fmla="*/ 137742 w 605264"/>
                    <a:gd name="connsiteY28" fmla="*/ 231459 h 380485"/>
                    <a:gd name="connsiteX29" fmla="*/ 137742 w 605264"/>
                    <a:gd name="connsiteY29" fmla="*/ 231459 h 380485"/>
                    <a:gd name="connsiteX30" fmla="*/ 137742 w 605264"/>
                    <a:gd name="connsiteY30" fmla="*/ 231459 h 380485"/>
                    <a:gd name="connsiteX31" fmla="*/ 149786 w 605264"/>
                    <a:gd name="connsiteY31" fmla="*/ 295725 h 380485"/>
                    <a:gd name="connsiteX32" fmla="*/ 98221 w 605264"/>
                    <a:gd name="connsiteY32" fmla="*/ 333677 h 380485"/>
                    <a:gd name="connsiteX33" fmla="*/ 52678 w 605264"/>
                    <a:gd name="connsiteY33" fmla="*/ 281455 h 380485"/>
                    <a:gd name="connsiteX34" fmla="*/ 52678 w 605264"/>
                    <a:gd name="connsiteY34" fmla="*/ 126457 h 380485"/>
                    <a:gd name="connsiteX35" fmla="*/ 116893 w 605264"/>
                    <a:gd name="connsiteY35" fmla="*/ 126457 h 380485"/>
                    <a:gd name="connsiteX36" fmla="*/ 141588 w 605264"/>
                    <a:gd name="connsiteY36" fmla="*/ 105002 h 380485"/>
                    <a:gd name="connsiteX37" fmla="*/ 116893 w 605264"/>
                    <a:gd name="connsiteY37" fmla="*/ 83546 h 380485"/>
                    <a:gd name="connsiteX38" fmla="*/ 52678 w 605264"/>
                    <a:gd name="connsiteY38" fmla="*/ 83546 h 380485"/>
                    <a:gd name="connsiteX39" fmla="*/ 52678 w 605264"/>
                    <a:gd name="connsiteY39" fmla="*/ 27478 h 380485"/>
                    <a:gd name="connsiteX40" fmla="*/ 26314 w 605264"/>
                    <a:gd name="connsiteY40" fmla="*/ 0 h 380485"/>
                    <a:gd name="connsiteX41" fmla="*/ 0 w 605264"/>
                    <a:gd name="connsiteY41" fmla="*/ 27579 h 380485"/>
                    <a:gd name="connsiteX42" fmla="*/ 0 w 605264"/>
                    <a:gd name="connsiteY42" fmla="*/ 287527 h 380485"/>
                    <a:gd name="connsiteX43" fmla="*/ 93312 w 605264"/>
                    <a:gd name="connsiteY43" fmla="*/ 379878 h 380485"/>
                    <a:gd name="connsiteX44" fmla="*/ 129291 w 605264"/>
                    <a:gd name="connsiteY44" fmla="*/ 373856 h 380485"/>
                    <a:gd name="connsiteX45" fmla="*/ 129494 w 605264"/>
                    <a:gd name="connsiteY45" fmla="*/ 373856 h 380485"/>
                    <a:gd name="connsiteX46" fmla="*/ 175087 w 605264"/>
                    <a:gd name="connsiteY46" fmla="*/ 335702 h 380485"/>
                    <a:gd name="connsiteX47" fmla="*/ 288084 w 605264"/>
                    <a:gd name="connsiteY47" fmla="*/ 380435 h 380485"/>
                    <a:gd name="connsiteX48" fmla="*/ 354931 w 605264"/>
                    <a:gd name="connsiteY48" fmla="*/ 365102 h 380485"/>
                    <a:gd name="connsiteX49" fmla="*/ 354982 w 605264"/>
                    <a:gd name="connsiteY49" fmla="*/ 365102 h 380485"/>
                    <a:gd name="connsiteX50" fmla="*/ 443335 w 605264"/>
                    <a:gd name="connsiteY50" fmla="*/ 237025 h 380485"/>
                    <a:gd name="connsiteX51" fmla="*/ 454872 w 605264"/>
                    <a:gd name="connsiteY51" fmla="*/ 199124 h 380485"/>
                    <a:gd name="connsiteX52" fmla="*/ 454720 w 605264"/>
                    <a:gd name="connsiteY52" fmla="*/ 198921 h 380485"/>
                    <a:gd name="connsiteX53" fmla="*/ 487815 w 605264"/>
                    <a:gd name="connsiteY53" fmla="*/ 229334 h 380485"/>
                    <a:gd name="connsiteX54" fmla="*/ 528955 w 605264"/>
                    <a:gd name="connsiteY54" fmla="*/ 257924 h 380485"/>
                    <a:gd name="connsiteX55" fmla="*/ 545756 w 605264"/>
                    <a:gd name="connsiteY55" fmla="*/ 270676 h 380485"/>
                    <a:gd name="connsiteX56" fmla="*/ 555320 w 605264"/>
                    <a:gd name="connsiteY56" fmla="*/ 298053 h 380485"/>
                    <a:gd name="connsiteX57" fmla="*/ 509777 w 605264"/>
                    <a:gd name="connsiteY57" fmla="*/ 337624 h 380485"/>
                    <a:gd name="connsiteX58" fmla="*/ 449964 w 605264"/>
                    <a:gd name="connsiteY58" fmla="*/ 324417 h 380485"/>
                    <a:gd name="connsiteX59" fmla="*/ 429672 w 605264"/>
                    <a:gd name="connsiteY59" fmla="*/ 344760 h 380485"/>
                    <a:gd name="connsiteX60" fmla="*/ 445612 w 605264"/>
                    <a:gd name="connsiteY60" fmla="*/ 366215 h 380485"/>
                    <a:gd name="connsiteX61" fmla="*/ 510384 w 605264"/>
                    <a:gd name="connsiteY61" fmla="*/ 380485 h 380485"/>
                    <a:gd name="connsiteX62" fmla="*/ 580621 w 605264"/>
                    <a:gd name="connsiteY62" fmla="*/ 356297 h 380485"/>
                    <a:gd name="connsiteX63" fmla="*/ 584467 w 605264"/>
                    <a:gd name="connsiteY63" fmla="*/ 352299 h 380485"/>
                    <a:gd name="connsiteX64" fmla="*/ 605265 w 605264"/>
                    <a:gd name="connsiteY64" fmla="*/ 298053 h 380485"/>
                    <a:gd name="connsiteX65" fmla="*/ 559165 w 605264"/>
                    <a:gd name="connsiteY65" fmla="*/ 220023 h 380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5264" h="380485">
                      <a:moveTo>
                        <a:pt x="559165" y="219921"/>
                      </a:moveTo>
                      <a:lnTo>
                        <a:pt x="514179" y="188598"/>
                      </a:lnTo>
                      <a:cubicBezTo>
                        <a:pt x="513572" y="188193"/>
                        <a:pt x="513066" y="187788"/>
                        <a:pt x="512459" y="187384"/>
                      </a:cubicBezTo>
                      <a:cubicBezTo>
                        <a:pt x="496114" y="175239"/>
                        <a:pt x="488928" y="164005"/>
                        <a:pt x="488928" y="150747"/>
                      </a:cubicBezTo>
                      <a:cubicBezTo>
                        <a:pt x="488928" y="133188"/>
                        <a:pt x="503198" y="122156"/>
                        <a:pt x="523490" y="122156"/>
                      </a:cubicBezTo>
                      <a:cubicBezTo>
                        <a:pt x="549247" y="122156"/>
                        <a:pt x="561392" y="134250"/>
                        <a:pt x="576725" y="134250"/>
                      </a:cubicBezTo>
                      <a:cubicBezTo>
                        <a:pt x="588819" y="134250"/>
                        <a:pt x="597017" y="126002"/>
                        <a:pt x="597017" y="113908"/>
                      </a:cubicBezTo>
                      <a:cubicBezTo>
                        <a:pt x="597017" y="105103"/>
                        <a:pt x="592614" y="97968"/>
                        <a:pt x="581077" y="92452"/>
                      </a:cubicBezTo>
                      <a:cubicBezTo>
                        <a:pt x="562961" y="83647"/>
                        <a:pt x="543175" y="80358"/>
                        <a:pt x="521820" y="80358"/>
                      </a:cubicBezTo>
                      <a:cubicBezTo>
                        <a:pt x="499302" y="80358"/>
                        <a:pt x="479567" y="86936"/>
                        <a:pt x="465297" y="97968"/>
                      </a:cubicBezTo>
                      <a:cubicBezTo>
                        <a:pt x="461603" y="101510"/>
                        <a:pt x="459123" y="106064"/>
                        <a:pt x="458111" y="111023"/>
                      </a:cubicBezTo>
                      <a:cubicBezTo>
                        <a:pt x="459123" y="106064"/>
                        <a:pt x="461603" y="101459"/>
                        <a:pt x="465297" y="97917"/>
                      </a:cubicBezTo>
                      <a:cubicBezTo>
                        <a:pt x="462412" y="100144"/>
                        <a:pt x="459680" y="102522"/>
                        <a:pt x="457048" y="105052"/>
                      </a:cubicBezTo>
                      <a:cubicBezTo>
                        <a:pt x="456947" y="105153"/>
                        <a:pt x="456896" y="105255"/>
                        <a:pt x="456846" y="105305"/>
                      </a:cubicBezTo>
                      <a:cubicBezTo>
                        <a:pt x="440501" y="122865"/>
                        <a:pt x="426838" y="148622"/>
                        <a:pt x="415908" y="184752"/>
                      </a:cubicBezTo>
                      <a:lnTo>
                        <a:pt x="403308" y="226500"/>
                      </a:lnTo>
                      <a:cubicBezTo>
                        <a:pt x="380789" y="300128"/>
                        <a:pt x="345165" y="335297"/>
                        <a:pt x="289703" y="335297"/>
                      </a:cubicBezTo>
                      <a:cubicBezTo>
                        <a:pt x="228777" y="335297"/>
                        <a:pt x="190369" y="292992"/>
                        <a:pt x="190369" y="230346"/>
                      </a:cubicBezTo>
                      <a:cubicBezTo>
                        <a:pt x="190369" y="167699"/>
                        <a:pt x="227310" y="126508"/>
                        <a:pt x="281050" y="124889"/>
                      </a:cubicBezTo>
                      <a:cubicBezTo>
                        <a:pt x="282113" y="124889"/>
                        <a:pt x="283125" y="124838"/>
                        <a:pt x="284188" y="124838"/>
                      </a:cubicBezTo>
                      <a:cubicBezTo>
                        <a:pt x="302405" y="124737"/>
                        <a:pt x="320369" y="128633"/>
                        <a:pt x="336866" y="136376"/>
                      </a:cubicBezTo>
                      <a:cubicBezTo>
                        <a:pt x="344001" y="139665"/>
                        <a:pt x="350022" y="140778"/>
                        <a:pt x="355538" y="140778"/>
                      </a:cubicBezTo>
                      <a:cubicBezTo>
                        <a:pt x="368695" y="140778"/>
                        <a:pt x="377500" y="131973"/>
                        <a:pt x="377500" y="118766"/>
                      </a:cubicBezTo>
                      <a:cubicBezTo>
                        <a:pt x="377500" y="118766"/>
                        <a:pt x="377500" y="118766"/>
                        <a:pt x="377500" y="118766"/>
                      </a:cubicBezTo>
                      <a:cubicBezTo>
                        <a:pt x="377500" y="118766"/>
                        <a:pt x="377500" y="118766"/>
                        <a:pt x="377500" y="118766"/>
                      </a:cubicBezTo>
                      <a:cubicBezTo>
                        <a:pt x="377500" y="110517"/>
                        <a:pt x="372541" y="102269"/>
                        <a:pt x="361054" y="96804"/>
                      </a:cubicBezTo>
                      <a:cubicBezTo>
                        <a:pt x="340205" y="86380"/>
                        <a:pt x="313284" y="80307"/>
                        <a:pt x="284238" y="80307"/>
                      </a:cubicBezTo>
                      <a:cubicBezTo>
                        <a:pt x="197555" y="80307"/>
                        <a:pt x="137742" y="141841"/>
                        <a:pt x="137742" y="231459"/>
                      </a:cubicBezTo>
                      <a:cubicBezTo>
                        <a:pt x="137742" y="231459"/>
                        <a:pt x="137742" y="231459"/>
                        <a:pt x="137742" y="231459"/>
                      </a:cubicBezTo>
                      <a:cubicBezTo>
                        <a:pt x="137742" y="231459"/>
                        <a:pt x="137742" y="231459"/>
                        <a:pt x="137742" y="231459"/>
                      </a:cubicBezTo>
                      <a:cubicBezTo>
                        <a:pt x="137742" y="231459"/>
                        <a:pt x="137742" y="231459"/>
                        <a:pt x="137742" y="231459"/>
                      </a:cubicBezTo>
                      <a:cubicBezTo>
                        <a:pt x="137742" y="255040"/>
                        <a:pt x="141942" y="276698"/>
                        <a:pt x="149786" y="295725"/>
                      </a:cubicBezTo>
                      <a:cubicBezTo>
                        <a:pt x="138400" y="320521"/>
                        <a:pt x="120992" y="333677"/>
                        <a:pt x="98221" y="333677"/>
                      </a:cubicBezTo>
                      <a:cubicBezTo>
                        <a:pt x="70794" y="333677"/>
                        <a:pt x="52678" y="317737"/>
                        <a:pt x="52678" y="281455"/>
                      </a:cubicBezTo>
                      <a:lnTo>
                        <a:pt x="52678" y="126457"/>
                      </a:lnTo>
                      <a:lnTo>
                        <a:pt x="116893" y="126457"/>
                      </a:lnTo>
                      <a:cubicBezTo>
                        <a:pt x="131720" y="126457"/>
                        <a:pt x="141588" y="117652"/>
                        <a:pt x="141588" y="105002"/>
                      </a:cubicBezTo>
                      <a:cubicBezTo>
                        <a:pt x="141588" y="92351"/>
                        <a:pt x="131720" y="83546"/>
                        <a:pt x="116893" y="83546"/>
                      </a:cubicBezTo>
                      <a:lnTo>
                        <a:pt x="52678" y="83546"/>
                      </a:lnTo>
                      <a:lnTo>
                        <a:pt x="52678" y="27478"/>
                      </a:lnTo>
                      <a:cubicBezTo>
                        <a:pt x="52678" y="10981"/>
                        <a:pt x="41697" y="0"/>
                        <a:pt x="26314" y="0"/>
                      </a:cubicBezTo>
                      <a:cubicBezTo>
                        <a:pt x="10930" y="0"/>
                        <a:pt x="0" y="11082"/>
                        <a:pt x="0" y="27579"/>
                      </a:cubicBezTo>
                      <a:lnTo>
                        <a:pt x="0" y="287527"/>
                      </a:lnTo>
                      <a:cubicBezTo>
                        <a:pt x="0" y="347998"/>
                        <a:pt x="34562" y="379878"/>
                        <a:pt x="93312" y="379878"/>
                      </a:cubicBezTo>
                      <a:cubicBezTo>
                        <a:pt x="105558" y="379878"/>
                        <a:pt x="117754" y="377905"/>
                        <a:pt x="129291" y="373856"/>
                      </a:cubicBezTo>
                      <a:cubicBezTo>
                        <a:pt x="129342" y="373856"/>
                        <a:pt x="129443" y="373856"/>
                        <a:pt x="129494" y="373856"/>
                      </a:cubicBezTo>
                      <a:cubicBezTo>
                        <a:pt x="148773" y="366620"/>
                        <a:pt x="164207" y="353919"/>
                        <a:pt x="175087" y="335702"/>
                      </a:cubicBezTo>
                      <a:cubicBezTo>
                        <a:pt x="201148" y="363888"/>
                        <a:pt x="239859" y="380435"/>
                        <a:pt x="288084" y="380435"/>
                      </a:cubicBezTo>
                      <a:cubicBezTo>
                        <a:pt x="313284" y="380435"/>
                        <a:pt x="335196" y="375526"/>
                        <a:pt x="354931" y="365102"/>
                      </a:cubicBezTo>
                      <a:cubicBezTo>
                        <a:pt x="354931" y="365102"/>
                        <a:pt x="354931" y="365102"/>
                        <a:pt x="354982" y="365102"/>
                      </a:cubicBezTo>
                      <a:cubicBezTo>
                        <a:pt x="395059" y="344203"/>
                        <a:pt x="423549" y="301899"/>
                        <a:pt x="443335" y="237025"/>
                      </a:cubicBezTo>
                      <a:lnTo>
                        <a:pt x="454872" y="199124"/>
                      </a:lnTo>
                      <a:cubicBezTo>
                        <a:pt x="454872" y="199124"/>
                        <a:pt x="454771" y="198972"/>
                        <a:pt x="454720" y="198921"/>
                      </a:cubicBezTo>
                      <a:cubicBezTo>
                        <a:pt x="462412" y="209244"/>
                        <a:pt x="473241" y="219162"/>
                        <a:pt x="487815" y="229334"/>
                      </a:cubicBezTo>
                      <a:lnTo>
                        <a:pt x="528955" y="257924"/>
                      </a:lnTo>
                      <a:cubicBezTo>
                        <a:pt x="535028" y="262175"/>
                        <a:pt x="540594" y="266426"/>
                        <a:pt x="545756" y="270676"/>
                      </a:cubicBezTo>
                      <a:cubicBezTo>
                        <a:pt x="553144" y="278874"/>
                        <a:pt x="555320" y="287679"/>
                        <a:pt x="555320" y="298053"/>
                      </a:cubicBezTo>
                      <a:cubicBezTo>
                        <a:pt x="555320" y="321685"/>
                        <a:pt x="536647" y="337624"/>
                        <a:pt x="509777" y="337624"/>
                      </a:cubicBezTo>
                      <a:cubicBezTo>
                        <a:pt x="482906" y="337624"/>
                        <a:pt x="462007" y="324417"/>
                        <a:pt x="449964" y="324417"/>
                      </a:cubicBezTo>
                      <a:cubicBezTo>
                        <a:pt x="437920" y="324417"/>
                        <a:pt x="429672" y="332665"/>
                        <a:pt x="429672" y="344760"/>
                      </a:cubicBezTo>
                      <a:cubicBezTo>
                        <a:pt x="429672" y="353565"/>
                        <a:pt x="434074" y="360700"/>
                        <a:pt x="445612" y="366215"/>
                      </a:cubicBezTo>
                      <a:cubicBezTo>
                        <a:pt x="461552" y="373907"/>
                        <a:pt x="487309" y="380485"/>
                        <a:pt x="510384" y="380485"/>
                      </a:cubicBezTo>
                      <a:cubicBezTo>
                        <a:pt x="539481" y="380485"/>
                        <a:pt x="563619" y="371680"/>
                        <a:pt x="580621" y="356297"/>
                      </a:cubicBezTo>
                      <a:cubicBezTo>
                        <a:pt x="581988" y="355083"/>
                        <a:pt x="583253" y="353767"/>
                        <a:pt x="584467" y="352299"/>
                      </a:cubicBezTo>
                      <a:cubicBezTo>
                        <a:pt x="597472" y="338333"/>
                        <a:pt x="605265" y="319559"/>
                        <a:pt x="605265" y="298053"/>
                      </a:cubicBezTo>
                      <a:cubicBezTo>
                        <a:pt x="605265" y="265060"/>
                        <a:pt x="592108" y="243098"/>
                        <a:pt x="559165" y="220023"/>
                      </a:cubicBezTo>
                      <a:close/>
                    </a:path>
                  </a:pathLst>
                </a:custGeom>
                <a:grpFill/>
                <a:ln w="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1128B5B0-2B3A-2523-CFA3-6A25B1677711}"/>
                    </a:ext>
                  </a:extLst>
                </p:cNvPr>
                <p:cNvSpPr/>
                <p:nvPr/>
              </p:nvSpPr>
              <p:spPr>
                <a:xfrm>
                  <a:off x="439539" y="2580150"/>
                  <a:ext cx="5060" cy="151"/>
                </a:xfrm>
                <a:custGeom>
                  <a:avLst/>
                  <a:gdLst>
                    <a:gd name="connsiteX0" fmla="*/ 0 w 5060"/>
                    <a:gd name="connsiteY0" fmla="*/ 0 h 151"/>
                    <a:gd name="connsiteX1" fmla="*/ 0 w 5060"/>
                    <a:gd name="connsiteY1" fmla="*/ 0 h 151"/>
                    <a:gd name="connsiteX2" fmla="*/ 0 w 5060"/>
                    <a:gd name="connsiteY2" fmla="*/ 152 h 151"/>
                    <a:gd name="connsiteX3" fmla="*/ 0 w 5060"/>
                    <a:gd name="connsiteY3" fmla="*/ 0 h 151"/>
                  </a:gdLst>
                  <a:ahLst/>
                  <a:cxnLst>
                    <a:cxn ang="0">
                      <a:pos x="connsiteX0" y="connsiteY0"/>
                    </a:cxn>
                    <a:cxn ang="0">
                      <a:pos x="connsiteX1" y="connsiteY1"/>
                    </a:cxn>
                    <a:cxn ang="0">
                      <a:pos x="connsiteX2" y="connsiteY2"/>
                    </a:cxn>
                    <a:cxn ang="0">
                      <a:pos x="connsiteX3" y="connsiteY3"/>
                    </a:cxn>
                  </a:cxnLst>
                  <a:rect l="l" t="t" r="r" b="b"/>
                  <a:pathLst>
                    <a:path w="5060" h="151">
                      <a:moveTo>
                        <a:pt x="0" y="0"/>
                      </a:moveTo>
                      <a:cubicBezTo>
                        <a:pt x="0" y="0"/>
                        <a:pt x="0" y="0"/>
                        <a:pt x="0" y="0"/>
                      </a:cubicBezTo>
                      <a:cubicBezTo>
                        <a:pt x="0" y="51"/>
                        <a:pt x="0" y="101"/>
                        <a:pt x="0" y="152"/>
                      </a:cubicBezTo>
                      <a:cubicBezTo>
                        <a:pt x="0" y="152"/>
                        <a:pt x="0" y="51"/>
                        <a:pt x="0" y="0"/>
                      </a:cubicBezTo>
                      <a:close/>
                    </a:path>
                  </a:pathLst>
                </a:custGeom>
                <a:grpFill/>
                <a:ln w="0" cap="flat">
                  <a:noFill/>
                  <a:prstDash val="solid"/>
                  <a:miter/>
                </a:ln>
              </p:spPr>
              <p:txBody>
                <a:bodyPr rtlCol="0" anchor="ctr"/>
                <a:lstStyle/>
                <a:p>
                  <a:endParaRPr lang="en-US"/>
                </a:p>
              </p:txBody>
            </p:sp>
          </p:grpSp>
          <p:grpSp>
            <p:nvGrpSpPr>
              <p:cNvPr id="19" name="Graphic 8">
                <a:extLst>
                  <a:ext uri="{FF2B5EF4-FFF2-40B4-BE49-F238E27FC236}">
                    <a16:creationId xmlns:a16="http://schemas.microsoft.com/office/drawing/2014/main" id="{76F89B44-4E2A-2901-43F8-C2B4E44C4745}"/>
                  </a:ext>
                </a:extLst>
              </p:cNvPr>
              <p:cNvGrpSpPr/>
              <p:nvPr/>
            </p:nvGrpSpPr>
            <p:grpSpPr>
              <a:xfrm>
                <a:off x="684661" y="2427986"/>
                <a:ext cx="896486" cy="379270"/>
                <a:chOff x="684661" y="2427986"/>
                <a:chExt cx="896486" cy="379270"/>
              </a:xfrm>
              <a:grpFill/>
            </p:grpSpPr>
            <p:sp>
              <p:nvSpPr>
                <p:cNvPr id="20" name="Freeform: Shape 19">
                  <a:extLst>
                    <a:ext uri="{FF2B5EF4-FFF2-40B4-BE49-F238E27FC236}">
                      <a16:creationId xmlns:a16="http://schemas.microsoft.com/office/drawing/2014/main" id="{E281FF5E-801A-3BCB-C338-99F8BEE24C36}"/>
                    </a:ext>
                  </a:extLst>
                </p:cNvPr>
                <p:cNvSpPr/>
                <p:nvPr/>
              </p:nvSpPr>
              <p:spPr>
                <a:xfrm>
                  <a:off x="684712"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347F79F4-C2AF-EAB5-4E0A-A8811C7D6DB8}"/>
                    </a:ext>
                  </a:extLst>
                </p:cNvPr>
                <p:cNvSpPr/>
                <p:nvPr/>
              </p:nvSpPr>
              <p:spPr>
                <a:xfrm>
                  <a:off x="766739" y="2427986"/>
                  <a:ext cx="111934" cy="94425"/>
                </a:xfrm>
                <a:custGeom>
                  <a:avLst/>
                  <a:gdLst>
                    <a:gd name="connsiteX0" fmla="*/ 36788 w 111934"/>
                    <a:gd name="connsiteY0" fmla="*/ 94426 h 94425"/>
                    <a:gd name="connsiteX1" fmla="*/ 55967 w 111934"/>
                    <a:gd name="connsiteY1" fmla="*/ 37952 h 94425"/>
                    <a:gd name="connsiteX2" fmla="*/ 75146 w 111934"/>
                    <a:gd name="connsiteY2" fmla="*/ 94426 h 94425"/>
                    <a:gd name="connsiteX3" fmla="*/ 111934 w 111934"/>
                    <a:gd name="connsiteY3" fmla="*/ 94426 h 94425"/>
                    <a:gd name="connsiteX4" fmla="*/ 75905 w 111934"/>
                    <a:gd name="connsiteY4" fmla="*/ 0 h 94425"/>
                    <a:gd name="connsiteX5" fmla="*/ 36080 w 111934"/>
                    <a:gd name="connsiteY5" fmla="*/ 0 h 94425"/>
                    <a:gd name="connsiteX6" fmla="*/ 0 w 111934"/>
                    <a:gd name="connsiteY6" fmla="*/ 94426 h 94425"/>
                    <a:gd name="connsiteX7" fmla="*/ 36788 w 11193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34" h="94425">
                      <a:moveTo>
                        <a:pt x="36788" y="94426"/>
                      </a:moveTo>
                      <a:lnTo>
                        <a:pt x="55967" y="37952"/>
                      </a:lnTo>
                      <a:lnTo>
                        <a:pt x="75146" y="94426"/>
                      </a:lnTo>
                      <a:lnTo>
                        <a:pt x="111934"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248C2DC0-28EB-B957-A92C-1B0C721682D2}"/>
                    </a:ext>
                  </a:extLst>
                </p:cNvPr>
                <p:cNvSpPr/>
                <p:nvPr/>
              </p:nvSpPr>
              <p:spPr>
                <a:xfrm>
                  <a:off x="869666" y="2427986"/>
                  <a:ext cx="91085" cy="94425"/>
                </a:xfrm>
                <a:custGeom>
                  <a:avLst/>
                  <a:gdLst>
                    <a:gd name="connsiteX0" fmla="*/ 26718 w 91085"/>
                    <a:gd name="connsiteY0" fmla="*/ 94426 h 94425"/>
                    <a:gd name="connsiteX1" fmla="*/ 64367 w 91085"/>
                    <a:gd name="connsiteY1" fmla="*/ 94426 h 94425"/>
                    <a:gd name="connsiteX2" fmla="*/ 64367 w 91085"/>
                    <a:gd name="connsiteY2" fmla="*/ 27174 h 94425"/>
                    <a:gd name="connsiteX3" fmla="*/ 91086 w 91085"/>
                    <a:gd name="connsiteY3" fmla="*/ 27174 h 94425"/>
                    <a:gd name="connsiteX4" fmla="*/ 91086 w 91085"/>
                    <a:gd name="connsiteY4" fmla="*/ 0 h 94425"/>
                    <a:gd name="connsiteX5" fmla="*/ 0 w 91085"/>
                    <a:gd name="connsiteY5" fmla="*/ 0 h 94425"/>
                    <a:gd name="connsiteX6" fmla="*/ 0 w 91085"/>
                    <a:gd name="connsiteY6" fmla="*/ 27174 h 94425"/>
                    <a:gd name="connsiteX7" fmla="*/ 26718 w 91085"/>
                    <a:gd name="connsiteY7" fmla="*/ 27174 h 94425"/>
                    <a:gd name="connsiteX8" fmla="*/ 26718 w 91085"/>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085" h="94425">
                      <a:moveTo>
                        <a:pt x="26718" y="94426"/>
                      </a:moveTo>
                      <a:lnTo>
                        <a:pt x="64367" y="94426"/>
                      </a:lnTo>
                      <a:lnTo>
                        <a:pt x="64367" y="27174"/>
                      </a:lnTo>
                      <a:lnTo>
                        <a:pt x="91086" y="27174"/>
                      </a:lnTo>
                      <a:lnTo>
                        <a:pt x="91086" y="0"/>
                      </a:lnTo>
                      <a:lnTo>
                        <a:pt x="0" y="0"/>
                      </a:lnTo>
                      <a:lnTo>
                        <a:pt x="0" y="27174"/>
                      </a:lnTo>
                      <a:lnTo>
                        <a:pt x="26718" y="27174"/>
                      </a:lnTo>
                      <a:lnTo>
                        <a:pt x="26718" y="94426"/>
                      </a:lnTo>
                      <a:close/>
                    </a:path>
                  </a:pathLst>
                </a:custGeom>
                <a:grpFill/>
                <a:ln w="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ECFFE4F-00C5-1CA0-6321-489F8FDABAA0}"/>
                    </a:ext>
                  </a:extLst>
                </p:cNvPr>
                <p:cNvSpPr/>
                <p:nvPr/>
              </p:nvSpPr>
              <p:spPr>
                <a:xfrm>
                  <a:off x="951694" y="2427986"/>
                  <a:ext cx="111984" cy="94425"/>
                </a:xfrm>
                <a:custGeom>
                  <a:avLst/>
                  <a:gdLst>
                    <a:gd name="connsiteX0" fmla="*/ 36788 w 111984"/>
                    <a:gd name="connsiteY0" fmla="*/ 94426 h 94425"/>
                    <a:gd name="connsiteX1" fmla="*/ 55967 w 111984"/>
                    <a:gd name="connsiteY1" fmla="*/ 37952 h 94425"/>
                    <a:gd name="connsiteX2" fmla="*/ 75146 w 111984"/>
                    <a:gd name="connsiteY2" fmla="*/ 94426 h 94425"/>
                    <a:gd name="connsiteX3" fmla="*/ 111985 w 111984"/>
                    <a:gd name="connsiteY3" fmla="*/ 94426 h 94425"/>
                    <a:gd name="connsiteX4" fmla="*/ 75905 w 111984"/>
                    <a:gd name="connsiteY4" fmla="*/ 0 h 94425"/>
                    <a:gd name="connsiteX5" fmla="*/ 36080 w 111984"/>
                    <a:gd name="connsiteY5" fmla="*/ 0 h 94425"/>
                    <a:gd name="connsiteX6" fmla="*/ 0 w 111984"/>
                    <a:gd name="connsiteY6" fmla="*/ 94426 h 94425"/>
                    <a:gd name="connsiteX7" fmla="*/ 36788 w 111984"/>
                    <a:gd name="connsiteY7"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984" h="94425">
                      <a:moveTo>
                        <a:pt x="36788" y="94426"/>
                      </a:moveTo>
                      <a:lnTo>
                        <a:pt x="55967" y="37952"/>
                      </a:lnTo>
                      <a:lnTo>
                        <a:pt x="75146" y="94426"/>
                      </a:lnTo>
                      <a:lnTo>
                        <a:pt x="111985" y="94426"/>
                      </a:lnTo>
                      <a:lnTo>
                        <a:pt x="75905" y="0"/>
                      </a:lnTo>
                      <a:lnTo>
                        <a:pt x="36080" y="0"/>
                      </a:lnTo>
                      <a:lnTo>
                        <a:pt x="0" y="94426"/>
                      </a:lnTo>
                      <a:lnTo>
                        <a:pt x="36788" y="94426"/>
                      </a:lnTo>
                      <a:close/>
                    </a:path>
                  </a:pathLst>
                </a:custGeom>
                <a:grpFill/>
                <a:ln w="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B8DA398-4586-1C93-D328-236F449CC51F}"/>
                    </a:ext>
                  </a:extLst>
                </p:cNvPr>
                <p:cNvSpPr/>
                <p:nvPr/>
              </p:nvSpPr>
              <p:spPr>
                <a:xfrm>
                  <a:off x="1334356" y="2569675"/>
                  <a:ext cx="74842" cy="94476"/>
                </a:xfrm>
                <a:custGeom>
                  <a:avLst/>
                  <a:gdLst>
                    <a:gd name="connsiteX0" fmla="*/ 15434 w 74842"/>
                    <a:gd name="connsiteY0" fmla="*/ 20292 h 94476"/>
                    <a:gd name="connsiteX1" fmla="*/ 32335 w 74842"/>
                    <a:gd name="connsiteY1" fmla="*/ 52880 h 94476"/>
                    <a:gd name="connsiteX2" fmla="*/ 56979 w 74842"/>
                    <a:gd name="connsiteY2" fmla="*/ 94426 h 94476"/>
                    <a:gd name="connsiteX3" fmla="*/ 74842 w 74842"/>
                    <a:gd name="connsiteY3" fmla="*/ 94426 h 94476"/>
                    <a:gd name="connsiteX4" fmla="*/ 74842 w 74842"/>
                    <a:gd name="connsiteY4" fmla="*/ 0 h 94476"/>
                    <a:gd name="connsiteX5" fmla="*/ 58902 w 74842"/>
                    <a:gd name="connsiteY5" fmla="*/ 0 h 94476"/>
                    <a:gd name="connsiteX6" fmla="*/ 58902 w 74842"/>
                    <a:gd name="connsiteY6" fmla="*/ 32943 h 94476"/>
                    <a:gd name="connsiteX7" fmla="*/ 60420 w 74842"/>
                    <a:gd name="connsiteY7" fmla="*/ 72110 h 94476"/>
                    <a:gd name="connsiteX8" fmla="*/ 60117 w 74842"/>
                    <a:gd name="connsiteY8" fmla="*/ 72211 h 94476"/>
                    <a:gd name="connsiteX9" fmla="*/ 44075 w 74842"/>
                    <a:gd name="connsiteY9" fmla="*/ 40584 h 94476"/>
                    <a:gd name="connsiteX10" fmla="*/ 19685 w 74842"/>
                    <a:gd name="connsiteY10" fmla="*/ 51 h 94476"/>
                    <a:gd name="connsiteX11" fmla="*/ 0 w 74842"/>
                    <a:gd name="connsiteY11" fmla="*/ 51 h 94476"/>
                    <a:gd name="connsiteX12" fmla="*/ 0 w 74842"/>
                    <a:gd name="connsiteY12" fmla="*/ 94476 h 94476"/>
                    <a:gd name="connsiteX13" fmla="*/ 15940 w 74842"/>
                    <a:gd name="connsiteY13" fmla="*/ 94476 h 94476"/>
                    <a:gd name="connsiteX14" fmla="*/ 15940 w 74842"/>
                    <a:gd name="connsiteY14" fmla="*/ 60673 h 94476"/>
                    <a:gd name="connsiteX15" fmla="*/ 15029 w 74842"/>
                    <a:gd name="connsiteY15" fmla="*/ 20444 h 94476"/>
                    <a:gd name="connsiteX16" fmla="*/ 15485 w 74842"/>
                    <a:gd name="connsiteY16" fmla="*/ 20342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42" h="94476">
                      <a:moveTo>
                        <a:pt x="15434" y="20292"/>
                      </a:moveTo>
                      <a:cubicBezTo>
                        <a:pt x="20089" y="30969"/>
                        <a:pt x="26212" y="42557"/>
                        <a:pt x="32335" y="52880"/>
                      </a:cubicBezTo>
                      <a:lnTo>
                        <a:pt x="56979" y="94426"/>
                      </a:lnTo>
                      <a:lnTo>
                        <a:pt x="74842" y="94426"/>
                      </a:lnTo>
                      <a:lnTo>
                        <a:pt x="74842" y="0"/>
                      </a:ln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lose/>
                    </a:path>
                  </a:pathLst>
                </a:custGeom>
                <a:grpFill/>
                <a:ln w="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83A6780F-E2FF-ACBB-126D-A6EE988AD3CE}"/>
                    </a:ext>
                  </a:extLst>
                </p:cNvPr>
                <p:cNvSpPr/>
                <p:nvPr/>
              </p:nvSpPr>
              <p:spPr>
                <a:xfrm>
                  <a:off x="1238412" y="2569624"/>
                  <a:ext cx="82837" cy="94425"/>
                </a:xfrm>
                <a:custGeom>
                  <a:avLst/>
                  <a:gdLst>
                    <a:gd name="connsiteX0" fmla="*/ 25858 w 82837"/>
                    <a:gd name="connsiteY0" fmla="*/ 67758 h 94425"/>
                    <a:gd name="connsiteX1" fmla="*/ 55815 w 82837"/>
                    <a:gd name="connsiteY1" fmla="*/ 67758 h 94425"/>
                    <a:gd name="connsiteX2" fmla="*/ 64367 w 82837"/>
                    <a:gd name="connsiteY2" fmla="*/ 94426 h 94425"/>
                    <a:gd name="connsiteX3" fmla="*/ 82838 w 82837"/>
                    <a:gd name="connsiteY3" fmla="*/ 94426 h 94425"/>
                    <a:gd name="connsiteX4" fmla="*/ 52172 w 82837"/>
                    <a:gd name="connsiteY4" fmla="*/ 0 h 94425"/>
                    <a:gd name="connsiteX5" fmla="*/ 30261 w 82837"/>
                    <a:gd name="connsiteY5" fmla="*/ 0 h 94425"/>
                    <a:gd name="connsiteX6" fmla="*/ 0 w 82837"/>
                    <a:gd name="connsiteY6" fmla="*/ 94426 h 94425"/>
                    <a:gd name="connsiteX7" fmla="*/ 17812 w 82837"/>
                    <a:gd name="connsiteY7" fmla="*/ 94426 h 94425"/>
                    <a:gd name="connsiteX8" fmla="*/ 25858 w 82837"/>
                    <a:gd name="connsiteY8" fmla="*/ 67758 h 94425"/>
                    <a:gd name="connsiteX9" fmla="*/ 35979 w 82837"/>
                    <a:gd name="connsiteY9" fmla="*/ 31374 h 94425"/>
                    <a:gd name="connsiteX10" fmla="*/ 40432 w 82837"/>
                    <a:gd name="connsiteY10" fmla="*/ 13663 h 94425"/>
                    <a:gd name="connsiteX11" fmla="*/ 40736 w 82837"/>
                    <a:gd name="connsiteY11" fmla="*/ 13663 h 94425"/>
                    <a:gd name="connsiteX12" fmla="*/ 45492 w 82837"/>
                    <a:gd name="connsiteY12" fmla="*/ 31425 h 94425"/>
                    <a:gd name="connsiteX13" fmla="*/ 52931 w 82837"/>
                    <a:gd name="connsiteY13" fmla="*/ 54702 h 94425"/>
                    <a:gd name="connsiteX14" fmla="*/ 28641 w 82837"/>
                    <a:gd name="connsiteY14" fmla="*/ 54702 h 94425"/>
                    <a:gd name="connsiteX15" fmla="*/ 35928 w 82837"/>
                    <a:gd name="connsiteY15" fmla="*/ 31374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2837" h="94425">
                      <a:moveTo>
                        <a:pt x="25858" y="67758"/>
                      </a:moveTo>
                      <a:lnTo>
                        <a:pt x="55815" y="67758"/>
                      </a:lnTo>
                      <a:lnTo>
                        <a:pt x="64367" y="94426"/>
                      </a:lnTo>
                      <a:lnTo>
                        <a:pt x="82838" y="94426"/>
                      </a:lnTo>
                      <a:lnTo>
                        <a:pt x="52172" y="0"/>
                      </a:lnTo>
                      <a:lnTo>
                        <a:pt x="30261" y="0"/>
                      </a:lnTo>
                      <a:lnTo>
                        <a:pt x="0" y="94426"/>
                      </a:lnTo>
                      <a:lnTo>
                        <a:pt x="17812" y="94426"/>
                      </a:lnTo>
                      <a:lnTo>
                        <a:pt x="25858" y="67758"/>
                      </a:lnTo>
                      <a:close/>
                      <a:moveTo>
                        <a:pt x="35979" y="31374"/>
                      </a:moveTo>
                      <a:cubicBezTo>
                        <a:pt x="37649" y="25757"/>
                        <a:pt x="39066" y="19229"/>
                        <a:pt x="40432" y="13663"/>
                      </a:cubicBezTo>
                      <a:lnTo>
                        <a:pt x="40736" y="13663"/>
                      </a:lnTo>
                      <a:cubicBezTo>
                        <a:pt x="42152" y="19128"/>
                        <a:pt x="43721" y="25555"/>
                        <a:pt x="45492" y="31425"/>
                      </a:cubicBezTo>
                      <a:lnTo>
                        <a:pt x="52931" y="54702"/>
                      </a:lnTo>
                      <a:lnTo>
                        <a:pt x="28641" y="54702"/>
                      </a:lnTo>
                      <a:lnTo>
                        <a:pt x="35928" y="31374"/>
                      </a:lnTo>
                      <a:close/>
                    </a:path>
                  </a:pathLst>
                </a:custGeom>
                <a:grpFill/>
                <a:ln w="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8EF6F0C6-51F3-442F-560E-BAF987F3A17F}"/>
                    </a:ext>
                  </a:extLst>
                </p:cNvPr>
                <p:cNvSpPr/>
                <p:nvPr/>
              </p:nvSpPr>
              <p:spPr>
                <a:xfrm>
                  <a:off x="956906" y="2568157"/>
                  <a:ext cx="61280" cy="97411"/>
                </a:xfrm>
                <a:custGeom>
                  <a:avLst/>
                  <a:gdLst>
                    <a:gd name="connsiteX0" fmla="*/ 26617 w 61280"/>
                    <a:gd name="connsiteY0" fmla="*/ 83141 h 97411"/>
                    <a:gd name="connsiteX1" fmla="*/ 3846 w 61280"/>
                    <a:gd name="connsiteY1" fmla="*/ 77119 h 97411"/>
                    <a:gd name="connsiteX2" fmla="*/ 0 w 61280"/>
                    <a:gd name="connsiteY2" fmla="*/ 91389 h 97411"/>
                    <a:gd name="connsiteX3" fmla="*/ 25504 w 61280"/>
                    <a:gd name="connsiteY3" fmla="*/ 97411 h 97411"/>
                    <a:gd name="connsiteX4" fmla="*/ 61280 w 61280"/>
                    <a:gd name="connsiteY4" fmla="*/ 69023 h 97411"/>
                    <a:gd name="connsiteX5" fmla="*/ 37042 w 61280"/>
                    <a:gd name="connsiteY5" fmla="*/ 40938 h 97411"/>
                    <a:gd name="connsiteX6" fmla="*/ 18976 w 61280"/>
                    <a:gd name="connsiteY6" fmla="*/ 25453 h 97411"/>
                    <a:gd name="connsiteX7" fmla="*/ 34562 w 61280"/>
                    <a:gd name="connsiteY7" fmla="*/ 14068 h 97411"/>
                    <a:gd name="connsiteX8" fmla="*/ 53386 w 61280"/>
                    <a:gd name="connsiteY8" fmla="*/ 18571 h 97411"/>
                    <a:gd name="connsiteX9" fmla="*/ 57536 w 61280"/>
                    <a:gd name="connsiteY9" fmla="*/ 4655 h 97411"/>
                    <a:gd name="connsiteX10" fmla="*/ 34916 w 61280"/>
                    <a:gd name="connsiteY10" fmla="*/ 0 h 97411"/>
                    <a:gd name="connsiteX11" fmla="*/ 1569 w 61280"/>
                    <a:gd name="connsiteY11" fmla="*/ 27123 h 97411"/>
                    <a:gd name="connsiteX12" fmla="*/ 27123 w 61280"/>
                    <a:gd name="connsiteY12" fmla="*/ 54550 h 97411"/>
                    <a:gd name="connsiteX13" fmla="*/ 43822 w 61280"/>
                    <a:gd name="connsiteY13" fmla="*/ 70237 h 97411"/>
                    <a:gd name="connsiteX14" fmla="*/ 26668 w 61280"/>
                    <a:gd name="connsiteY14" fmla="*/ 83141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26617" y="83141"/>
                      </a:moveTo>
                      <a:cubicBezTo>
                        <a:pt x="17863" y="83141"/>
                        <a:pt x="9362" y="80358"/>
                        <a:pt x="3846" y="77119"/>
                      </a:cubicBezTo>
                      <a:lnTo>
                        <a:pt x="0" y="91389"/>
                      </a:lnTo>
                      <a:cubicBezTo>
                        <a:pt x="5161" y="94527"/>
                        <a:pt x="15485" y="97411"/>
                        <a:pt x="25504" y="97411"/>
                      </a:cubicBezTo>
                      <a:cubicBezTo>
                        <a:pt x="49844" y="97411"/>
                        <a:pt x="61280" y="84204"/>
                        <a:pt x="61280" y="69023"/>
                      </a:cubicBezTo>
                      <a:cubicBezTo>
                        <a:pt x="61280" y="55461"/>
                        <a:pt x="53386" y="47213"/>
                        <a:pt x="37042" y="40938"/>
                      </a:cubicBezTo>
                      <a:cubicBezTo>
                        <a:pt x="24441" y="36131"/>
                        <a:pt x="18976" y="32740"/>
                        <a:pt x="18976" y="25453"/>
                      </a:cubicBezTo>
                      <a:cubicBezTo>
                        <a:pt x="18976" y="19887"/>
                        <a:pt x="23632" y="14068"/>
                        <a:pt x="34562" y="14068"/>
                      </a:cubicBezTo>
                      <a:cubicBezTo>
                        <a:pt x="43417" y="14068"/>
                        <a:pt x="49996" y="16750"/>
                        <a:pt x="53386" y="18571"/>
                      </a:cubicBezTo>
                      <a:lnTo>
                        <a:pt x="57536" y="4655"/>
                      </a:lnTo>
                      <a:cubicBezTo>
                        <a:pt x="52627" y="2176"/>
                        <a:pt x="45138" y="0"/>
                        <a:pt x="34916" y="0"/>
                      </a:cubicBezTo>
                      <a:cubicBezTo>
                        <a:pt x="14473" y="0"/>
                        <a:pt x="1569" y="11639"/>
                        <a:pt x="1569" y="27123"/>
                      </a:cubicBezTo>
                      <a:cubicBezTo>
                        <a:pt x="1569" y="40685"/>
                        <a:pt x="11538" y="49034"/>
                        <a:pt x="27123" y="54550"/>
                      </a:cubicBezTo>
                      <a:cubicBezTo>
                        <a:pt x="39015" y="58902"/>
                        <a:pt x="43822" y="63102"/>
                        <a:pt x="43822" y="70237"/>
                      </a:cubicBezTo>
                      <a:cubicBezTo>
                        <a:pt x="43822" y="77980"/>
                        <a:pt x="37649" y="83141"/>
                        <a:pt x="26668" y="83141"/>
                      </a:cubicBezTo>
                      <a:close/>
                    </a:path>
                  </a:pathLst>
                </a:custGeom>
                <a:grp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F46FA2A2-A7EF-6C78-740C-66B2275733FF}"/>
                    </a:ext>
                  </a:extLst>
                </p:cNvPr>
                <p:cNvSpPr/>
                <p:nvPr/>
              </p:nvSpPr>
              <p:spPr>
                <a:xfrm>
                  <a:off x="684661"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484FEFA3-AE64-0153-E49A-D3191AC2B75B}"/>
                    </a:ext>
                  </a:extLst>
                </p:cNvPr>
                <p:cNvSpPr/>
                <p:nvPr/>
              </p:nvSpPr>
              <p:spPr>
                <a:xfrm>
                  <a:off x="1173286" y="2569675"/>
                  <a:ext cx="71350" cy="94425"/>
                </a:xfrm>
                <a:custGeom>
                  <a:avLst/>
                  <a:gdLst>
                    <a:gd name="connsiteX0" fmla="*/ 44177 w 71350"/>
                    <a:gd name="connsiteY0" fmla="*/ 94426 h 94425"/>
                    <a:gd name="connsiteX1" fmla="*/ 44177 w 71350"/>
                    <a:gd name="connsiteY1" fmla="*/ 14473 h 94425"/>
                    <a:gd name="connsiteX2" fmla="*/ 71351 w 71350"/>
                    <a:gd name="connsiteY2" fmla="*/ 14473 h 94425"/>
                    <a:gd name="connsiteX3" fmla="*/ 71351 w 71350"/>
                    <a:gd name="connsiteY3" fmla="*/ 0 h 94425"/>
                    <a:gd name="connsiteX4" fmla="*/ 0 w 71350"/>
                    <a:gd name="connsiteY4" fmla="*/ 0 h 94425"/>
                    <a:gd name="connsiteX5" fmla="*/ 0 w 71350"/>
                    <a:gd name="connsiteY5" fmla="*/ 14473 h 94425"/>
                    <a:gd name="connsiteX6" fmla="*/ 26921 w 71350"/>
                    <a:gd name="connsiteY6" fmla="*/ 14473 h 94425"/>
                    <a:gd name="connsiteX7" fmla="*/ 26921 w 71350"/>
                    <a:gd name="connsiteY7" fmla="*/ 94426 h 94425"/>
                    <a:gd name="connsiteX8" fmla="*/ 44177 w 71350"/>
                    <a:gd name="connsiteY8" fmla="*/ 944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350" h="94425">
                      <a:moveTo>
                        <a:pt x="44177" y="94426"/>
                      </a:moveTo>
                      <a:lnTo>
                        <a:pt x="44177" y="14473"/>
                      </a:lnTo>
                      <a:lnTo>
                        <a:pt x="71351" y="14473"/>
                      </a:lnTo>
                      <a:lnTo>
                        <a:pt x="71351" y="0"/>
                      </a:lnTo>
                      <a:lnTo>
                        <a:pt x="0" y="0"/>
                      </a:lnTo>
                      <a:lnTo>
                        <a:pt x="0" y="14473"/>
                      </a:lnTo>
                      <a:lnTo>
                        <a:pt x="26921" y="14473"/>
                      </a:lnTo>
                      <a:lnTo>
                        <a:pt x="26921" y="94426"/>
                      </a:lnTo>
                      <a:lnTo>
                        <a:pt x="44177" y="94426"/>
                      </a:lnTo>
                      <a:close/>
                    </a:path>
                  </a:pathLst>
                </a:custGeom>
                <a:grpFill/>
                <a:ln w="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8DA88088-D432-2B0F-E890-A9AE5B0B2F02}"/>
                    </a:ext>
                  </a:extLst>
                </p:cNvPr>
                <p:cNvSpPr/>
                <p:nvPr/>
              </p:nvSpPr>
              <p:spPr>
                <a:xfrm>
                  <a:off x="1502763" y="2569675"/>
                  <a:ext cx="78384" cy="94476"/>
                </a:xfrm>
                <a:custGeom>
                  <a:avLst/>
                  <a:gdLst>
                    <a:gd name="connsiteX0" fmla="*/ 58953 w 78384"/>
                    <a:gd name="connsiteY0" fmla="*/ 0 h 94476"/>
                    <a:gd name="connsiteX1" fmla="*/ 47618 w 78384"/>
                    <a:gd name="connsiteY1" fmla="*/ 24188 h 94476"/>
                    <a:gd name="connsiteX2" fmla="*/ 39470 w 78384"/>
                    <a:gd name="connsiteY2" fmla="*/ 42962 h 94476"/>
                    <a:gd name="connsiteX3" fmla="*/ 39167 w 78384"/>
                    <a:gd name="connsiteY3" fmla="*/ 42962 h 94476"/>
                    <a:gd name="connsiteX4" fmla="*/ 30918 w 78384"/>
                    <a:gd name="connsiteY4" fmla="*/ 24239 h 94476"/>
                    <a:gd name="connsiteX5" fmla="*/ 19685 w 78384"/>
                    <a:gd name="connsiteY5" fmla="*/ 0 h 94476"/>
                    <a:gd name="connsiteX6" fmla="*/ 0 w 78384"/>
                    <a:gd name="connsiteY6" fmla="*/ 0 h 94476"/>
                    <a:gd name="connsiteX7" fmla="*/ 29805 w 78384"/>
                    <a:gd name="connsiteY7" fmla="*/ 55157 h 94476"/>
                    <a:gd name="connsiteX8" fmla="*/ 29805 w 78384"/>
                    <a:gd name="connsiteY8" fmla="*/ 94476 h 94476"/>
                    <a:gd name="connsiteX9" fmla="*/ 47061 w 78384"/>
                    <a:gd name="connsiteY9" fmla="*/ 94476 h 94476"/>
                    <a:gd name="connsiteX10" fmla="*/ 47061 w 78384"/>
                    <a:gd name="connsiteY10" fmla="*/ 54702 h 94476"/>
                    <a:gd name="connsiteX11" fmla="*/ 78384 w 78384"/>
                    <a:gd name="connsiteY11" fmla="*/ 51 h 94476"/>
                    <a:gd name="connsiteX12" fmla="*/ 58953 w 78384"/>
                    <a:gd name="connsiteY12"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84" h="94476">
                      <a:moveTo>
                        <a:pt x="58953" y="0"/>
                      </a:moveTo>
                      <a:lnTo>
                        <a:pt x="47618" y="24188"/>
                      </a:lnTo>
                      <a:cubicBezTo>
                        <a:pt x="44379" y="31020"/>
                        <a:pt x="41798" y="36940"/>
                        <a:pt x="39470" y="42962"/>
                      </a:cubicBezTo>
                      <a:lnTo>
                        <a:pt x="39167" y="42962"/>
                      </a:lnTo>
                      <a:cubicBezTo>
                        <a:pt x="36586" y="36586"/>
                        <a:pt x="34157" y="31172"/>
                        <a:pt x="30918" y="24239"/>
                      </a:cubicBezTo>
                      <a:lnTo>
                        <a:pt x="19685" y="0"/>
                      </a:lnTo>
                      <a:lnTo>
                        <a:pt x="0" y="0"/>
                      </a:lnTo>
                      <a:lnTo>
                        <a:pt x="29805" y="55157"/>
                      </a:lnTo>
                      <a:lnTo>
                        <a:pt x="29805" y="94476"/>
                      </a:lnTo>
                      <a:lnTo>
                        <a:pt x="47061" y="94476"/>
                      </a:lnTo>
                      <a:lnTo>
                        <a:pt x="47061" y="54702"/>
                      </a:lnTo>
                      <a:lnTo>
                        <a:pt x="78384" y="51"/>
                      </a:lnTo>
                      <a:lnTo>
                        <a:pt x="58953" y="51"/>
                      </a:lnTo>
                      <a:close/>
                    </a:path>
                  </a:pathLst>
                </a:custGeom>
                <a:grpFill/>
                <a:ln w="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249EB0B1-5788-5615-CD2E-F92B8141228B}"/>
                    </a:ext>
                  </a:extLst>
                </p:cNvPr>
                <p:cNvSpPr/>
                <p:nvPr/>
              </p:nvSpPr>
              <p:spPr>
                <a:xfrm>
                  <a:off x="763045" y="2568106"/>
                  <a:ext cx="88656" cy="97562"/>
                </a:xfrm>
                <a:custGeom>
                  <a:avLst/>
                  <a:gdLst>
                    <a:gd name="connsiteX0" fmla="*/ 44936 w 88656"/>
                    <a:gd name="connsiteY0" fmla="*/ 0 h 97562"/>
                    <a:gd name="connsiteX1" fmla="*/ 0 w 88656"/>
                    <a:gd name="connsiteY1" fmla="*/ 49490 h 97562"/>
                    <a:gd name="connsiteX2" fmla="*/ 43519 w 88656"/>
                    <a:gd name="connsiteY2" fmla="*/ 97563 h 97562"/>
                    <a:gd name="connsiteX3" fmla="*/ 43671 w 88656"/>
                    <a:gd name="connsiteY3" fmla="*/ 97563 h 97562"/>
                    <a:gd name="connsiteX4" fmla="*/ 88657 w 88656"/>
                    <a:gd name="connsiteY4" fmla="*/ 47820 h 97562"/>
                    <a:gd name="connsiteX5" fmla="*/ 44936 w 88656"/>
                    <a:gd name="connsiteY5" fmla="*/ 0 h 97562"/>
                    <a:gd name="connsiteX6" fmla="*/ 44278 w 88656"/>
                    <a:gd name="connsiteY6" fmla="*/ 83748 h 97562"/>
                    <a:gd name="connsiteX7" fmla="*/ 44126 w 88656"/>
                    <a:gd name="connsiteY7" fmla="*/ 83748 h 97562"/>
                    <a:gd name="connsiteX8" fmla="*/ 18065 w 88656"/>
                    <a:gd name="connsiteY8" fmla="*/ 49085 h 97562"/>
                    <a:gd name="connsiteX9" fmla="*/ 44278 w 88656"/>
                    <a:gd name="connsiteY9" fmla="*/ 13815 h 97562"/>
                    <a:gd name="connsiteX10" fmla="*/ 70288 w 88656"/>
                    <a:gd name="connsiteY10" fmla="*/ 48478 h 97562"/>
                    <a:gd name="connsiteX11" fmla="*/ 44227 w 88656"/>
                    <a:gd name="connsiteY11" fmla="*/ 83748 h 97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8656" h="97562">
                      <a:moveTo>
                        <a:pt x="44936" y="0"/>
                      </a:moveTo>
                      <a:cubicBezTo>
                        <a:pt x="18318" y="0"/>
                        <a:pt x="0" y="20494"/>
                        <a:pt x="0" y="49490"/>
                      </a:cubicBezTo>
                      <a:cubicBezTo>
                        <a:pt x="0" y="78486"/>
                        <a:pt x="16851" y="97563"/>
                        <a:pt x="43519" y="97563"/>
                      </a:cubicBezTo>
                      <a:lnTo>
                        <a:pt x="43671" y="97563"/>
                      </a:lnTo>
                      <a:cubicBezTo>
                        <a:pt x="69529" y="97563"/>
                        <a:pt x="88657" y="79447"/>
                        <a:pt x="88657" y="47820"/>
                      </a:cubicBezTo>
                      <a:cubicBezTo>
                        <a:pt x="88657" y="20798"/>
                        <a:pt x="72413" y="0"/>
                        <a:pt x="44936" y="0"/>
                      </a:cubicBezTo>
                      <a:close/>
                      <a:moveTo>
                        <a:pt x="44278" y="83748"/>
                      </a:moveTo>
                      <a:lnTo>
                        <a:pt x="44126" y="83748"/>
                      </a:lnTo>
                      <a:cubicBezTo>
                        <a:pt x="27680" y="83748"/>
                        <a:pt x="18015" y="67859"/>
                        <a:pt x="18065" y="49085"/>
                      </a:cubicBezTo>
                      <a:cubicBezTo>
                        <a:pt x="18065" y="30261"/>
                        <a:pt x="27123" y="13815"/>
                        <a:pt x="44278" y="13815"/>
                      </a:cubicBezTo>
                      <a:cubicBezTo>
                        <a:pt x="61432" y="13815"/>
                        <a:pt x="70288" y="30666"/>
                        <a:pt x="70288" y="48478"/>
                      </a:cubicBezTo>
                      <a:cubicBezTo>
                        <a:pt x="70288" y="68213"/>
                        <a:pt x="60876" y="83748"/>
                        <a:pt x="44227" y="83748"/>
                      </a:cubicBezTo>
                      <a:close/>
                    </a:path>
                  </a:pathLst>
                </a:custGeom>
                <a:grpFill/>
                <a:ln w="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E9835C1E-0593-DF1C-AB5B-EB963674D597}"/>
                    </a:ext>
                  </a:extLst>
                </p:cNvPr>
                <p:cNvSpPr/>
                <p:nvPr/>
              </p:nvSpPr>
              <p:spPr>
                <a:xfrm>
                  <a:off x="1423923" y="2568207"/>
                  <a:ext cx="73374" cy="97411"/>
                </a:xfrm>
                <a:custGeom>
                  <a:avLst/>
                  <a:gdLst>
                    <a:gd name="connsiteX0" fmla="*/ 51261 w 73374"/>
                    <a:gd name="connsiteY0" fmla="*/ 14220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5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20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20"/>
                      </a:moveTo>
                      <a:cubicBezTo>
                        <a:pt x="58953" y="14220"/>
                        <a:pt x="65227"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5" y="93110"/>
                      </a:cubicBezTo>
                      <a:lnTo>
                        <a:pt x="69782" y="79498"/>
                      </a:lnTo>
                      <a:cubicBezTo>
                        <a:pt x="65227" y="81572"/>
                        <a:pt x="57941" y="82939"/>
                        <a:pt x="51008" y="82939"/>
                      </a:cubicBezTo>
                      <a:cubicBezTo>
                        <a:pt x="30261" y="82939"/>
                        <a:pt x="18167" y="69731"/>
                        <a:pt x="18167" y="48933"/>
                      </a:cubicBezTo>
                      <a:cubicBezTo>
                        <a:pt x="18167" y="26212"/>
                        <a:pt x="31981" y="14220"/>
                        <a:pt x="51210" y="14220"/>
                      </a:cubicBezTo>
                      <a:close/>
                    </a:path>
                  </a:pathLst>
                </a:custGeom>
                <a:grpFill/>
                <a:ln w="0"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23633971-B149-1FC2-C64F-44D03152FB5F}"/>
                    </a:ext>
                  </a:extLst>
                </p:cNvPr>
                <p:cNvSpPr/>
                <p:nvPr/>
              </p:nvSpPr>
              <p:spPr>
                <a:xfrm>
                  <a:off x="1126832" y="2569675"/>
                  <a:ext cx="56017" cy="94425"/>
                </a:xfrm>
                <a:custGeom>
                  <a:avLst/>
                  <a:gdLst>
                    <a:gd name="connsiteX0" fmla="*/ 17205 w 56017"/>
                    <a:gd name="connsiteY0" fmla="*/ 0 h 94425"/>
                    <a:gd name="connsiteX1" fmla="*/ 0 w 56017"/>
                    <a:gd name="connsiteY1" fmla="*/ 0 h 94425"/>
                    <a:gd name="connsiteX2" fmla="*/ 0 w 56017"/>
                    <a:gd name="connsiteY2" fmla="*/ 94426 h 94425"/>
                    <a:gd name="connsiteX3" fmla="*/ 56018 w 56017"/>
                    <a:gd name="connsiteY3" fmla="*/ 94426 h 94425"/>
                    <a:gd name="connsiteX4" fmla="*/ 56018 w 56017"/>
                    <a:gd name="connsiteY4" fmla="*/ 79953 h 94425"/>
                    <a:gd name="connsiteX5" fmla="*/ 17205 w 56017"/>
                    <a:gd name="connsiteY5" fmla="*/ 79953 h 94425"/>
                    <a:gd name="connsiteX6" fmla="*/ 17205 w 56017"/>
                    <a:gd name="connsiteY6" fmla="*/ 0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17" h="94425">
                      <a:moveTo>
                        <a:pt x="17205" y="0"/>
                      </a:moveTo>
                      <a:lnTo>
                        <a:pt x="0" y="0"/>
                      </a:lnTo>
                      <a:lnTo>
                        <a:pt x="0" y="94426"/>
                      </a:lnTo>
                      <a:lnTo>
                        <a:pt x="56018" y="94426"/>
                      </a:lnTo>
                      <a:lnTo>
                        <a:pt x="56018" y="79953"/>
                      </a:lnTo>
                      <a:lnTo>
                        <a:pt x="17205" y="79953"/>
                      </a:lnTo>
                      <a:lnTo>
                        <a:pt x="17205" y="0"/>
                      </a:lnTo>
                      <a:close/>
                    </a:path>
                  </a:pathLst>
                </a:custGeom>
                <a:grpFill/>
                <a:ln w="0"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C6EBEC20-D11F-8367-0039-5102C16F036B}"/>
                    </a:ext>
                  </a:extLst>
                </p:cNvPr>
                <p:cNvSpPr/>
                <p:nvPr/>
              </p:nvSpPr>
              <p:spPr>
                <a:xfrm>
                  <a:off x="1033469" y="2569675"/>
                  <a:ext cx="73728" cy="95994"/>
                </a:xfrm>
                <a:custGeom>
                  <a:avLst/>
                  <a:gdLst>
                    <a:gd name="connsiteX0" fmla="*/ 73729 w 73728"/>
                    <a:gd name="connsiteY0" fmla="*/ 53943 h 95994"/>
                    <a:gd name="connsiteX1" fmla="*/ 73729 w 73728"/>
                    <a:gd name="connsiteY1" fmla="*/ 0 h 95994"/>
                    <a:gd name="connsiteX2" fmla="*/ 56473 w 73728"/>
                    <a:gd name="connsiteY2" fmla="*/ 0 h 95994"/>
                    <a:gd name="connsiteX3" fmla="*/ 56473 w 73728"/>
                    <a:gd name="connsiteY3" fmla="*/ 55056 h 95994"/>
                    <a:gd name="connsiteX4" fmla="*/ 36586 w 73728"/>
                    <a:gd name="connsiteY4" fmla="*/ 82078 h 95994"/>
                    <a:gd name="connsiteX5" fmla="*/ 17256 w 73728"/>
                    <a:gd name="connsiteY5" fmla="*/ 55056 h 95994"/>
                    <a:gd name="connsiteX6" fmla="*/ 17256 w 73728"/>
                    <a:gd name="connsiteY6" fmla="*/ 0 h 95994"/>
                    <a:gd name="connsiteX7" fmla="*/ 0 w 73728"/>
                    <a:gd name="connsiteY7" fmla="*/ 0 h 95994"/>
                    <a:gd name="connsiteX8" fmla="*/ 0 w 73728"/>
                    <a:gd name="connsiteY8" fmla="*/ 54044 h 95994"/>
                    <a:gd name="connsiteX9" fmla="*/ 35928 w 73728"/>
                    <a:gd name="connsiteY9" fmla="*/ 95994 h 95994"/>
                    <a:gd name="connsiteX10" fmla="*/ 73678 w 73728"/>
                    <a:gd name="connsiteY10" fmla="*/ 53943 h 95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728" h="95994">
                      <a:moveTo>
                        <a:pt x="73729" y="53943"/>
                      </a:moveTo>
                      <a:lnTo>
                        <a:pt x="73729" y="0"/>
                      </a:lnTo>
                      <a:lnTo>
                        <a:pt x="56473" y="0"/>
                      </a:lnTo>
                      <a:lnTo>
                        <a:pt x="56473" y="55056"/>
                      </a:lnTo>
                      <a:cubicBezTo>
                        <a:pt x="56473" y="73577"/>
                        <a:pt x="49035" y="82078"/>
                        <a:pt x="36586" y="82078"/>
                      </a:cubicBezTo>
                      <a:cubicBezTo>
                        <a:pt x="24897" y="82078"/>
                        <a:pt x="17256" y="73476"/>
                        <a:pt x="17256" y="55056"/>
                      </a:cubicBezTo>
                      <a:lnTo>
                        <a:pt x="17256" y="0"/>
                      </a:lnTo>
                      <a:lnTo>
                        <a:pt x="0" y="0"/>
                      </a:lnTo>
                      <a:lnTo>
                        <a:pt x="0" y="54044"/>
                      </a:lnTo>
                      <a:cubicBezTo>
                        <a:pt x="0" y="83748"/>
                        <a:pt x="14169" y="95994"/>
                        <a:pt x="35928" y="95994"/>
                      </a:cubicBezTo>
                      <a:cubicBezTo>
                        <a:pt x="57688" y="95994"/>
                        <a:pt x="73678" y="83040"/>
                        <a:pt x="73678" y="53943"/>
                      </a:cubicBezTo>
                      <a:close/>
                    </a:path>
                  </a:pathLst>
                </a:custGeom>
                <a:grpFill/>
                <a:ln w="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DB717EBD-E5EA-2306-20A6-43CFBE1036ED}"/>
                    </a:ext>
                  </a:extLst>
                </p:cNvPr>
                <p:cNvSpPr/>
                <p:nvPr/>
              </p:nvSpPr>
              <p:spPr>
                <a:xfrm>
                  <a:off x="866428" y="2569675"/>
                  <a:ext cx="74892" cy="94476"/>
                </a:xfrm>
                <a:custGeom>
                  <a:avLst/>
                  <a:gdLst>
                    <a:gd name="connsiteX0" fmla="*/ 74842 w 74892"/>
                    <a:gd name="connsiteY0" fmla="*/ 0 h 94476"/>
                    <a:gd name="connsiteX1" fmla="*/ 58902 w 74892"/>
                    <a:gd name="connsiteY1" fmla="*/ 0 h 94476"/>
                    <a:gd name="connsiteX2" fmla="*/ 58902 w 74892"/>
                    <a:gd name="connsiteY2" fmla="*/ 32943 h 94476"/>
                    <a:gd name="connsiteX3" fmla="*/ 60420 w 74892"/>
                    <a:gd name="connsiteY3" fmla="*/ 72110 h 94476"/>
                    <a:gd name="connsiteX4" fmla="*/ 60117 w 74892"/>
                    <a:gd name="connsiteY4" fmla="*/ 72211 h 94476"/>
                    <a:gd name="connsiteX5" fmla="*/ 44075 w 74892"/>
                    <a:gd name="connsiteY5" fmla="*/ 40584 h 94476"/>
                    <a:gd name="connsiteX6" fmla="*/ 19685 w 74892"/>
                    <a:gd name="connsiteY6" fmla="*/ 51 h 94476"/>
                    <a:gd name="connsiteX7" fmla="*/ 0 w 74892"/>
                    <a:gd name="connsiteY7" fmla="*/ 51 h 94476"/>
                    <a:gd name="connsiteX8" fmla="*/ 0 w 74892"/>
                    <a:gd name="connsiteY8" fmla="*/ 94476 h 94476"/>
                    <a:gd name="connsiteX9" fmla="*/ 15940 w 74892"/>
                    <a:gd name="connsiteY9" fmla="*/ 94476 h 94476"/>
                    <a:gd name="connsiteX10" fmla="*/ 15940 w 74892"/>
                    <a:gd name="connsiteY10" fmla="*/ 60673 h 94476"/>
                    <a:gd name="connsiteX11" fmla="*/ 15029 w 74892"/>
                    <a:gd name="connsiteY11" fmla="*/ 20444 h 94476"/>
                    <a:gd name="connsiteX12" fmla="*/ 15485 w 74892"/>
                    <a:gd name="connsiteY12" fmla="*/ 20342 h 94476"/>
                    <a:gd name="connsiteX13" fmla="*/ 32386 w 74892"/>
                    <a:gd name="connsiteY13" fmla="*/ 52931 h 94476"/>
                    <a:gd name="connsiteX14" fmla="*/ 57030 w 74892"/>
                    <a:gd name="connsiteY14" fmla="*/ 94476 h 94476"/>
                    <a:gd name="connsiteX15" fmla="*/ 74893 w 74892"/>
                    <a:gd name="connsiteY15" fmla="*/ 94476 h 94476"/>
                    <a:gd name="connsiteX16" fmla="*/ 74893 w 74892"/>
                    <a:gd name="connsiteY16" fmla="*/ 51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892" h="94476">
                      <a:moveTo>
                        <a:pt x="74842" y="0"/>
                      </a:moveTo>
                      <a:lnTo>
                        <a:pt x="58902" y="0"/>
                      </a:lnTo>
                      <a:lnTo>
                        <a:pt x="58902" y="32943"/>
                      </a:lnTo>
                      <a:cubicBezTo>
                        <a:pt x="58902" y="47365"/>
                        <a:pt x="59206" y="59560"/>
                        <a:pt x="60420" y="72110"/>
                      </a:cubicBezTo>
                      <a:lnTo>
                        <a:pt x="60117" y="72211"/>
                      </a:lnTo>
                      <a:cubicBezTo>
                        <a:pt x="55765" y="61938"/>
                        <a:pt x="50300" y="50957"/>
                        <a:pt x="44075" y="40584"/>
                      </a:cubicBezTo>
                      <a:lnTo>
                        <a:pt x="19685" y="51"/>
                      </a:lnTo>
                      <a:lnTo>
                        <a:pt x="0" y="51"/>
                      </a:lnTo>
                      <a:lnTo>
                        <a:pt x="0" y="94476"/>
                      </a:lnTo>
                      <a:lnTo>
                        <a:pt x="15940" y="94476"/>
                      </a:lnTo>
                      <a:lnTo>
                        <a:pt x="15940" y="60673"/>
                      </a:lnTo>
                      <a:cubicBezTo>
                        <a:pt x="15940" y="45189"/>
                        <a:pt x="15687" y="32690"/>
                        <a:pt x="15029" y="20444"/>
                      </a:cubicBezTo>
                      <a:lnTo>
                        <a:pt x="15485" y="20342"/>
                      </a:lnTo>
                      <a:cubicBezTo>
                        <a:pt x="20140" y="31020"/>
                        <a:pt x="26263" y="42608"/>
                        <a:pt x="32386" y="52931"/>
                      </a:cubicBezTo>
                      <a:lnTo>
                        <a:pt x="57030" y="94476"/>
                      </a:lnTo>
                      <a:lnTo>
                        <a:pt x="74893" y="94476"/>
                      </a:lnTo>
                      <a:lnTo>
                        <a:pt x="74893" y="51"/>
                      </a:lnTo>
                      <a:close/>
                    </a:path>
                  </a:pathLst>
                </a:custGeom>
                <a:grpFill/>
                <a:ln w="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3C75A4E4-E823-4B4A-C73A-7FDB5468BF51}"/>
                    </a:ext>
                  </a:extLst>
                </p:cNvPr>
                <p:cNvSpPr/>
                <p:nvPr/>
              </p:nvSpPr>
              <p:spPr>
                <a:xfrm>
                  <a:off x="997743" y="2711313"/>
                  <a:ext cx="17205" cy="94425"/>
                </a:xfrm>
                <a:custGeom>
                  <a:avLst/>
                  <a:gdLst>
                    <a:gd name="connsiteX0" fmla="*/ 0 w 17205"/>
                    <a:gd name="connsiteY0" fmla="*/ 0 h 94425"/>
                    <a:gd name="connsiteX1" fmla="*/ 17205 w 17205"/>
                    <a:gd name="connsiteY1" fmla="*/ 0 h 94425"/>
                    <a:gd name="connsiteX2" fmla="*/ 17205 w 17205"/>
                    <a:gd name="connsiteY2" fmla="*/ 94426 h 94425"/>
                    <a:gd name="connsiteX3" fmla="*/ 0 w 17205"/>
                    <a:gd name="connsiteY3" fmla="*/ 94426 h 94425"/>
                  </a:gdLst>
                  <a:ahLst/>
                  <a:cxnLst>
                    <a:cxn ang="0">
                      <a:pos x="connsiteX0" y="connsiteY0"/>
                    </a:cxn>
                    <a:cxn ang="0">
                      <a:pos x="connsiteX1" y="connsiteY1"/>
                    </a:cxn>
                    <a:cxn ang="0">
                      <a:pos x="connsiteX2" y="connsiteY2"/>
                    </a:cxn>
                    <a:cxn ang="0">
                      <a:pos x="connsiteX3" y="connsiteY3"/>
                    </a:cxn>
                  </a:cxnLst>
                  <a:rect l="l" t="t" r="r" b="b"/>
                  <a:pathLst>
                    <a:path w="17205" h="94425">
                      <a:moveTo>
                        <a:pt x="0" y="0"/>
                      </a:moveTo>
                      <a:lnTo>
                        <a:pt x="17205" y="0"/>
                      </a:lnTo>
                      <a:lnTo>
                        <a:pt x="17205" y="94426"/>
                      </a:lnTo>
                      <a:lnTo>
                        <a:pt x="0" y="94426"/>
                      </a:lnTo>
                      <a:close/>
                    </a:path>
                  </a:pathLst>
                </a:custGeom>
                <a:grp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BAD737C0-1BA9-2FE0-A65E-1F07D8D3AA44}"/>
                    </a:ext>
                  </a:extLst>
                </p:cNvPr>
                <p:cNvSpPr/>
                <p:nvPr/>
              </p:nvSpPr>
              <p:spPr>
                <a:xfrm>
                  <a:off x="833536" y="2711262"/>
                  <a:ext cx="66239" cy="94476"/>
                </a:xfrm>
                <a:custGeom>
                  <a:avLst/>
                  <a:gdLst>
                    <a:gd name="connsiteX0" fmla="*/ 45796 w 66239"/>
                    <a:gd name="connsiteY0" fmla="*/ 50198 h 94476"/>
                    <a:gd name="connsiteX1" fmla="*/ 45796 w 66239"/>
                    <a:gd name="connsiteY1" fmla="*/ 49794 h 94476"/>
                    <a:gd name="connsiteX2" fmla="*/ 62799 w 66239"/>
                    <a:gd name="connsiteY2" fmla="*/ 26364 h 94476"/>
                    <a:gd name="connsiteX3" fmla="*/ 54753 w 66239"/>
                    <a:gd name="connsiteY3" fmla="*/ 7540 h 94476"/>
                    <a:gd name="connsiteX4" fmla="*/ 25909 w 66239"/>
                    <a:gd name="connsiteY4" fmla="*/ 0 h 94476"/>
                    <a:gd name="connsiteX5" fmla="*/ 0 w 66239"/>
                    <a:gd name="connsiteY5" fmla="*/ 2024 h 94476"/>
                    <a:gd name="connsiteX6" fmla="*/ 0 w 66239"/>
                    <a:gd name="connsiteY6" fmla="*/ 94476 h 94476"/>
                    <a:gd name="connsiteX7" fmla="*/ 16952 w 66239"/>
                    <a:gd name="connsiteY7" fmla="*/ 94476 h 94476"/>
                    <a:gd name="connsiteX8" fmla="*/ 16952 w 66239"/>
                    <a:gd name="connsiteY8" fmla="*/ 55967 h 94476"/>
                    <a:gd name="connsiteX9" fmla="*/ 25555 w 66239"/>
                    <a:gd name="connsiteY9" fmla="*/ 55967 h 94476"/>
                    <a:gd name="connsiteX10" fmla="*/ 42406 w 66239"/>
                    <a:gd name="connsiteY10" fmla="*/ 72363 h 94476"/>
                    <a:gd name="connsiteX11" fmla="*/ 48680 w 66239"/>
                    <a:gd name="connsiteY11" fmla="*/ 94476 h 94476"/>
                    <a:gd name="connsiteX12" fmla="*/ 66240 w 66239"/>
                    <a:gd name="connsiteY12" fmla="*/ 94476 h 94476"/>
                    <a:gd name="connsiteX13" fmla="*/ 58852 w 66239"/>
                    <a:gd name="connsiteY13" fmla="*/ 68365 h 94476"/>
                    <a:gd name="connsiteX14" fmla="*/ 45796 w 66239"/>
                    <a:gd name="connsiteY14" fmla="*/ 50249 h 94476"/>
                    <a:gd name="connsiteX15" fmla="*/ 27022 w 66239"/>
                    <a:gd name="connsiteY15" fmla="*/ 43367 h 94476"/>
                    <a:gd name="connsiteX16" fmla="*/ 16901 w 66239"/>
                    <a:gd name="connsiteY16" fmla="*/ 43367 h 94476"/>
                    <a:gd name="connsiteX17" fmla="*/ 16901 w 66239"/>
                    <a:gd name="connsiteY17" fmla="*/ 13764 h 94476"/>
                    <a:gd name="connsiteX18" fmla="*/ 27528 w 66239"/>
                    <a:gd name="connsiteY18" fmla="*/ 12904 h 94476"/>
                    <a:gd name="connsiteX19" fmla="*/ 45745 w 66239"/>
                    <a:gd name="connsiteY19" fmla="*/ 27933 h 94476"/>
                    <a:gd name="connsiteX20" fmla="*/ 27022 w 66239"/>
                    <a:gd name="connsiteY20" fmla="*/ 43367 h 94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6239" h="94476">
                      <a:moveTo>
                        <a:pt x="45796" y="50198"/>
                      </a:moveTo>
                      <a:lnTo>
                        <a:pt x="45796" y="49794"/>
                      </a:lnTo>
                      <a:cubicBezTo>
                        <a:pt x="54601" y="46656"/>
                        <a:pt x="62799" y="38458"/>
                        <a:pt x="62799" y="26364"/>
                      </a:cubicBezTo>
                      <a:cubicBezTo>
                        <a:pt x="62799" y="18318"/>
                        <a:pt x="59864" y="11841"/>
                        <a:pt x="54753" y="7540"/>
                      </a:cubicBezTo>
                      <a:cubicBezTo>
                        <a:pt x="48427" y="2277"/>
                        <a:pt x="37548" y="0"/>
                        <a:pt x="25909" y="0"/>
                      </a:cubicBezTo>
                      <a:cubicBezTo>
                        <a:pt x="14270" y="0"/>
                        <a:pt x="6528" y="810"/>
                        <a:pt x="0" y="2024"/>
                      </a:cubicBezTo>
                      <a:lnTo>
                        <a:pt x="0" y="94476"/>
                      </a:lnTo>
                      <a:cubicBezTo>
                        <a:pt x="0" y="94476"/>
                        <a:pt x="16952" y="94476"/>
                        <a:pt x="16952" y="94476"/>
                      </a:cubicBezTo>
                      <a:lnTo>
                        <a:pt x="16952" y="55967"/>
                      </a:lnTo>
                      <a:lnTo>
                        <a:pt x="25555" y="55967"/>
                      </a:lnTo>
                      <a:cubicBezTo>
                        <a:pt x="35270" y="56220"/>
                        <a:pt x="39724" y="60167"/>
                        <a:pt x="42406" y="72363"/>
                      </a:cubicBezTo>
                      <a:cubicBezTo>
                        <a:pt x="45037" y="84001"/>
                        <a:pt x="47263" y="91744"/>
                        <a:pt x="48680" y="94476"/>
                      </a:cubicBezTo>
                      <a:lnTo>
                        <a:pt x="66240" y="94476"/>
                      </a:lnTo>
                      <a:cubicBezTo>
                        <a:pt x="64367" y="90833"/>
                        <a:pt x="61837" y="80054"/>
                        <a:pt x="58852" y="68365"/>
                      </a:cubicBezTo>
                      <a:cubicBezTo>
                        <a:pt x="56524" y="59256"/>
                        <a:pt x="52577" y="52779"/>
                        <a:pt x="45796" y="50249"/>
                      </a:cubicBezTo>
                      <a:close/>
                      <a:moveTo>
                        <a:pt x="27022" y="43367"/>
                      </a:moveTo>
                      <a:lnTo>
                        <a:pt x="16901" y="43367"/>
                      </a:lnTo>
                      <a:lnTo>
                        <a:pt x="16901" y="13764"/>
                      </a:lnTo>
                      <a:cubicBezTo>
                        <a:pt x="18622" y="13309"/>
                        <a:pt x="22114" y="12904"/>
                        <a:pt x="27528" y="12904"/>
                      </a:cubicBezTo>
                      <a:cubicBezTo>
                        <a:pt x="38610" y="12904"/>
                        <a:pt x="45745" y="17711"/>
                        <a:pt x="45745" y="27933"/>
                      </a:cubicBezTo>
                      <a:cubicBezTo>
                        <a:pt x="45745" y="37244"/>
                        <a:pt x="38610" y="43367"/>
                        <a:pt x="27022" y="43367"/>
                      </a:cubicBezTo>
                      <a:close/>
                    </a:path>
                  </a:pathLst>
                </a:custGeom>
                <a:grpFill/>
                <a:ln w="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194EDEF5-B578-C1A6-445B-FD082C01AE50}"/>
                    </a:ext>
                  </a:extLst>
                </p:cNvPr>
                <p:cNvSpPr/>
                <p:nvPr/>
              </p:nvSpPr>
              <p:spPr>
                <a:xfrm>
                  <a:off x="904835" y="2711313"/>
                  <a:ext cx="82837" cy="94425"/>
                </a:xfrm>
                <a:custGeom>
                  <a:avLst/>
                  <a:gdLst>
                    <a:gd name="connsiteX0" fmla="*/ 50704 w 82837"/>
                    <a:gd name="connsiteY0" fmla="*/ 43215 h 94425"/>
                    <a:gd name="connsiteX1" fmla="*/ 41140 w 82837"/>
                    <a:gd name="connsiteY1" fmla="*/ 77372 h 94425"/>
                    <a:gd name="connsiteX2" fmla="*/ 40837 w 82837"/>
                    <a:gd name="connsiteY2" fmla="*/ 77372 h 94425"/>
                    <a:gd name="connsiteX3" fmla="*/ 31627 w 82837"/>
                    <a:gd name="connsiteY3" fmla="*/ 42962 h 94425"/>
                    <a:gd name="connsiteX4" fmla="*/ 18774 w 82837"/>
                    <a:gd name="connsiteY4" fmla="*/ 0 h 94425"/>
                    <a:gd name="connsiteX5" fmla="*/ 0 w 82837"/>
                    <a:gd name="connsiteY5" fmla="*/ 0 h 94425"/>
                    <a:gd name="connsiteX6" fmla="*/ 30514 w 82837"/>
                    <a:gd name="connsiteY6" fmla="*/ 94426 h 94425"/>
                    <a:gd name="connsiteX7" fmla="*/ 50249 w 82837"/>
                    <a:gd name="connsiteY7" fmla="*/ 94426 h 94425"/>
                    <a:gd name="connsiteX8" fmla="*/ 82837 w 82837"/>
                    <a:gd name="connsiteY8" fmla="*/ 0 h 94425"/>
                    <a:gd name="connsiteX9" fmla="*/ 64519 w 82837"/>
                    <a:gd name="connsiteY9" fmla="*/ 0 h 94425"/>
                    <a:gd name="connsiteX10" fmla="*/ 50755 w 82837"/>
                    <a:gd name="connsiteY10" fmla="*/ 43215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837" h="94425">
                      <a:moveTo>
                        <a:pt x="50704" y="43215"/>
                      </a:moveTo>
                      <a:cubicBezTo>
                        <a:pt x="47061" y="54702"/>
                        <a:pt x="43620" y="66240"/>
                        <a:pt x="41140" y="77372"/>
                      </a:cubicBezTo>
                      <a:lnTo>
                        <a:pt x="40837" y="77372"/>
                      </a:lnTo>
                      <a:cubicBezTo>
                        <a:pt x="38408" y="65936"/>
                        <a:pt x="35169" y="54904"/>
                        <a:pt x="31627" y="42962"/>
                      </a:cubicBezTo>
                      <a:lnTo>
                        <a:pt x="18774" y="0"/>
                      </a:lnTo>
                      <a:lnTo>
                        <a:pt x="0" y="0"/>
                      </a:lnTo>
                      <a:lnTo>
                        <a:pt x="30514" y="94426"/>
                      </a:lnTo>
                      <a:lnTo>
                        <a:pt x="50249" y="94426"/>
                      </a:lnTo>
                      <a:lnTo>
                        <a:pt x="82837" y="0"/>
                      </a:lnTo>
                      <a:lnTo>
                        <a:pt x="64519" y="0"/>
                      </a:lnTo>
                      <a:lnTo>
                        <a:pt x="50755" y="43215"/>
                      </a:lnTo>
                      <a:close/>
                    </a:path>
                  </a:pathLst>
                </a:custGeom>
                <a:grpFill/>
                <a:ln w="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F3E00F67-5384-6921-564D-84F0B1F500F5}"/>
                    </a:ext>
                  </a:extLst>
                </p:cNvPr>
                <p:cNvSpPr/>
                <p:nvPr/>
              </p:nvSpPr>
              <p:spPr>
                <a:xfrm>
                  <a:off x="1116964" y="2711313"/>
                  <a:ext cx="56979" cy="94425"/>
                </a:xfrm>
                <a:custGeom>
                  <a:avLst/>
                  <a:gdLst>
                    <a:gd name="connsiteX0" fmla="*/ 17205 w 56979"/>
                    <a:gd name="connsiteY0" fmla="*/ 52526 h 94425"/>
                    <a:gd name="connsiteX1" fmla="*/ 52779 w 56979"/>
                    <a:gd name="connsiteY1" fmla="*/ 52526 h 94425"/>
                    <a:gd name="connsiteX2" fmla="*/ 52779 w 56979"/>
                    <a:gd name="connsiteY2" fmla="*/ 38458 h 94425"/>
                    <a:gd name="connsiteX3" fmla="*/ 17205 w 56979"/>
                    <a:gd name="connsiteY3" fmla="*/ 38458 h 94425"/>
                    <a:gd name="connsiteX4" fmla="*/ 17205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05 w 56979"/>
                    <a:gd name="connsiteY11" fmla="*/ 80257 h 94425"/>
                    <a:gd name="connsiteX12" fmla="*/ 17205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05" y="52526"/>
                      </a:moveTo>
                      <a:lnTo>
                        <a:pt x="52779" y="52526"/>
                      </a:lnTo>
                      <a:lnTo>
                        <a:pt x="52779" y="38458"/>
                      </a:lnTo>
                      <a:lnTo>
                        <a:pt x="17205" y="38458"/>
                      </a:lnTo>
                      <a:lnTo>
                        <a:pt x="17205" y="14219"/>
                      </a:lnTo>
                      <a:lnTo>
                        <a:pt x="54905" y="14219"/>
                      </a:lnTo>
                      <a:lnTo>
                        <a:pt x="54905" y="0"/>
                      </a:lnTo>
                      <a:lnTo>
                        <a:pt x="0" y="0"/>
                      </a:lnTo>
                      <a:lnTo>
                        <a:pt x="0" y="94426"/>
                      </a:lnTo>
                      <a:lnTo>
                        <a:pt x="56979" y="94426"/>
                      </a:lnTo>
                      <a:lnTo>
                        <a:pt x="56979" y="80257"/>
                      </a:lnTo>
                      <a:lnTo>
                        <a:pt x="17205" y="80257"/>
                      </a:lnTo>
                      <a:lnTo>
                        <a:pt x="17205" y="52526"/>
                      </a:lnTo>
                      <a:close/>
                    </a:path>
                  </a:pathLst>
                </a:custGeom>
                <a:grpFill/>
                <a:ln w="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1AF84FA6-EEBF-AC0B-B5D4-DFA3CF029D6F}"/>
                    </a:ext>
                  </a:extLst>
                </p:cNvPr>
                <p:cNvSpPr/>
                <p:nvPr/>
              </p:nvSpPr>
              <p:spPr>
                <a:xfrm>
                  <a:off x="1029724" y="2709846"/>
                  <a:ext cx="73374" cy="97411"/>
                </a:xfrm>
                <a:custGeom>
                  <a:avLst/>
                  <a:gdLst>
                    <a:gd name="connsiteX0" fmla="*/ 51261 w 73374"/>
                    <a:gd name="connsiteY0" fmla="*/ 14219 h 97411"/>
                    <a:gd name="connsiteX1" fmla="*/ 69630 w 73374"/>
                    <a:gd name="connsiteY1" fmla="*/ 17914 h 97411"/>
                    <a:gd name="connsiteX2" fmla="*/ 73375 w 73374"/>
                    <a:gd name="connsiteY2" fmla="*/ 4200 h 97411"/>
                    <a:gd name="connsiteX3" fmla="*/ 50502 w 73374"/>
                    <a:gd name="connsiteY3" fmla="*/ 0 h 97411"/>
                    <a:gd name="connsiteX4" fmla="*/ 0 w 73374"/>
                    <a:gd name="connsiteY4" fmla="*/ 49794 h 97411"/>
                    <a:gd name="connsiteX5" fmla="*/ 48174 w 73374"/>
                    <a:gd name="connsiteY5" fmla="*/ 97411 h 97411"/>
                    <a:gd name="connsiteX6" fmla="*/ 72616 w 73374"/>
                    <a:gd name="connsiteY6" fmla="*/ 93110 h 97411"/>
                    <a:gd name="connsiteX7" fmla="*/ 69782 w 73374"/>
                    <a:gd name="connsiteY7" fmla="*/ 79498 h 97411"/>
                    <a:gd name="connsiteX8" fmla="*/ 51008 w 73374"/>
                    <a:gd name="connsiteY8" fmla="*/ 82939 h 97411"/>
                    <a:gd name="connsiteX9" fmla="*/ 18167 w 73374"/>
                    <a:gd name="connsiteY9" fmla="*/ 48933 h 97411"/>
                    <a:gd name="connsiteX10" fmla="*/ 51210 w 73374"/>
                    <a:gd name="connsiteY10" fmla="*/ 14219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74" h="97411">
                      <a:moveTo>
                        <a:pt x="51261" y="14219"/>
                      </a:moveTo>
                      <a:cubicBezTo>
                        <a:pt x="58953" y="14219"/>
                        <a:pt x="65228" y="15940"/>
                        <a:pt x="69630" y="17914"/>
                      </a:cubicBezTo>
                      <a:lnTo>
                        <a:pt x="73375" y="4200"/>
                      </a:lnTo>
                      <a:cubicBezTo>
                        <a:pt x="69883" y="2328"/>
                        <a:pt x="61888" y="0"/>
                        <a:pt x="50502" y="0"/>
                      </a:cubicBezTo>
                      <a:cubicBezTo>
                        <a:pt x="21658" y="0"/>
                        <a:pt x="0" y="18774"/>
                        <a:pt x="0" y="49794"/>
                      </a:cubicBezTo>
                      <a:cubicBezTo>
                        <a:pt x="0" y="78536"/>
                        <a:pt x="18217" y="97411"/>
                        <a:pt x="48174" y="97411"/>
                      </a:cubicBezTo>
                      <a:cubicBezTo>
                        <a:pt x="59560" y="97411"/>
                        <a:pt x="68567" y="95185"/>
                        <a:pt x="72616" y="93110"/>
                      </a:cubicBezTo>
                      <a:lnTo>
                        <a:pt x="69782" y="79498"/>
                      </a:lnTo>
                      <a:cubicBezTo>
                        <a:pt x="65228" y="81572"/>
                        <a:pt x="57941" y="82939"/>
                        <a:pt x="51008" y="82939"/>
                      </a:cubicBezTo>
                      <a:cubicBezTo>
                        <a:pt x="30261" y="82939"/>
                        <a:pt x="18167" y="69731"/>
                        <a:pt x="18167" y="48933"/>
                      </a:cubicBezTo>
                      <a:cubicBezTo>
                        <a:pt x="18167" y="26212"/>
                        <a:pt x="31981" y="14219"/>
                        <a:pt x="51210" y="14219"/>
                      </a:cubicBezTo>
                      <a:close/>
                    </a:path>
                  </a:pathLst>
                </a:custGeom>
                <a:grpFill/>
                <a:ln w="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D28BE1A1-6672-B8C4-2AFD-83AE50B5E2E3}"/>
                    </a:ext>
                  </a:extLst>
                </p:cNvPr>
                <p:cNvSpPr/>
                <p:nvPr/>
              </p:nvSpPr>
              <p:spPr>
                <a:xfrm>
                  <a:off x="684712"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BDC03EBD-BFED-398A-EAB6-8F7219E04B03}"/>
                    </a:ext>
                  </a:extLst>
                </p:cNvPr>
                <p:cNvSpPr/>
                <p:nvPr/>
              </p:nvSpPr>
              <p:spPr>
                <a:xfrm>
                  <a:off x="761426" y="2711313"/>
                  <a:ext cx="56979" cy="94425"/>
                </a:xfrm>
                <a:custGeom>
                  <a:avLst/>
                  <a:gdLst>
                    <a:gd name="connsiteX0" fmla="*/ 17256 w 56979"/>
                    <a:gd name="connsiteY0" fmla="*/ 52526 h 94425"/>
                    <a:gd name="connsiteX1" fmla="*/ 52779 w 56979"/>
                    <a:gd name="connsiteY1" fmla="*/ 52526 h 94425"/>
                    <a:gd name="connsiteX2" fmla="*/ 52779 w 56979"/>
                    <a:gd name="connsiteY2" fmla="*/ 38458 h 94425"/>
                    <a:gd name="connsiteX3" fmla="*/ 17256 w 56979"/>
                    <a:gd name="connsiteY3" fmla="*/ 38458 h 94425"/>
                    <a:gd name="connsiteX4" fmla="*/ 17256 w 56979"/>
                    <a:gd name="connsiteY4" fmla="*/ 14219 h 94425"/>
                    <a:gd name="connsiteX5" fmla="*/ 54905 w 56979"/>
                    <a:gd name="connsiteY5" fmla="*/ 14219 h 94425"/>
                    <a:gd name="connsiteX6" fmla="*/ 54905 w 56979"/>
                    <a:gd name="connsiteY6" fmla="*/ 0 h 94425"/>
                    <a:gd name="connsiteX7" fmla="*/ 0 w 56979"/>
                    <a:gd name="connsiteY7" fmla="*/ 0 h 94425"/>
                    <a:gd name="connsiteX8" fmla="*/ 0 w 56979"/>
                    <a:gd name="connsiteY8" fmla="*/ 94426 h 94425"/>
                    <a:gd name="connsiteX9" fmla="*/ 56979 w 56979"/>
                    <a:gd name="connsiteY9" fmla="*/ 94426 h 94425"/>
                    <a:gd name="connsiteX10" fmla="*/ 56979 w 56979"/>
                    <a:gd name="connsiteY10" fmla="*/ 80257 h 94425"/>
                    <a:gd name="connsiteX11" fmla="*/ 17256 w 56979"/>
                    <a:gd name="connsiteY11" fmla="*/ 80257 h 94425"/>
                    <a:gd name="connsiteX12" fmla="*/ 17256 w 56979"/>
                    <a:gd name="connsiteY12" fmla="*/ 52526 h 9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979" h="94425">
                      <a:moveTo>
                        <a:pt x="17256" y="52526"/>
                      </a:moveTo>
                      <a:lnTo>
                        <a:pt x="52779" y="52526"/>
                      </a:lnTo>
                      <a:lnTo>
                        <a:pt x="52779" y="38458"/>
                      </a:lnTo>
                      <a:lnTo>
                        <a:pt x="17256" y="38458"/>
                      </a:lnTo>
                      <a:lnTo>
                        <a:pt x="17256" y="14219"/>
                      </a:lnTo>
                      <a:lnTo>
                        <a:pt x="54905" y="14219"/>
                      </a:lnTo>
                      <a:lnTo>
                        <a:pt x="54905" y="0"/>
                      </a:lnTo>
                      <a:lnTo>
                        <a:pt x="0" y="0"/>
                      </a:lnTo>
                      <a:lnTo>
                        <a:pt x="0" y="94426"/>
                      </a:lnTo>
                      <a:lnTo>
                        <a:pt x="56979" y="94426"/>
                      </a:lnTo>
                      <a:lnTo>
                        <a:pt x="56979" y="80257"/>
                      </a:lnTo>
                      <a:lnTo>
                        <a:pt x="17256" y="80257"/>
                      </a:lnTo>
                      <a:lnTo>
                        <a:pt x="17256" y="52526"/>
                      </a:lnTo>
                      <a:close/>
                    </a:path>
                  </a:pathLst>
                </a:custGeom>
                <a:grpFill/>
                <a:ln w="0"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EFA0C079-126A-074A-7F9C-F49B63E1A87D}"/>
                    </a:ext>
                  </a:extLst>
                </p:cNvPr>
                <p:cNvSpPr/>
                <p:nvPr/>
              </p:nvSpPr>
              <p:spPr>
                <a:xfrm>
                  <a:off x="1184874" y="2709846"/>
                  <a:ext cx="61280" cy="97411"/>
                </a:xfrm>
                <a:custGeom>
                  <a:avLst/>
                  <a:gdLst>
                    <a:gd name="connsiteX0" fmla="*/ 36991 w 61280"/>
                    <a:gd name="connsiteY0" fmla="*/ 40938 h 97411"/>
                    <a:gd name="connsiteX1" fmla="*/ 18926 w 61280"/>
                    <a:gd name="connsiteY1" fmla="*/ 25453 h 97411"/>
                    <a:gd name="connsiteX2" fmla="*/ 34511 w 61280"/>
                    <a:gd name="connsiteY2" fmla="*/ 14068 h 97411"/>
                    <a:gd name="connsiteX3" fmla="*/ 53336 w 61280"/>
                    <a:gd name="connsiteY3" fmla="*/ 18571 h 97411"/>
                    <a:gd name="connsiteX4" fmla="*/ 57485 w 61280"/>
                    <a:gd name="connsiteY4" fmla="*/ 4655 h 97411"/>
                    <a:gd name="connsiteX5" fmla="*/ 34866 w 61280"/>
                    <a:gd name="connsiteY5" fmla="*/ 0 h 97411"/>
                    <a:gd name="connsiteX6" fmla="*/ 1518 w 61280"/>
                    <a:gd name="connsiteY6" fmla="*/ 27123 h 97411"/>
                    <a:gd name="connsiteX7" fmla="*/ 27073 w 61280"/>
                    <a:gd name="connsiteY7" fmla="*/ 54550 h 97411"/>
                    <a:gd name="connsiteX8" fmla="*/ 43772 w 61280"/>
                    <a:gd name="connsiteY8" fmla="*/ 70237 h 97411"/>
                    <a:gd name="connsiteX9" fmla="*/ 26617 w 61280"/>
                    <a:gd name="connsiteY9" fmla="*/ 83141 h 97411"/>
                    <a:gd name="connsiteX10" fmla="*/ 3846 w 61280"/>
                    <a:gd name="connsiteY10" fmla="*/ 77119 h 97411"/>
                    <a:gd name="connsiteX11" fmla="*/ 0 w 61280"/>
                    <a:gd name="connsiteY11" fmla="*/ 91389 h 97411"/>
                    <a:gd name="connsiteX12" fmla="*/ 25504 w 61280"/>
                    <a:gd name="connsiteY12" fmla="*/ 97411 h 97411"/>
                    <a:gd name="connsiteX13" fmla="*/ 61280 w 61280"/>
                    <a:gd name="connsiteY13" fmla="*/ 69023 h 97411"/>
                    <a:gd name="connsiteX14" fmla="*/ 37042 w 61280"/>
                    <a:gd name="connsiteY14" fmla="*/ 40938 h 97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1280" h="97411">
                      <a:moveTo>
                        <a:pt x="36991" y="40938"/>
                      </a:moveTo>
                      <a:cubicBezTo>
                        <a:pt x="24391" y="36131"/>
                        <a:pt x="18926" y="32740"/>
                        <a:pt x="18926" y="25453"/>
                      </a:cubicBezTo>
                      <a:cubicBezTo>
                        <a:pt x="18926" y="19887"/>
                        <a:pt x="23581" y="14068"/>
                        <a:pt x="34511" y="14068"/>
                      </a:cubicBezTo>
                      <a:cubicBezTo>
                        <a:pt x="43367" y="14068"/>
                        <a:pt x="49945" y="16750"/>
                        <a:pt x="53336" y="18571"/>
                      </a:cubicBezTo>
                      <a:lnTo>
                        <a:pt x="57485" y="4655"/>
                      </a:lnTo>
                      <a:cubicBezTo>
                        <a:pt x="52577" y="2176"/>
                        <a:pt x="45087" y="0"/>
                        <a:pt x="34866" y="0"/>
                      </a:cubicBezTo>
                      <a:cubicBezTo>
                        <a:pt x="14422" y="0"/>
                        <a:pt x="1518" y="11639"/>
                        <a:pt x="1518" y="27123"/>
                      </a:cubicBezTo>
                      <a:cubicBezTo>
                        <a:pt x="1518" y="40685"/>
                        <a:pt x="11487" y="49035"/>
                        <a:pt x="27073" y="54550"/>
                      </a:cubicBezTo>
                      <a:cubicBezTo>
                        <a:pt x="39015" y="58902"/>
                        <a:pt x="43772" y="63102"/>
                        <a:pt x="43772" y="70237"/>
                      </a:cubicBezTo>
                      <a:cubicBezTo>
                        <a:pt x="43772" y="77980"/>
                        <a:pt x="37598" y="83141"/>
                        <a:pt x="26617" y="83141"/>
                      </a:cubicBezTo>
                      <a:cubicBezTo>
                        <a:pt x="17863" y="83141"/>
                        <a:pt x="9362" y="80358"/>
                        <a:pt x="3846" y="77119"/>
                      </a:cubicBezTo>
                      <a:lnTo>
                        <a:pt x="0" y="91389"/>
                      </a:lnTo>
                      <a:cubicBezTo>
                        <a:pt x="5162" y="94527"/>
                        <a:pt x="15485" y="97411"/>
                        <a:pt x="25504" y="97411"/>
                      </a:cubicBezTo>
                      <a:cubicBezTo>
                        <a:pt x="49844" y="97411"/>
                        <a:pt x="61280" y="84204"/>
                        <a:pt x="61280" y="69023"/>
                      </a:cubicBezTo>
                      <a:cubicBezTo>
                        <a:pt x="61280" y="55461"/>
                        <a:pt x="53386" y="47213"/>
                        <a:pt x="37042" y="40938"/>
                      </a:cubicBezTo>
                      <a:close/>
                    </a:path>
                  </a:pathLst>
                </a:custGeom>
                <a:grpFill/>
                <a:ln w="0" cap="flat">
                  <a:noFill/>
                  <a:prstDash val="solid"/>
                  <a:miter/>
                </a:ln>
              </p:spPr>
              <p:txBody>
                <a:bodyPr rtlCol="0" anchor="ctr"/>
                <a:lstStyle/>
                <a:p>
                  <a:endParaRPr lang="en-US"/>
                </a:p>
              </p:txBody>
            </p:sp>
          </p:grpSp>
        </p:grpSp>
        <p:grpSp>
          <p:nvGrpSpPr>
            <p:cNvPr id="9" name="Graphic 8">
              <a:extLst>
                <a:ext uri="{FF2B5EF4-FFF2-40B4-BE49-F238E27FC236}">
                  <a16:creationId xmlns:a16="http://schemas.microsoft.com/office/drawing/2014/main" id="{9E161D1F-49E9-74F0-C3AD-39CC0007C997}"/>
                </a:ext>
              </a:extLst>
            </p:cNvPr>
            <p:cNvGrpSpPr/>
            <p:nvPr/>
          </p:nvGrpSpPr>
          <p:grpSpPr>
            <a:xfrm>
              <a:off x="8409533" y="4648193"/>
              <a:ext cx="435969" cy="387958"/>
              <a:chOff x="8599610" y="2333965"/>
              <a:chExt cx="542618" cy="474759"/>
            </a:xfrm>
            <a:grpFill/>
          </p:grpSpPr>
          <p:sp>
            <p:nvSpPr>
              <p:cNvPr id="11" name="Freeform: Shape 10">
                <a:extLst>
                  <a:ext uri="{FF2B5EF4-FFF2-40B4-BE49-F238E27FC236}">
                    <a16:creationId xmlns:a16="http://schemas.microsoft.com/office/drawing/2014/main" id="{0B156583-CC6C-8785-ABD9-3186C75575DC}"/>
                  </a:ext>
                </a:extLst>
              </p:cNvPr>
              <p:cNvSpPr/>
              <p:nvPr/>
            </p:nvSpPr>
            <p:spPr>
              <a:xfrm>
                <a:off x="859961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160 w 130657"/>
                  <a:gd name="connsiteY3" fmla="*/ 39723 h 135211"/>
                  <a:gd name="connsiteX4" fmla="*/ 93160 w 130657"/>
                  <a:gd name="connsiteY4" fmla="*/ 135212 h 135211"/>
                  <a:gd name="connsiteX5" fmla="*/ 38711 w 130657"/>
                  <a:gd name="connsiteY5" fmla="*/ 135212 h 135211"/>
                  <a:gd name="connsiteX6" fmla="*/ 38711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160" y="39723"/>
                    </a:lnTo>
                    <a:lnTo>
                      <a:pt x="93160" y="135212"/>
                    </a:lnTo>
                    <a:lnTo>
                      <a:pt x="38711" y="135212"/>
                    </a:lnTo>
                    <a:lnTo>
                      <a:pt x="38711" y="39723"/>
                    </a:lnTo>
                    <a:lnTo>
                      <a:pt x="0" y="39723"/>
                    </a:lnTo>
                    <a:lnTo>
                      <a:pt x="0" y="0"/>
                    </a:lnTo>
                  </a:path>
                </a:pathLst>
              </a:custGeom>
              <a:grpFill/>
              <a:ln w="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2A71BDE-E554-FD3C-4880-6AA431E0396D}"/>
                  </a:ext>
                </a:extLst>
              </p:cNvPr>
              <p:cNvSpPr/>
              <p:nvPr/>
            </p:nvSpPr>
            <p:spPr>
              <a:xfrm>
                <a:off x="8716605" y="2673513"/>
                <a:ext cx="160563" cy="135211"/>
              </a:xfrm>
              <a:custGeom>
                <a:avLst/>
                <a:gdLst>
                  <a:gd name="connsiteX0" fmla="*/ 79801 w 160563"/>
                  <a:gd name="connsiteY0" fmla="*/ 54651 h 135211"/>
                  <a:gd name="connsiteX1" fmla="*/ 52324 w 160563"/>
                  <a:gd name="connsiteY1" fmla="*/ 135212 h 135211"/>
                  <a:gd name="connsiteX2" fmla="*/ 0 w 160563"/>
                  <a:gd name="connsiteY2" fmla="*/ 135212 h 135211"/>
                  <a:gd name="connsiteX3" fmla="*/ 51312 w 160563"/>
                  <a:gd name="connsiteY3" fmla="*/ 0 h 135211"/>
                  <a:gd name="connsiteX4" fmla="*/ 108088 w 160563"/>
                  <a:gd name="connsiteY4" fmla="*/ 0 h 135211"/>
                  <a:gd name="connsiteX5" fmla="*/ 160564 w 160563"/>
                  <a:gd name="connsiteY5" fmla="*/ 135212 h 135211"/>
                  <a:gd name="connsiteX6" fmla="*/ 107633 w 160563"/>
                  <a:gd name="connsiteY6" fmla="*/ 135212 h 135211"/>
                  <a:gd name="connsiteX7" fmla="*/ 79801 w 16056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63" h="135211">
                    <a:moveTo>
                      <a:pt x="79801" y="54651"/>
                    </a:moveTo>
                    <a:lnTo>
                      <a:pt x="52324" y="135212"/>
                    </a:lnTo>
                    <a:lnTo>
                      <a:pt x="0" y="135212"/>
                    </a:lnTo>
                    <a:lnTo>
                      <a:pt x="51312" y="0"/>
                    </a:lnTo>
                    <a:lnTo>
                      <a:pt x="108088" y="0"/>
                    </a:lnTo>
                    <a:lnTo>
                      <a:pt x="160564" y="135212"/>
                    </a:lnTo>
                    <a:lnTo>
                      <a:pt x="107633" y="135212"/>
                    </a:lnTo>
                    <a:lnTo>
                      <a:pt x="79801" y="54651"/>
                    </a:lnTo>
                  </a:path>
                </a:pathLst>
              </a:custGeom>
              <a:grpFill/>
              <a:ln w="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37DFE2EF-49AB-69FE-2954-AAF3DBC01CB7}"/>
                  </a:ext>
                </a:extLst>
              </p:cNvPr>
              <p:cNvSpPr/>
              <p:nvPr/>
            </p:nvSpPr>
            <p:spPr>
              <a:xfrm>
                <a:off x="8864670" y="2673513"/>
                <a:ext cx="130657" cy="135211"/>
              </a:xfrm>
              <a:custGeom>
                <a:avLst/>
                <a:gdLst>
                  <a:gd name="connsiteX0" fmla="*/ 0 w 130657"/>
                  <a:gd name="connsiteY0" fmla="*/ 0 h 135211"/>
                  <a:gd name="connsiteX1" fmla="*/ 130657 w 130657"/>
                  <a:gd name="connsiteY1" fmla="*/ 0 h 135211"/>
                  <a:gd name="connsiteX2" fmla="*/ 130657 w 130657"/>
                  <a:gd name="connsiteY2" fmla="*/ 39723 h 135211"/>
                  <a:gd name="connsiteX3" fmla="*/ 93211 w 130657"/>
                  <a:gd name="connsiteY3" fmla="*/ 39723 h 135211"/>
                  <a:gd name="connsiteX4" fmla="*/ 93211 w 130657"/>
                  <a:gd name="connsiteY4" fmla="*/ 135212 h 135211"/>
                  <a:gd name="connsiteX5" fmla="*/ 38762 w 130657"/>
                  <a:gd name="connsiteY5" fmla="*/ 135212 h 135211"/>
                  <a:gd name="connsiteX6" fmla="*/ 38762 w 130657"/>
                  <a:gd name="connsiteY6" fmla="*/ 39723 h 135211"/>
                  <a:gd name="connsiteX7" fmla="*/ 0 w 130657"/>
                  <a:gd name="connsiteY7" fmla="*/ 39723 h 135211"/>
                  <a:gd name="connsiteX8" fmla="*/ 0 w 130657"/>
                  <a:gd name="connsiteY8" fmla="*/ 0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657" h="135211">
                    <a:moveTo>
                      <a:pt x="0" y="0"/>
                    </a:moveTo>
                    <a:lnTo>
                      <a:pt x="130657" y="0"/>
                    </a:lnTo>
                    <a:lnTo>
                      <a:pt x="130657" y="39723"/>
                    </a:lnTo>
                    <a:lnTo>
                      <a:pt x="93211" y="39723"/>
                    </a:lnTo>
                    <a:lnTo>
                      <a:pt x="93211" y="135212"/>
                    </a:lnTo>
                    <a:lnTo>
                      <a:pt x="38762" y="135212"/>
                    </a:lnTo>
                    <a:lnTo>
                      <a:pt x="38762" y="39723"/>
                    </a:lnTo>
                    <a:lnTo>
                      <a:pt x="0" y="39723"/>
                    </a:lnTo>
                    <a:lnTo>
                      <a:pt x="0" y="0"/>
                    </a:lnTo>
                  </a:path>
                </a:pathLst>
              </a:custGeom>
              <a:grpFill/>
              <a:ln w="0"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C8E8AF9-EBE3-A7B8-D5CA-C83382702DB8}"/>
                  </a:ext>
                </a:extLst>
              </p:cNvPr>
              <p:cNvSpPr/>
              <p:nvPr/>
            </p:nvSpPr>
            <p:spPr>
              <a:xfrm>
                <a:off x="8981715" y="2673513"/>
                <a:ext cx="160513" cy="135211"/>
              </a:xfrm>
              <a:custGeom>
                <a:avLst/>
                <a:gdLst>
                  <a:gd name="connsiteX0" fmla="*/ 79750 w 160513"/>
                  <a:gd name="connsiteY0" fmla="*/ 54651 h 135211"/>
                  <a:gd name="connsiteX1" fmla="*/ 52273 w 160513"/>
                  <a:gd name="connsiteY1" fmla="*/ 135212 h 135211"/>
                  <a:gd name="connsiteX2" fmla="*/ 0 w 160513"/>
                  <a:gd name="connsiteY2" fmla="*/ 135212 h 135211"/>
                  <a:gd name="connsiteX3" fmla="*/ 51261 w 160513"/>
                  <a:gd name="connsiteY3" fmla="*/ 0 h 135211"/>
                  <a:gd name="connsiteX4" fmla="*/ 108038 w 160513"/>
                  <a:gd name="connsiteY4" fmla="*/ 0 h 135211"/>
                  <a:gd name="connsiteX5" fmla="*/ 160513 w 160513"/>
                  <a:gd name="connsiteY5" fmla="*/ 135212 h 135211"/>
                  <a:gd name="connsiteX6" fmla="*/ 107633 w 160513"/>
                  <a:gd name="connsiteY6" fmla="*/ 135212 h 135211"/>
                  <a:gd name="connsiteX7" fmla="*/ 79750 w 160513"/>
                  <a:gd name="connsiteY7" fmla="*/ 54651 h 13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0513" h="135211">
                    <a:moveTo>
                      <a:pt x="79750" y="54651"/>
                    </a:moveTo>
                    <a:lnTo>
                      <a:pt x="52273" y="135212"/>
                    </a:lnTo>
                    <a:lnTo>
                      <a:pt x="0" y="135212"/>
                    </a:lnTo>
                    <a:lnTo>
                      <a:pt x="51261" y="0"/>
                    </a:lnTo>
                    <a:lnTo>
                      <a:pt x="108038" y="0"/>
                    </a:lnTo>
                    <a:lnTo>
                      <a:pt x="160513" y="135212"/>
                    </a:lnTo>
                    <a:lnTo>
                      <a:pt x="107633" y="135212"/>
                    </a:lnTo>
                    <a:lnTo>
                      <a:pt x="79750" y="54651"/>
                    </a:lnTo>
                  </a:path>
                </a:pathLst>
              </a:custGeom>
              <a:grp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F685416F-70E3-EE8B-EECE-D187E9D10AF2}"/>
                  </a:ext>
                </a:extLst>
              </p:cNvPr>
              <p:cNvSpPr/>
              <p:nvPr/>
            </p:nvSpPr>
            <p:spPr>
              <a:xfrm>
                <a:off x="8678855" y="2333965"/>
                <a:ext cx="384685" cy="271536"/>
              </a:xfrm>
              <a:custGeom>
                <a:avLst/>
                <a:gdLst>
                  <a:gd name="connsiteX0" fmla="*/ 384584 w 384685"/>
                  <a:gd name="connsiteY0" fmla="*/ 91086 h 271536"/>
                  <a:gd name="connsiteX1" fmla="*/ 365305 w 384685"/>
                  <a:gd name="connsiteY1" fmla="*/ 63709 h 271536"/>
                  <a:gd name="connsiteX2" fmla="*/ 292032 w 384685"/>
                  <a:gd name="connsiteY2" fmla="*/ 17104 h 271536"/>
                  <a:gd name="connsiteX3" fmla="*/ 192292 w 384685"/>
                  <a:gd name="connsiteY3" fmla="*/ 0 h 271536"/>
                  <a:gd name="connsiteX4" fmla="*/ 92553 w 384685"/>
                  <a:gd name="connsiteY4" fmla="*/ 17104 h 271536"/>
                  <a:gd name="connsiteX5" fmla="*/ 19280 w 384685"/>
                  <a:gd name="connsiteY5" fmla="*/ 63709 h 271536"/>
                  <a:gd name="connsiteX6" fmla="*/ 0 w 384685"/>
                  <a:gd name="connsiteY6" fmla="*/ 91136 h 271536"/>
                  <a:gd name="connsiteX7" fmla="*/ 167800 w 384685"/>
                  <a:gd name="connsiteY7" fmla="*/ 67909 h 271536"/>
                  <a:gd name="connsiteX8" fmla="*/ 180603 w 384685"/>
                  <a:gd name="connsiteY8" fmla="*/ 73122 h 271536"/>
                  <a:gd name="connsiteX9" fmla="*/ 183589 w 384685"/>
                  <a:gd name="connsiteY9" fmla="*/ 98879 h 271536"/>
                  <a:gd name="connsiteX10" fmla="*/ 181818 w 384685"/>
                  <a:gd name="connsiteY10" fmla="*/ 271334 h 271536"/>
                  <a:gd name="connsiteX11" fmla="*/ 192343 w 384685"/>
                  <a:gd name="connsiteY11" fmla="*/ 271537 h 271536"/>
                  <a:gd name="connsiteX12" fmla="*/ 202919 w 384685"/>
                  <a:gd name="connsiteY12" fmla="*/ 271334 h 271536"/>
                  <a:gd name="connsiteX13" fmla="*/ 201148 w 384685"/>
                  <a:gd name="connsiteY13" fmla="*/ 98879 h 271536"/>
                  <a:gd name="connsiteX14" fmla="*/ 204134 w 384685"/>
                  <a:gd name="connsiteY14" fmla="*/ 73122 h 271536"/>
                  <a:gd name="connsiteX15" fmla="*/ 216936 w 384685"/>
                  <a:gd name="connsiteY15" fmla="*/ 67909 h 271536"/>
                  <a:gd name="connsiteX16" fmla="*/ 384686 w 384685"/>
                  <a:gd name="connsiteY16" fmla="*/ 91086 h 27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4685" h="271536">
                    <a:moveTo>
                      <a:pt x="384584" y="91086"/>
                    </a:moveTo>
                    <a:cubicBezTo>
                      <a:pt x="379727" y="81522"/>
                      <a:pt x="373249" y="72312"/>
                      <a:pt x="365305" y="63709"/>
                    </a:cubicBezTo>
                    <a:cubicBezTo>
                      <a:pt x="347341" y="44328"/>
                      <a:pt x="321988" y="28237"/>
                      <a:pt x="292032" y="17104"/>
                    </a:cubicBezTo>
                    <a:cubicBezTo>
                      <a:pt x="261821" y="5870"/>
                      <a:pt x="227310" y="0"/>
                      <a:pt x="192292" y="0"/>
                    </a:cubicBezTo>
                    <a:cubicBezTo>
                      <a:pt x="157275" y="0"/>
                      <a:pt x="122763" y="5921"/>
                      <a:pt x="92553" y="17104"/>
                    </a:cubicBezTo>
                    <a:cubicBezTo>
                      <a:pt x="62545" y="28237"/>
                      <a:pt x="37194" y="44328"/>
                      <a:pt x="19280" y="63709"/>
                    </a:cubicBezTo>
                    <a:cubicBezTo>
                      <a:pt x="11285" y="72363"/>
                      <a:pt x="4858" y="81522"/>
                      <a:pt x="0" y="91136"/>
                    </a:cubicBezTo>
                    <a:cubicBezTo>
                      <a:pt x="39015" y="81724"/>
                      <a:pt x="105811" y="69225"/>
                      <a:pt x="167800" y="67909"/>
                    </a:cubicBezTo>
                    <a:cubicBezTo>
                      <a:pt x="173772" y="67758"/>
                      <a:pt x="177921" y="69681"/>
                      <a:pt x="180603" y="73122"/>
                    </a:cubicBezTo>
                    <a:cubicBezTo>
                      <a:pt x="183893" y="77271"/>
                      <a:pt x="183639" y="92199"/>
                      <a:pt x="183589" y="98879"/>
                    </a:cubicBezTo>
                    <a:lnTo>
                      <a:pt x="181818" y="271334"/>
                    </a:lnTo>
                    <a:cubicBezTo>
                      <a:pt x="185309" y="271436"/>
                      <a:pt x="188801" y="271537"/>
                      <a:pt x="192343" y="271537"/>
                    </a:cubicBezTo>
                    <a:cubicBezTo>
                      <a:pt x="195885" y="271537"/>
                      <a:pt x="199427" y="271486"/>
                      <a:pt x="202919" y="271334"/>
                    </a:cubicBezTo>
                    <a:lnTo>
                      <a:pt x="201148" y="98879"/>
                    </a:lnTo>
                    <a:cubicBezTo>
                      <a:pt x="201047" y="92199"/>
                      <a:pt x="200794" y="77271"/>
                      <a:pt x="204134" y="73122"/>
                    </a:cubicBezTo>
                    <a:cubicBezTo>
                      <a:pt x="206866" y="69681"/>
                      <a:pt x="210965" y="67758"/>
                      <a:pt x="216936" y="67909"/>
                    </a:cubicBezTo>
                    <a:cubicBezTo>
                      <a:pt x="278925" y="69225"/>
                      <a:pt x="345671" y="81674"/>
                      <a:pt x="384686" y="91086"/>
                    </a:cubicBezTo>
                  </a:path>
                </a:pathLst>
              </a:custGeom>
              <a:grpFill/>
              <a:ln w="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33743317-A437-A7BA-3700-643131095A4C}"/>
                  </a:ext>
                </a:extLst>
              </p:cNvPr>
              <p:cNvSpPr/>
              <p:nvPr/>
            </p:nvSpPr>
            <p:spPr>
              <a:xfrm>
                <a:off x="8907519" y="2429876"/>
                <a:ext cx="166901" cy="168288"/>
              </a:xfrm>
              <a:custGeom>
                <a:avLst/>
                <a:gdLst>
                  <a:gd name="connsiteX0" fmla="*/ 164219 w 166901"/>
                  <a:gd name="connsiteY0" fmla="*/ 17592 h 168288"/>
                  <a:gd name="connsiteX1" fmla="*/ 31284 w 166901"/>
                  <a:gd name="connsiteY1" fmla="*/ 184 h 168288"/>
                  <a:gd name="connsiteX2" fmla="*/ 1328 w 166901"/>
                  <a:gd name="connsiteY2" fmla="*/ 32469 h 168288"/>
                  <a:gd name="connsiteX3" fmla="*/ 2137 w 166901"/>
                  <a:gd name="connsiteY3" fmla="*/ 37530 h 168288"/>
                  <a:gd name="connsiteX4" fmla="*/ 29210 w 166901"/>
                  <a:gd name="connsiteY4" fmla="*/ 168288 h 168288"/>
                  <a:gd name="connsiteX5" fmla="*/ 166901 w 166901"/>
                  <a:gd name="connsiteY5" fmla="*/ 39807 h 168288"/>
                  <a:gd name="connsiteX6" fmla="*/ 164219 w 166901"/>
                  <a:gd name="connsiteY6" fmla="*/ 17592 h 16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901" h="168288">
                    <a:moveTo>
                      <a:pt x="164219" y="17592"/>
                    </a:moveTo>
                    <a:cubicBezTo>
                      <a:pt x="107089" y="4688"/>
                      <a:pt x="68934" y="2310"/>
                      <a:pt x="31284" y="184"/>
                    </a:cubicBezTo>
                    <a:cubicBezTo>
                      <a:pt x="-1506" y="-1637"/>
                      <a:pt x="-1962" y="10103"/>
                      <a:pt x="1328" y="32469"/>
                    </a:cubicBezTo>
                    <a:cubicBezTo>
                      <a:pt x="1530" y="33836"/>
                      <a:pt x="1783" y="35556"/>
                      <a:pt x="2137" y="37530"/>
                    </a:cubicBezTo>
                    <a:cubicBezTo>
                      <a:pt x="13118" y="102706"/>
                      <a:pt x="26831" y="158775"/>
                      <a:pt x="29210" y="168288"/>
                    </a:cubicBezTo>
                    <a:cubicBezTo>
                      <a:pt x="109213" y="150020"/>
                      <a:pt x="166901" y="99316"/>
                      <a:pt x="166901" y="39807"/>
                    </a:cubicBezTo>
                    <a:cubicBezTo>
                      <a:pt x="166901" y="32317"/>
                      <a:pt x="165990" y="24879"/>
                      <a:pt x="164219" y="17592"/>
                    </a:cubicBezTo>
                  </a:path>
                </a:pathLst>
              </a:custGeom>
              <a:grpFill/>
              <a:ln w="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000C6F21-CDBB-8106-009D-0BE1B2B07EC1}"/>
                  </a:ext>
                </a:extLst>
              </p:cNvPr>
              <p:cNvSpPr/>
              <p:nvPr/>
            </p:nvSpPr>
            <p:spPr>
              <a:xfrm>
                <a:off x="8667823" y="2429927"/>
                <a:ext cx="166901" cy="168389"/>
              </a:xfrm>
              <a:custGeom>
                <a:avLst/>
                <a:gdLst>
                  <a:gd name="connsiteX0" fmla="*/ 165574 w 166901"/>
                  <a:gd name="connsiteY0" fmla="*/ 32469 h 168389"/>
                  <a:gd name="connsiteX1" fmla="*/ 135616 w 166901"/>
                  <a:gd name="connsiteY1" fmla="*/ 184 h 168389"/>
                  <a:gd name="connsiteX2" fmla="*/ 2631 w 166901"/>
                  <a:gd name="connsiteY2" fmla="*/ 17592 h 168389"/>
                  <a:gd name="connsiteX3" fmla="*/ 0 w 166901"/>
                  <a:gd name="connsiteY3" fmla="*/ 39807 h 168389"/>
                  <a:gd name="connsiteX4" fmla="*/ 30261 w 166901"/>
                  <a:gd name="connsiteY4" fmla="*/ 111815 h 168389"/>
                  <a:gd name="connsiteX5" fmla="*/ 103534 w 166901"/>
                  <a:gd name="connsiteY5" fmla="*/ 158421 h 168389"/>
                  <a:gd name="connsiteX6" fmla="*/ 137640 w 166901"/>
                  <a:gd name="connsiteY6" fmla="*/ 168389 h 168389"/>
                  <a:gd name="connsiteX7" fmla="*/ 165017 w 166901"/>
                  <a:gd name="connsiteY7" fmla="*/ 35860 h 168389"/>
                  <a:gd name="connsiteX8" fmla="*/ 165523 w 166901"/>
                  <a:gd name="connsiteY8" fmla="*/ 32469 h 168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901" h="168389">
                    <a:moveTo>
                      <a:pt x="165574" y="32469"/>
                    </a:moveTo>
                    <a:cubicBezTo>
                      <a:pt x="168863" y="10103"/>
                      <a:pt x="168408" y="-1637"/>
                      <a:pt x="135616" y="184"/>
                    </a:cubicBezTo>
                    <a:cubicBezTo>
                      <a:pt x="97968" y="2259"/>
                      <a:pt x="59813" y="4638"/>
                      <a:pt x="2631" y="17592"/>
                    </a:cubicBezTo>
                    <a:cubicBezTo>
                      <a:pt x="911" y="24879"/>
                      <a:pt x="0" y="32317"/>
                      <a:pt x="0" y="39807"/>
                    </a:cubicBezTo>
                    <a:cubicBezTo>
                      <a:pt x="0" y="65564"/>
                      <a:pt x="10475" y="90461"/>
                      <a:pt x="30261" y="111815"/>
                    </a:cubicBezTo>
                    <a:cubicBezTo>
                      <a:pt x="48225" y="131196"/>
                      <a:pt x="73577" y="147339"/>
                      <a:pt x="103534" y="158421"/>
                    </a:cubicBezTo>
                    <a:cubicBezTo>
                      <a:pt x="114414" y="162469"/>
                      <a:pt x="125850" y="165758"/>
                      <a:pt x="137640" y="168389"/>
                    </a:cubicBezTo>
                    <a:cubicBezTo>
                      <a:pt x="139867" y="159483"/>
                      <a:pt x="153885" y="102200"/>
                      <a:pt x="165017" y="35860"/>
                    </a:cubicBezTo>
                    <a:cubicBezTo>
                      <a:pt x="165220" y="34595"/>
                      <a:pt x="165371" y="33431"/>
                      <a:pt x="165523" y="32469"/>
                    </a:cubicBezTo>
                  </a:path>
                </a:pathLst>
              </a:custGeom>
              <a:grpFill/>
              <a:ln w="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316066963"/>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8" r:id="rId4"/>
    <p:sldLayoutId id="2147483709" r:id="rId5"/>
    <p:sldLayoutId id="2147483710" r:id="rId6"/>
  </p:sldLayoutIdLst>
  <p:hf hdr="0" dt="0"/>
  <p:txStyles>
    <p:titleStyle>
      <a:lvl1pPr algn="l" defTabSz="914355" rtl="0" eaLnBrk="1" latinLnBrk="0" hangingPunct="1">
        <a:lnSpc>
          <a:spcPct val="90000"/>
        </a:lnSpc>
        <a:spcBef>
          <a:spcPct val="0"/>
        </a:spcBef>
        <a:buNone/>
        <a:defRPr lang="en-IN" sz="2400" b="0" kern="0" spc="0" baseline="0" dirty="0">
          <a:solidFill>
            <a:schemeClr val="bg1"/>
          </a:solidFill>
          <a:latin typeface="+mj-lt"/>
          <a:ea typeface="+mj-ea"/>
          <a:cs typeface="+mj-cs"/>
        </a:defRPr>
      </a:lvl1pPr>
    </p:titleStyle>
    <p:bodyStyle>
      <a:lvl1pPr marL="228588" indent="-228588" algn="l" defTabSz="914355" rtl="0" eaLnBrk="1" latinLnBrk="0" hangingPunct="1">
        <a:lnSpc>
          <a:spcPct val="90000"/>
        </a:lnSpc>
        <a:spcBef>
          <a:spcPts val="1000"/>
        </a:spcBef>
        <a:buClr>
          <a:srgbClr val="4E84C4"/>
        </a:buClr>
        <a:buFont typeface="Arial" panose="020B0604020202020204" pitchFamily="34" charset="0"/>
        <a:buChar char="•"/>
        <a:defRPr sz="1600" kern="1200" baseline="0">
          <a:solidFill>
            <a:schemeClr val="bg1"/>
          </a:solidFill>
          <a:latin typeface="+mn-lt"/>
          <a:ea typeface="+mn-ea"/>
          <a:cs typeface="+mn-cs"/>
        </a:defRPr>
      </a:lvl1pPr>
      <a:lvl2pPr marL="463526" indent="-228588" algn="l" defTabSz="914355" rtl="0" eaLnBrk="1" latinLnBrk="0" hangingPunct="1">
        <a:lnSpc>
          <a:spcPct val="90000"/>
        </a:lnSpc>
        <a:spcBef>
          <a:spcPts val="500"/>
        </a:spcBef>
        <a:buClr>
          <a:srgbClr val="4E84C4"/>
        </a:buClr>
        <a:buFont typeface="Symbol" panose="05050102010706020507" pitchFamily="18" charset="2"/>
        <a:buChar char="-"/>
        <a:defRPr sz="1600" kern="1200" baseline="0">
          <a:solidFill>
            <a:schemeClr val="bg1"/>
          </a:solidFill>
          <a:latin typeface="+mn-lt"/>
          <a:ea typeface="+mn-ea"/>
          <a:cs typeface="+mn-cs"/>
        </a:defRPr>
      </a:lvl2pPr>
      <a:lvl3pPr marL="688941" indent="-228588" algn="l" defTabSz="914355" rtl="0" eaLnBrk="1" latinLnBrk="0" hangingPunct="1">
        <a:lnSpc>
          <a:spcPct val="90000"/>
        </a:lnSpc>
        <a:spcBef>
          <a:spcPts val="500"/>
        </a:spcBef>
        <a:buClr>
          <a:srgbClr val="4E84C4"/>
        </a:buClr>
        <a:buFont typeface="Arial" panose="020B0604020202020204" pitchFamily="34" charset="0"/>
        <a:buChar char="•"/>
        <a:defRPr sz="1600" kern="1200" baseline="0">
          <a:solidFill>
            <a:schemeClr val="bg1"/>
          </a:solidFill>
          <a:latin typeface="+mn-lt"/>
          <a:ea typeface="+mn-ea"/>
          <a:cs typeface="+mn-cs"/>
        </a:defRPr>
      </a:lvl3pPr>
      <a:lvl4pPr marL="914355" indent="-228588" algn="l" defTabSz="914355" rtl="0" eaLnBrk="1" latinLnBrk="0" hangingPunct="1">
        <a:lnSpc>
          <a:spcPct val="90000"/>
        </a:lnSpc>
        <a:spcBef>
          <a:spcPts val="500"/>
        </a:spcBef>
        <a:buClr>
          <a:srgbClr val="4E84C4"/>
        </a:buClr>
        <a:buFont typeface="Courier New" panose="02070309020205020404" pitchFamily="49" charset="0"/>
        <a:buChar char="o"/>
        <a:tabLst/>
        <a:defRPr sz="1600" kern="1200" baseline="0">
          <a:solidFill>
            <a:schemeClr val="bg1"/>
          </a:solidFill>
          <a:latin typeface="+mn-lt"/>
          <a:ea typeface="+mn-ea"/>
          <a:cs typeface="+mn-cs"/>
        </a:defRPr>
      </a:lvl4pPr>
      <a:lvl5pPr marL="1139768" indent="-228588" algn="l" defTabSz="914355" rtl="0" eaLnBrk="1" latinLnBrk="0" hangingPunct="1">
        <a:lnSpc>
          <a:spcPct val="90000"/>
        </a:lnSpc>
        <a:spcBef>
          <a:spcPts val="500"/>
        </a:spcBef>
        <a:buClr>
          <a:srgbClr val="4E84C4"/>
        </a:buClr>
        <a:buFont typeface="Arial" panose="020B0604020202020204" pitchFamily="34" charset="0"/>
        <a:buChar char="•"/>
        <a:defRPr sz="1600" kern="1200" baseline="0">
          <a:solidFill>
            <a:schemeClr val="bg1"/>
          </a:solidFill>
          <a:latin typeface="+mn-lt"/>
          <a:ea typeface="+mn-ea"/>
          <a:cs typeface="+mn-cs"/>
        </a:defRPr>
      </a:lvl5pPr>
      <a:lvl6pPr marL="2514474"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8" algn="l" defTabSz="91435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19">
          <p15:clr>
            <a:srgbClr val="F26B43"/>
          </p15:clr>
        </p15:guide>
        <p15:guide id="2" pos="173">
          <p15:clr>
            <a:srgbClr val="F26B43"/>
          </p15:clr>
        </p15:guide>
        <p15:guide id="3" pos="5573">
          <p15:clr>
            <a:srgbClr val="F26B43"/>
          </p15:clr>
        </p15:guide>
        <p15:guide id="4" orient="horz" pos="1720">
          <p15:clr>
            <a:srgbClr val="F26B43"/>
          </p15:clr>
        </p15:guide>
        <p15:guide id="5" orient="horz" pos="2868">
          <p15:clr>
            <a:srgbClr val="F26B43"/>
          </p15:clr>
        </p15:guide>
        <p15:guide id="6" orient="horz" pos="531">
          <p15:clr>
            <a:srgbClr val="F26B43"/>
          </p15:clr>
        </p15:guide>
        <p15:guide id="7" pos="2880">
          <p15:clr>
            <a:srgbClr val="F26B43"/>
          </p15:clr>
        </p15:guide>
        <p15:guide id="8" orient="horz" pos="3180">
          <p15:clr>
            <a:srgbClr val="F26B43"/>
          </p15:clr>
        </p15:guide>
        <p15:guide id="9" orient="horz" pos="5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 name="Title Placeholder 8">
            <a:extLst>
              <a:ext uri="{FF2B5EF4-FFF2-40B4-BE49-F238E27FC236}">
                <a16:creationId xmlns:a16="http://schemas.microsoft.com/office/drawing/2014/main" id="{668164AE-F168-4FCE-AA1F-1E4E8F1F51C5}"/>
              </a:ext>
            </a:extLst>
          </p:cNvPr>
          <p:cNvSpPr>
            <a:spLocks noGrp="1"/>
          </p:cNvSpPr>
          <p:nvPr>
            <p:ph type="title"/>
          </p:nvPr>
        </p:nvSpPr>
        <p:spPr>
          <a:xfrm>
            <a:off x="281238" y="1583013"/>
            <a:ext cx="5266122" cy="554107"/>
          </a:xfrm>
          <a:prstGeom prst="rect">
            <a:avLst/>
          </a:prstGeom>
        </p:spPr>
        <p:txBody>
          <a:bodyPr vert="horz" wrap="square" lIns="0" tIns="12065" rIns="0" bIns="0" rtlCol="0">
            <a:noAutofit/>
          </a:bodyPr>
          <a:lstStyle/>
          <a:p>
            <a:pPr lvl="0"/>
            <a:r>
              <a:rPr lang="en-US"/>
              <a:t>Click to edit Master title style</a:t>
            </a:r>
          </a:p>
        </p:txBody>
      </p:sp>
      <p:sp>
        <p:nvSpPr>
          <p:cNvPr id="14" name="Text Placeholder 13">
            <a:extLst>
              <a:ext uri="{FF2B5EF4-FFF2-40B4-BE49-F238E27FC236}">
                <a16:creationId xmlns:a16="http://schemas.microsoft.com/office/drawing/2014/main" id="{337FA0A2-4E48-428C-81A4-88A7A7B842EB}"/>
              </a:ext>
            </a:extLst>
          </p:cNvPr>
          <p:cNvSpPr>
            <a:spLocks noGrp="1"/>
          </p:cNvSpPr>
          <p:nvPr>
            <p:ph type="body" idx="1"/>
          </p:nvPr>
        </p:nvSpPr>
        <p:spPr>
          <a:xfrm>
            <a:off x="281238" y="2203049"/>
            <a:ext cx="4042988" cy="338554"/>
          </a:xfrm>
          <a:prstGeom prst="rect">
            <a:avLst/>
          </a:prstGeom>
        </p:spPr>
        <p:txBody>
          <a:bodyPr vert="horz" wrap="square" lIns="0" tIns="0" rIns="0" bIns="0" rtlCol="0">
            <a:spAutoFit/>
          </a:bodyPr>
          <a:lstStyle/>
          <a:p>
            <a:pPr lvl="0"/>
            <a:r>
              <a:rPr lang="en-US"/>
              <a:t>Click to edit Master text styles</a:t>
            </a:r>
          </a:p>
        </p:txBody>
      </p:sp>
    </p:spTree>
    <p:extLst>
      <p:ext uri="{BB962C8B-B14F-4D97-AF65-F5344CB8AC3E}">
        <p14:creationId xmlns:p14="http://schemas.microsoft.com/office/powerpoint/2010/main" val="4141681009"/>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732" r:id="rId3"/>
  </p:sldLayoutIdLst>
  <p:hf hdr="0" dt="0"/>
  <p:txStyles>
    <p:titleStyle>
      <a:lvl1pPr algn="l" defTabSz="914355" rtl="0" eaLnBrk="1" latinLnBrk="0" hangingPunct="1">
        <a:lnSpc>
          <a:spcPct val="100000"/>
        </a:lnSpc>
        <a:spcBef>
          <a:spcPct val="0"/>
        </a:spcBef>
        <a:buNone/>
        <a:defRPr lang="en-US" sz="3200" b="0" i="0" kern="0" spc="-5" baseline="0" dirty="0">
          <a:solidFill>
            <a:schemeClr val="tx1"/>
          </a:solidFill>
          <a:latin typeface="Calibri"/>
          <a:ea typeface="+mj-ea"/>
          <a:cs typeface="Calibri"/>
        </a:defRPr>
      </a:lvl1pPr>
    </p:titleStyle>
    <p:bodyStyle>
      <a:lvl1pPr marL="0" indent="0" algn="l" defTabSz="914355" rtl="0" eaLnBrk="1" latinLnBrk="0" hangingPunct="1">
        <a:lnSpc>
          <a:spcPct val="100000"/>
        </a:lnSpc>
        <a:spcBef>
          <a:spcPts val="0"/>
        </a:spcBef>
        <a:buFont typeface="Arial" panose="020B0604020202020204" pitchFamily="34" charset="0"/>
        <a:buNone/>
        <a:defRPr lang="en-US" sz="2200" kern="1200" spc="2" dirty="0">
          <a:solidFill>
            <a:schemeClr val="tx1"/>
          </a:solidFill>
          <a:latin typeface="Calibri Light" panose="020F0302020204030204" pitchFamily="34" charset="0"/>
          <a:ea typeface="+mn-ea"/>
          <a:cs typeface="Calibri Light" panose="020F0302020204030204" pitchFamily="34" charset="0"/>
        </a:defRPr>
      </a:lvl1pPr>
      <a:lvl2pPr marL="685766" indent="-228588" algn="l" defTabSz="914355"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2944" indent="-228588" algn="l" defTabSz="914355"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120" indent="-228588" algn="l" defTabSz="914355"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297" indent="-228588" algn="l" defTabSz="914355"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474"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8" algn="l" defTabSz="91435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72">
          <p15:clr>
            <a:srgbClr val="F26B43"/>
          </p15:clr>
        </p15:guide>
        <p15:guide id="3" orient="horz" pos="386">
          <p15:clr>
            <a:srgbClr val="F26B43"/>
          </p15:clr>
        </p15:guide>
        <p15:guide id="4" orient="horz" pos="915">
          <p15:clr>
            <a:srgbClr val="F26B43"/>
          </p15:clr>
        </p15:guide>
        <p15:guide id="5" pos="170">
          <p15:clr>
            <a:srgbClr val="F26B43"/>
          </p15:clr>
        </p15:guide>
        <p15:guide id="6" pos="5580">
          <p15:clr>
            <a:srgbClr val="F26B43"/>
          </p15:clr>
        </p15:guide>
        <p15:guide id="7" orient="horz" pos="161">
          <p15:clr>
            <a:srgbClr val="F26B43"/>
          </p15:clr>
        </p15:guide>
        <p15:guide id="8" orient="horz" pos="1344">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906204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733" r:id="rId3"/>
  </p:sldLayoutIdLst>
  <p:hf hdr="0" dt="0"/>
  <p:txStyles>
    <p:titleStyle>
      <a:lvl1pPr algn="l" defTabSz="914355" rtl="0" eaLnBrk="1" latinLnBrk="0" hangingPunct="1">
        <a:lnSpc>
          <a:spcPct val="100000"/>
        </a:lnSpc>
        <a:spcBef>
          <a:spcPct val="0"/>
        </a:spcBef>
        <a:buNone/>
        <a:defRPr lang="en-US" sz="3200" b="0" i="0" kern="0" spc="-5" baseline="0" dirty="0">
          <a:solidFill>
            <a:schemeClr val="tx1"/>
          </a:solidFill>
          <a:latin typeface="Calibri"/>
          <a:ea typeface="+mj-ea"/>
          <a:cs typeface="Calibri"/>
        </a:defRPr>
      </a:lvl1pPr>
    </p:titleStyle>
    <p:bodyStyle>
      <a:lvl1pPr marL="0" indent="0" algn="l" defTabSz="914355" rtl="0" eaLnBrk="1" latinLnBrk="0" hangingPunct="1">
        <a:lnSpc>
          <a:spcPct val="100000"/>
        </a:lnSpc>
        <a:spcBef>
          <a:spcPts val="0"/>
        </a:spcBef>
        <a:buFont typeface="Arial" panose="020B0604020202020204" pitchFamily="34" charset="0"/>
        <a:buNone/>
        <a:defRPr lang="en-US" sz="2200" kern="1200" spc="2" dirty="0">
          <a:solidFill>
            <a:schemeClr val="tx1"/>
          </a:solidFill>
          <a:latin typeface="Calibri Light" panose="020F0302020204030204" pitchFamily="34" charset="0"/>
          <a:ea typeface="+mn-ea"/>
          <a:cs typeface="Calibri Light" panose="020F0302020204030204" pitchFamily="34" charset="0"/>
        </a:defRPr>
      </a:lvl1pPr>
      <a:lvl2pPr marL="685766" indent="-228588" algn="l" defTabSz="914355"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2944" indent="-228588" algn="l" defTabSz="914355"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120" indent="-228588" algn="l" defTabSz="914355"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297" indent="-228588" algn="l" defTabSz="914355"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474"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8" algn="l" defTabSz="91435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72">
          <p15:clr>
            <a:srgbClr val="F26B43"/>
          </p15:clr>
        </p15:guide>
        <p15:guide id="3" orient="horz" pos="386">
          <p15:clr>
            <a:srgbClr val="F26B43"/>
          </p15:clr>
        </p15:guide>
        <p15:guide id="4" orient="horz" pos="915">
          <p15:clr>
            <a:srgbClr val="F26B43"/>
          </p15:clr>
        </p15:guide>
        <p15:guide id="5" pos="170">
          <p15:clr>
            <a:srgbClr val="F26B43"/>
          </p15:clr>
        </p15:guide>
        <p15:guide id="6" pos="5580">
          <p15:clr>
            <a:srgbClr val="F26B43"/>
          </p15:clr>
        </p15:guide>
        <p15:guide id="7" orient="horz" pos="161">
          <p15:clr>
            <a:srgbClr val="F26B43"/>
          </p15:clr>
        </p15:guide>
        <p15:guide id="8" orient="horz" pos="1344">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6014A62E-1EB1-23B3-039A-558CE51BAB9E}"/>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11" name="Rectangle 10">
            <a:extLst>
              <a:ext uri="{FF2B5EF4-FFF2-40B4-BE49-F238E27FC236}">
                <a16:creationId xmlns:a16="http://schemas.microsoft.com/office/drawing/2014/main" id="{08216FA1-4A56-46E6-BB77-D6006B7684D3}"/>
              </a:ext>
            </a:extLst>
          </p:cNvPr>
          <p:cNvSpPr/>
          <p:nvPr userDrawn="1"/>
        </p:nvSpPr>
        <p:spPr>
          <a:xfrm>
            <a:off x="70640" y="100727"/>
            <a:ext cx="148437" cy="145788"/>
          </a:xfrm>
          <a:prstGeom prst="rect">
            <a:avLst/>
          </a:prstGeom>
          <a:solidFill>
            <a:srgbClr val="E411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p>
        </p:txBody>
      </p:sp>
      <p:cxnSp>
        <p:nvCxnSpPr>
          <p:cNvPr id="12" name="Straight Connector 11">
            <a:extLst>
              <a:ext uri="{FF2B5EF4-FFF2-40B4-BE49-F238E27FC236}">
                <a16:creationId xmlns:a16="http://schemas.microsoft.com/office/drawing/2014/main" id="{47FEFDF6-0C60-43AA-ADD5-901E502E80B5}"/>
              </a:ext>
            </a:extLst>
          </p:cNvPr>
          <p:cNvCxnSpPr>
            <a:cxnSpLocks/>
          </p:cNvCxnSpPr>
          <p:nvPr userDrawn="1"/>
        </p:nvCxnSpPr>
        <p:spPr>
          <a:xfrm>
            <a:off x="91079" y="273502"/>
            <a:ext cx="107556" cy="0"/>
          </a:xfrm>
          <a:prstGeom prst="line">
            <a:avLst/>
          </a:prstGeom>
          <a:ln>
            <a:solidFill>
              <a:srgbClr val="E41165"/>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938AF1A-EA00-4882-84C6-CBA46A27A7C5}"/>
              </a:ext>
            </a:extLst>
          </p:cNvPr>
          <p:cNvSpPr txBox="1"/>
          <p:nvPr userDrawn="1"/>
        </p:nvSpPr>
        <p:spPr>
          <a:xfrm>
            <a:off x="70640" y="330802"/>
            <a:ext cx="148437" cy="145788"/>
          </a:xfrm>
          <a:prstGeom prst="rect">
            <a:avLst/>
          </a:prstGeom>
          <a:noFill/>
        </p:spPr>
        <p:txBody>
          <a:bodyPr wrap="none" lIns="0" tIns="0" rIns="0" bIns="0" rtlCol="0" anchor="ctr" anchorCtr="0">
            <a:noAutofit/>
          </a:bodyPr>
          <a:lstStyle/>
          <a:p>
            <a:pPr algn="ctr"/>
            <a:endParaRPr lang="en-US" sz="1600">
              <a:solidFill>
                <a:schemeClr val="tx1"/>
              </a:solidFill>
            </a:endParaRPr>
          </a:p>
        </p:txBody>
      </p:sp>
      <p:sp>
        <p:nvSpPr>
          <p:cNvPr id="30" name="Rectangle 29">
            <a:extLst>
              <a:ext uri="{FF2B5EF4-FFF2-40B4-BE49-F238E27FC236}">
                <a16:creationId xmlns:a16="http://schemas.microsoft.com/office/drawing/2014/main" id="{959FF134-DE23-4F75-9D1F-AEB44451BFD7}"/>
              </a:ext>
            </a:extLst>
          </p:cNvPr>
          <p:cNvSpPr/>
          <p:nvPr userDrawn="1"/>
        </p:nvSpPr>
        <p:spPr>
          <a:xfrm>
            <a:off x="37301" y="63763"/>
            <a:ext cx="215112" cy="3956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1"/>
          </a:p>
        </p:txBody>
      </p:sp>
      <p:sp>
        <p:nvSpPr>
          <p:cNvPr id="3" name="Oval 2">
            <a:extLst>
              <a:ext uri="{FF2B5EF4-FFF2-40B4-BE49-F238E27FC236}">
                <a16:creationId xmlns:a16="http://schemas.microsoft.com/office/drawing/2014/main" id="{9BB11AEC-8C1B-C8F0-73A2-E379B1430F63}"/>
              </a:ext>
            </a:extLst>
          </p:cNvPr>
          <p:cNvSpPr/>
          <p:nvPr userDrawn="1"/>
        </p:nvSpPr>
        <p:spPr>
          <a:xfrm>
            <a:off x="4873688" y="863878"/>
            <a:ext cx="3814354" cy="3817383"/>
          </a:xfrm>
          <a:prstGeom prst="ellipse">
            <a:avLst/>
          </a:prstGeom>
          <a:solidFill>
            <a:srgbClr val="FBB0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Tree>
    <p:extLst>
      <p:ext uri="{BB962C8B-B14F-4D97-AF65-F5344CB8AC3E}">
        <p14:creationId xmlns:p14="http://schemas.microsoft.com/office/powerpoint/2010/main" val="1799754522"/>
      </p:ext>
    </p:extLst>
  </p:cSld>
  <p:clrMap bg1="lt1" tx1="dk1" bg2="lt2" tx2="dk2" accent1="accent1" accent2="accent2" accent3="accent3" accent4="accent4" accent5="accent5" accent6="accent6" hlink="hlink" folHlink="folHlink"/>
  <p:sldLayoutIdLst>
    <p:sldLayoutId id="2147483688" r:id="rId1"/>
    <p:sldLayoutId id="2147483689" r:id="rId2"/>
  </p:sldLayoutIdLst>
  <p:hf hdr="0" dt="0"/>
  <p:txStyles>
    <p:titleStyle>
      <a:lvl1pPr algn="l" defTabSz="914310" rtl="0" eaLnBrk="1" latinLnBrk="0" hangingPunct="1">
        <a:lnSpc>
          <a:spcPct val="90000"/>
        </a:lnSpc>
        <a:spcBef>
          <a:spcPct val="0"/>
        </a:spcBef>
        <a:buNone/>
        <a:defRPr lang="en-US" sz="2200" b="0" kern="0" baseline="0" dirty="0">
          <a:solidFill>
            <a:schemeClr val="bg1"/>
          </a:solidFill>
          <a:latin typeface="+mj-lt"/>
          <a:ea typeface="+mj-ea"/>
          <a:cs typeface="+mj-cs"/>
        </a:defRPr>
      </a:lvl1pPr>
    </p:titleStyle>
    <p:bodyStyle>
      <a:lvl1pPr marL="228576" indent="-228576" algn="l" defTabSz="914310" rtl="0" eaLnBrk="1" latinLnBrk="0" hangingPunct="1">
        <a:lnSpc>
          <a:spcPct val="90000"/>
        </a:lnSpc>
        <a:spcBef>
          <a:spcPts val="1000"/>
        </a:spcBef>
        <a:buClr>
          <a:srgbClr val="E41165"/>
        </a:buClr>
        <a:buFont typeface="Arial" panose="020B0604020202020204" pitchFamily="34" charset="0"/>
        <a:buChar char="•"/>
        <a:defRPr lang="en-US" sz="1200" kern="1200" smtClean="0">
          <a:solidFill>
            <a:schemeClr val="bg1"/>
          </a:solidFill>
          <a:latin typeface="+mn-lt"/>
          <a:ea typeface="+mn-ea"/>
          <a:cs typeface="+mn-cs"/>
        </a:defRPr>
      </a:lvl1pPr>
      <a:lvl2pPr marL="685732" indent="-228576" algn="l" defTabSz="914310" rtl="0" eaLnBrk="1" latinLnBrk="0" hangingPunct="1">
        <a:lnSpc>
          <a:spcPct val="90000"/>
        </a:lnSpc>
        <a:spcBef>
          <a:spcPts val="500"/>
        </a:spcBef>
        <a:buClr>
          <a:srgbClr val="E41165"/>
        </a:buClr>
        <a:buFont typeface="Arial" panose="020B0604020202020204" pitchFamily="34" charset="0"/>
        <a:buChar char="•"/>
        <a:defRPr lang="en-US" sz="1200" kern="1200" dirty="0" smtClean="0">
          <a:solidFill>
            <a:schemeClr val="bg1"/>
          </a:solidFill>
          <a:latin typeface="+mn-lt"/>
          <a:ea typeface="+mn-ea"/>
          <a:cs typeface="+mn-cs"/>
        </a:defRPr>
      </a:lvl2pPr>
      <a:lvl3pPr marL="1142887" indent="-228576" algn="l" defTabSz="914310" rtl="0" eaLnBrk="1" latinLnBrk="0" hangingPunct="1">
        <a:lnSpc>
          <a:spcPct val="90000"/>
        </a:lnSpc>
        <a:spcBef>
          <a:spcPts val="500"/>
        </a:spcBef>
        <a:buFont typeface="Arial" panose="020B0604020202020204" pitchFamily="34" charset="0"/>
        <a:buChar char="•"/>
        <a:defRPr lang="en-US" sz="1200" kern="1200" dirty="0" smtClean="0">
          <a:solidFill>
            <a:schemeClr val="bg1"/>
          </a:solidFill>
          <a:latin typeface="+mn-lt"/>
          <a:ea typeface="+mn-ea"/>
          <a:cs typeface="+mn-cs"/>
        </a:defRPr>
      </a:lvl3pPr>
      <a:lvl4pPr marL="1600040" indent="-228576" algn="l" defTabSz="914310" rtl="0" eaLnBrk="1" latinLnBrk="0" hangingPunct="1">
        <a:lnSpc>
          <a:spcPct val="90000"/>
        </a:lnSpc>
        <a:spcBef>
          <a:spcPts val="500"/>
        </a:spcBef>
        <a:buFont typeface="Arial" panose="020B0604020202020204" pitchFamily="34" charset="0"/>
        <a:buChar char="•"/>
        <a:defRPr lang="en-US" sz="1200" kern="1200" dirty="0" smtClean="0">
          <a:solidFill>
            <a:schemeClr val="bg1"/>
          </a:solidFill>
          <a:latin typeface="+mn-lt"/>
          <a:ea typeface="+mn-ea"/>
          <a:cs typeface="+mn-cs"/>
        </a:defRPr>
      </a:lvl4pPr>
      <a:lvl5pPr marL="2057195" indent="-228576" algn="l" defTabSz="914310" rtl="0" eaLnBrk="1" latinLnBrk="0" hangingPunct="1">
        <a:lnSpc>
          <a:spcPct val="90000"/>
        </a:lnSpc>
        <a:spcBef>
          <a:spcPts val="500"/>
        </a:spcBef>
        <a:buFont typeface="Arial" panose="020B0604020202020204" pitchFamily="34" charset="0"/>
        <a:buChar char="•"/>
        <a:defRPr lang="en-US" sz="1200" kern="1200" dirty="0">
          <a:solidFill>
            <a:schemeClr val="bg1"/>
          </a:solidFill>
          <a:latin typeface="+mn-lt"/>
          <a:ea typeface="+mn-ea"/>
          <a:cs typeface="+mn-cs"/>
        </a:defRPr>
      </a:lvl5pPr>
      <a:lvl6pPr marL="2514348" indent="-228576" algn="l" defTabSz="91431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6" algn="l" defTabSz="91431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6" algn="l" defTabSz="91431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2" indent="-228576" algn="l" defTabSz="91431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10" rtl="0" eaLnBrk="1" latinLnBrk="0" hangingPunct="1">
        <a:defRPr sz="1800" kern="1200">
          <a:solidFill>
            <a:schemeClr val="tx1"/>
          </a:solidFill>
          <a:latin typeface="+mn-lt"/>
          <a:ea typeface="+mn-ea"/>
          <a:cs typeface="+mn-cs"/>
        </a:defRPr>
      </a:lvl1pPr>
      <a:lvl2pPr marL="457154" algn="l" defTabSz="914310" rtl="0" eaLnBrk="1" latinLnBrk="0" hangingPunct="1">
        <a:defRPr sz="1800" kern="1200">
          <a:solidFill>
            <a:schemeClr val="tx1"/>
          </a:solidFill>
          <a:latin typeface="+mn-lt"/>
          <a:ea typeface="+mn-ea"/>
          <a:cs typeface="+mn-cs"/>
        </a:defRPr>
      </a:lvl2pPr>
      <a:lvl3pPr marL="914310" algn="l" defTabSz="914310" rtl="0" eaLnBrk="1" latinLnBrk="0" hangingPunct="1">
        <a:defRPr sz="1800" kern="1200">
          <a:solidFill>
            <a:schemeClr val="tx1"/>
          </a:solidFill>
          <a:latin typeface="+mn-lt"/>
          <a:ea typeface="+mn-ea"/>
          <a:cs typeface="+mn-cs"/>
        </a:defRPr>
      </a:lvl3pPr>
      <a:lvl4pPr marL="1371464" algn="l" defTabSz="914310" rtl="0" eaLnBrk="1" latinLnBrk="0" hangingPunct="1">
        <a:defRPr sz="1800" kern="1200">
          <a:solidFill>
            <a:schemeClr val="tx1"/>
          </a:solidFill>
          <a:latin typeface="+mn-lt"/>
          <a:ea typeface="+mn-ea"/>
          <a:cs typeface="+mn-cs"/>
        </a:defRPr>
      </a:lvl4pPr>
      <a:lvl5pPr marL="1828619" algn="l" defTabSz="914310" rtl="0" eaLnBrk="1" latinLnBrk="0" hangingPunct="1">
        <a:defRPr sz="1800" kern="1200">
          <a:solidFill>
            <a:schemeClr val="tx1"/>
          </a:solidFill>
          <a:latin typeface="+mn-lt"/>
          <a:ea typeface="+mn-ea"/>
          <a:cs typeface="+mn-cs"/>
        </a:defRPr>
      </a:lvl5pPr>
      <a:lvl6pPr marL="2285772" algn="l" defTabSz="914310" rtl="0" eaLnBrk="1" latinLnBrk="0" hangingPunct="1">
        <a:defRPr sz="1800" kern="1200">
          <a:solidFill>
            <a:schemeClr val="tx1"/>
          </a:solidFill>
          <a:latin typeface="+mn-lt"/>
          <a:ea typeface="+mn-ea"/>
          <a:cs typeface="+mn-cs"/>
        </a:defRPr>
      </a:lvl6pPr>
      <a:lvl7pPr marL="2742926" algn="l" defTabSz="914310" rtl="0" eaLnBrk="1" latinLnBrk="0" hangingPunct="1">
        <a:defRPr sz="1800" kern="1200">
          <a:solidFill>
            <a:schemeClr val="tx1"/>
          </a:solidFill>
          <a:latin typeface="+mn-lt"/>
          <a:ea typeface="+mn-ea"/>
          <a:cs typeface="+mn-cs"/>
        </a:defRPr>
      </a:lvl7pPr>
      <a:lvl8pPr marL="3200080" algn="l" defTabSz="914310" rtl="0" eaLnBrk="1" latinLnBrk="0" hangingPunct="1">
        <a:defRPr sz="1800" kern="1200">
          <a:solidFill>
            <a:schemeClr val="tx1"/>
          </a:solidFill>
          <a:latin typeface="+mn-lt"/>
          <a:ea typeface="+mn-ea"/>
          <a:cs typeface="+mn-cs"/>
        </a:defRPr>
      </a:lvl8pPr>
      <a:lvl9pPr marL="3657235" algn="l" defTabSz="91431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0">
          <p15:clr>
            <a:srgbClr val="F26B43"/>
          </p15:clr>
        </p15:guide>
        <p15:guide id="2" orient="horz" pos="1620">
          <p15:clr>
            <a:srgbClr val="F26B43"/>
          </p15:clr>
        </p15:guide>
        <p15:guide id="3" orient="horz" pos="64">
          <p15:clr>
            <a:srgbClr val="F26B43"/>
          </p15:clr>
        </p15:guide>
        <p15:guide id="4" orient="horz" pos="372">
          <p15:clr>
            <a:srgbClr val="F26B43"/>
          </p15:clr>
        </p15:guide>
        <p15:guide id="5" orient="horz" pos="529">
          <p15:clr>
            <a:srgbClr val="F26B43"/>
          </p15:clr>
        </p15:guide>
        <p15:guide id="6" orient="horz" pos="2957">
          <p15:clr>
            <a:srgbClr val="F26B43"/>
          </p15:clr>
        </p15:guide>
        <p15:guide id="8" pos="5585">
          <p15:clr>
            <a:srgbClr val="F26B43"/>
          </p15:clr>
        </p15:guide>
        <p15:guide id="9" pos="174">
          <p15:clr>
            <a:srgbClr val="F26B43"/>
          </p15:clr>
        </p15:guide>
        <p15:guide id="10" orient="horz" pos="3168">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9" name="Title Placeholder 48">
            <a:extLst>
              <a:ext uri="{FF2B5EF4-FFF2-40B4-BE49-F238E27FC236}">
                <a16:creationId xmlns:a16="http://schemas.microsoft.com/office/drawing/2014/main" id="{09A87AB8-DAF9-AE91-53A5-D4D9B198C3FD}"/>
              </a:ext>
            </a:extLst>
          </p:cNvPr>
          <p:cNvSpPr>
            <a:spLocks noGrp="1"/>
          </p:cNvSpPr>
          <p:nvPr>
            <p:ph type="title"/>
          </p:nvPr>
        </p:nvSpPr>
        <p:spPr>
          <a:xfrm>
            <a:off x="173944" y="142092"/>
            <a:ext cx="8651153" cy="553027"/>
          </a:xfrm>
          <a:prstGeom prst="rect">
            <a:avLst/>
          </a:prstGeom>
        </p:spPr>
        <p:txBody>
          <a:bodyPr vert="horz" lIns="91440" tIns="0" rIns="91440" bIns="45720" rtlCol="0" anchor="t">
            <a:noAutofit/>
          </a:bodyPr>
          <a:lstStyle/>
          <a:p>
            <a:pPr lvl="0" defTabSz="914355"/>
            <a:r>
              <a:rPr lang="en-US"/>
              <a:t>Click to edit Master title style</a:t>
            </a:r>
          </a:p>
        </p:txBody>
      </p:sp>
    </p:spTree>
    <p:extLst>
      <p:ext uri="{BB962C8B-B14F-4D97-AF65-F5344CB8AC3E}">
        <p14:creationId xmlns:p14="http://schemas.microsoft.com/office/powerpoint/2010/main" val="1701168901"/>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Lst>
  <p:hf hdr="0" dt="0"/>
  <p:txStyles>
    <p:titleStyle>
      <a:lvl1pPr algn="l" defTabSz="914310" rtl="0" eaLnBrk="1" latinLnBrk="0" hangingPunct="1">
        <a:lnSpc>
          <a:spcPct val="90000"/>
        </a:lnSpc>
        <a:spcBef>
          <a:spcPct val="0"/>
        </a:spcBef>
        <a:buNone/>
        <a:defRPr lang="en-US" sz="2400" b="0" kern="0" spc="0" baseline="0" dirty="0">
          <a:solidFill>
            <a:schemeClr val="bg1"/>
          </a:solidFill>
          <a:latin typeface="+mj-lt"/>
          <a:ea typeface="+mj-ea"/>
          <a:cs typeface="+mj-cs"/>
        </a:defRPr>
      </a:lvl1pPr>
    </p:titleStyle>
    <p:bodyStyle>
      <a:lvl1pPr marL="228576" indent="-228576" algn="l" defTabSz="914310" rtl="0" eaLnBrk="1" latinLnBrk="0" hangingPunct="1">
        <a:lnSpc>
          <a:spcPct val="90000"/>
        </a:lnSpc>
        <a:spcBef>
          <a:spcPts val="1000"/>
        </a:spcBef>
        <a:buClr>
          <a:srgbClr val="E41165"/>
        </a:buClr>
        <a:buFont typeface="Arial" panose="020B0604020202020204" pitchFamily="34" charset="0"/>
        <a:buChar char="•"/>
        <a:defRPr lang="en-US" sz="1200" kern="1200" smtClean="0">
          <a:solidFill>
            <a:schemeClr val="bg1"/>
          </a:solidFill>
          <a:latin typeface="+mn-lt"/>
          <a:ea typeface="+mn-ea"/>
          <a:cs typeface="+mn-cs"/>
        </a:defRPr>
      </a:lvl1pPr>
      <a:lvl2pPr marL="685732" indent="-228576" algn="l" defTabSz="914310" rtl="0" eaLnBrk="1" latinLnBrk="0" hangingPunct="1">
        <a:lnSpc>
          <a:spcPct val="90000"/>
        </a:lnSpc>
        <a:spcBef>
          <a:spcPts val="500"/>
        </a:spcBef>
        <a:buClr>
          <a:srgbClr val="E41165"/>
        </a:buClr>
        <a:buFont typeface="Arial" panose="020B0604020202020204" pitchFamily="34" charset="0"/>
        <a:buChar char="•"/>
        <a:defRPr lang="en-US" sz="1200" kern="1200" dirty="0" smtClean="0">
          <a:solidFill>
            <a:schemeClr val="bg1"/>
          </a:solidFill>
          <a:latin typeface="+mn-lt"/>
          <a:ea typeface="+mn-ea"/>
          <a:cs typeface="+mn-cs"/>
        </a:defRPr>
      </a:lvl2pPr>
      <a:lvl3pPr marL="1142887" indent="-228576" algn="l" defTabSz="914310" rtl="0" eaLnBrk="1" latinLnBrk="0" hangingPunct="1">
        <a:lnSpc>
          <a:spcPct val="90000"/>
        </a:lnSpc>
        <a:spcBef>
          <a:spcPts val="500"/>
        </a:spcBef>
        <a:buFont typeface="Arial" panose="020B0604020202020204" pitchFamily="34" charset="0"/>
        <a:buChar char="•"/>
        <a:defRPr lang="en-US" sz="1200" kern="1200" dirty="0" smtClean="0">
          <a:solidFill>
            <a:schemeClr val="bg1"/>
          </a:solidFill>
          <a:latin typeface="+mn-lt"/>
          <a:ea typeface="+mn-ea"/>
          <a:cs typeface="+mn-cs"/>
        </a:defRPr>
      </a:lvl3pPr>
      <a:lvl4pPr marL="1600040" indent="-228576" algn="l" defTabSz="914310" rtl="0" eaLnBrk="1" latinLnBrk="0" hangingPunct="1">
        <a:lnSpc>
          <a:spcPct val="90000"/>
        </a:lnSpc>
        <a:spcBef>
          <a:spcPts val="500"/>
        </a:spcBef>
        <a:buFont typeface="Arial" panose="020B0604020202020204" pitchFamily="34" charset="0"/>
        <a:buChar char="•"/>
        <a:defRPr lang="en-US" sz="1200" kern="1200" dirty="0" smtClean="0">
          <a:solidFill>
            <a:schemeClr val="bg1"/>
          </a:solidFill>
          <a:latin typeface="+mn-lt"/>
          <a:ea typeface="+mn-ea"/>
          <a:cs typeface="+mn-cs"/>
        </a:defRPr>
      </a:lvl4pPr>
      <a:lvl5pPr marL="2057195" indent="-228576" algn="l" defTabSz="914310" rtl="0" eaLnBrk="1" latinLnBrk="0" hangingPunct="1">
        <a:lnSpc>
          <a:spcPct val="90000"/>
        </a:lnSpc>
        <a:spcBef>
          <a:spcPts val="500"/>
        </a:spcBef>
        <a:buFont typeface="Arial" panose="020B0604020202020204" pitchFamily="34" charset="0"/>
        <a:buChar char="•"/>
        <a:defRPr lang="en-US" sz="1200" kern="1200" dirty="0">
          <a:solidFill>
            <a:schemeClr val="bg1"/>
          </a:solidFill>
          <a:latin typeface="+mn-lt"/>
          <a:ea typeface="+mn-ea"/>
          <a:cs typeface="+mn-cs"/>
        </a:defRPr>
      </a:lvl5pPr>
      <a:lvl6pPr marL="2514348" indent="-228576" algn="l" defTabSz="91431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6" algn="l" defTabSz="91431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6" algn="l" defTabSz="91431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2" indent="-228576" algn="l" defTabSz="91431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10" rtl="0" eaLnBrk="1" latinLnBrk="0" hangingPunct="1">
        <a:defRPr sz="1800" kern="1200">
          <a:solidFill>
            <a:schemeClr val="tx1"/>
          </a:solidFill>
          <a:latin typeface="+mn-lt"/>
          <a:ea typeface="+mn-ea"/>
          <a:cs typeface="+mn-cs"/>
        </a:defRPr>
      </a:lvl1pPr>
      <a:lvl2pPr marL="457154" algn="l" defTabSz="914310" rtl="0" eaLnBrk="1" latinLnBrk="0" hangingPunct="1">
        <a:defRPr sz="1800" kern="1200">
          <a:solidFill>
            <a:schemeClr val="tx1"/>
          </a:solidFill>
          <a:latin typeface="+mn-lt"/>
          <a:ea typeface="+mn-ea"/>
          <a:cs typeface="+mn-cs"/>
        </a:defRPr>
      </a:lvl2pPr>
      <a:lvl3pPr marL="914310" algn="l" defTabSz="914310" rtl="0" eaLnBrk="1" latinLnBrk="0" hangingPunct="1">
        <a:defRPr sz="1800" kern="1200">
          <a:solidFill>
            <a:schemeClr val="tx1"/>
          </a:solidFill>
          <a:latin typeface="+mn-lt"/>
          <a:ea typeface="+mn-ea"/>
          <a:cs typeface="+mn-cs"/>
        </a:defRPr>
      </a:lvl3pPr>
      <a:lvl4pPr marL="1371464" algn="l" defTabSz="914310" rtl="0" eaLnBrk="1" latinLnBrk="0" hangingPunct="1">
        <a:defRPr sz="1800" kern="1200">
          <a:solidFill>
            <a:schemeClr val="tx1"/>
          </a:solidFill>
          <a:latin typeface="+mn-lt"/>
          <a:ea typeface="+mn-ea"/>
          <a:cs typeface="+mn-cs"/>
        </a:defRPr>
      </a:lvl4pPr>
      <a:lvl5pPr marL="1828619" algn="l" defTabSz="914310" rtl="0" eaLnBrk="1" latinLnBrk="0" hangingPunct="1">
        <a:defRPr sz="1800" kern="1200">
          <a:solidFill>
            <a:schemeClr val="tx1"/>
          </a:solidFill>
          <a:latin typeface="+mn-lt"/>
          <a:ea typeface="+mn-ea"/>
          <a:cs typeface="+mn-cs"/>
        </a:defRPr>
      </a:lvl5pPr>
      <a:lvl6pPr marL="2285772" algn="l" defTabSz="914310" rtl="0" eaLnBrk="1" latinLnBrk="0" hangingPunct="1">
        <a:defRPr sz="1800" kern="1200">
          <a:solidFill>
            <a:schemeClr val="tx1"/>
          </a:solidFill>
          <a:latin typeface="+mn-lt"/>
          <a:ea typeface="+mn-ea"/>
          <a:cs typeface="+mn-cs"/>
        </a:defRPr>
      </a:lvl6pPr>
      <a:lvl7pPr marL="2742926" algn="l" defTabSz="914310" rtl="0" eaLnBrk="1" latinLnBrk="0" hangingPunct="1">
        <a:defRPr sz="1800" kern="1200">
          <a:solidFill>
            <a:schemeClr val="tx1"/>
          </a:solidFill>
          <a:latin typeface="+mn-lt"/>
          <a:ea typeface="+mn-ea"/>
          <a:cs typeface="+mn-cs"/>
        </a:defRPr>
      </a:lvl7pPr>
      <a:lvl8pPr marL="3200080" algn="l" defTabSz="914310" rtl="0" eaLnBrk="1" latinLnBrk="0" hangingPunct="1">
        <a:defRPr sz="1800" kern="1200">
          <a:solidFill>
            <a:schemeClr val="tx1"/>
          </a:solidFill>
          <a:latin typeface="+mn-lt"/>
          <a:ea typeface="+mn-ea"/>
          <a:cs typeface="+mn-cs"/>
        </a:defRPr>
      </a:lvl8pPr>
      <a:lvl9pPr marL="3657235" algn="l" defTabSz="91431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0">
          <p15:clr>
            <a:srgbClr val="F26B43"/>
          </p15:clr>
        </p15:guide>
        <p15:guide id="2" orient="horz" pos="1620">
          <p15:clr>
            <a:srgbClr val="F26B43"/>
          </p15:clr>
        </p15:guide>
        <p15:guide id="3" orient="horz" pos="64">
          <p15:clr>
            <a:srgbClr val="F26B43"/>
          </p15:clr>
        </p15:guide>
        <p15:guide id="4" orient="horz" pos="372">
          <p15:clr>
            <a:srgbClr val="F26B43"/>
          </p15:clr>
        </p15:guide>
        <p15:guide id="5" orient="horz" pos="529">
          <p15:clr>
            <a:srgbClr val="F26B43"/>
          </p15:clr>
        </p15:guide>
        <p15:guide id="6" orient="horz" pos="2957">
          <p15:clr>
            <a:srgbClr val="F26B43"/>
          </p15:clr>
        </p15:guide>
        <p15:guide id="8" pos="5585">
          <p15:clr>
            <a:srgbClr val="F26B43"/>
          </p15:clr>
        </p15:guide>
        <p15:guide id="9" pos="170">
          <p15:clr>
            <a:srgbClr val="F26B43"/>
          </p15:clr>
        </p15:guide>
        <p15:guide id="10" orient="horz" pos="316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hyperlink" Target="https://arxiv.org/pdf/2602.00020" TargetMode="External"/><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hyperlink" Target="https://arxiv.org/pdf/2602.00020" TargetMode="External"/><Relationship Id="rId2" Type="http://schemas.openxmlformats.org/officeDocument/2006/relationships/notesSlide" Target="../notesSlides/notesSlide18.xml"/><Relationship Id="rId1" Type="http://schemas.openxmlformats.org/officeDocument/2006/relationships/slideLayout" Target="../slideLayouts/slideLayout13.xml"/><Relationship Id="rId5" Type="http://schemas.openxmlformats.org/officeDocument/2006/relationships/hyperlink" Target="https://arxiv.org/pdf/2502.19275" TargetMode="External"/><Relationship Id="rId4" Type="http://schemas.openxmlformats.org/officeDocument/2006/relationships/hyperlink" Target="https://thesai.org/Downloads/Volume15No7/Paper_85-A_Systematic_Review_on_Assessment_in_Adaptive_Learning.pdf"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3">
            <a:extLst>
              <a:ext uri="{FF2B5EF4-FFF2-40B4-BE49-F238E27FC236}">
                <a16:creationId xmlns:a16="http://schemas.microsoft.com/office/drawing/2014/main" id="{104E89ED-A86E-BD5E-B213-ACBA0F434428}"/>
              </a:ext>
            </a:extLst>
          </p:cNvPr>
          <p:cNvSpPr>
            <a:spLocks noGrp="1"/>
          </p:cNvSpPr>
          <p:nvPr>
            <p:ph type="body" sz="quarter" idx="10"/>
          </p:nvPr>
        </p:nvSpPr>
        <p:spPr>
          <a:xfrm>
            <a:off x="272442" y="1814238"/>
            <a:ext cx="7532231" cy="1830245"/>
          </a:xfrm>
        </p:spPr>
        <p:txBody>
          <a:bodyPr vert="horz" wrap="square" lIns="0" tIns="17145" rIns="0" bIns="0" rtlCol="0" anchor="t">
            <a:spAutoFit/>
          </a:bodyPr>
          <a:lstStyle/>
          <a:p>
            <a:pPr defTabSz="914400">
              <a:lnSpc>
                <a:spcPct val="110000"/>
              </a:lnSpc>
              <a:defRPr/>
            </a:pPr>
            <a:r>
              <a:rPr kumimoji="0" lang="en-US" sz="1800" b="0" i="0" u="none" strike="noStrike" kern="1200" cap="none" spc="0" normalizeH="0" baseline="0" noProof="0" dirty="0">
                <a:ln>
                  <a:noFill/>
                </a:ln>
                <a:effectLst/>
                <a:uLnTx/>
                <a:uFillTx/>
                <a:latin typeface="Calibri" panose="020F0502020204030204"/>
                <a:ea typeface="+mn-ea"/>
                <a:cs typeface="+mn-cs"/>
              </a:rPr>
              <a:t>Name of </a:t>
            </a:r>
            <a:r>
              <a:rPr lang="en-US" sz="1800" spc="0" dirty="0">
                <a:latin typeface="Calibri" panose="020F0502020204030204"/>
                <a:cs typeface="+mn-cs"/>
              </a:rPr>
              <a:t>Intern</a:t>
            </a:r>
            <a:r>
              <a:rPr kumimoji="0" lang="en-US" sz="1800" b="0" i="0" u="none" strike="noStrike" kern="1200" cap="none" spc="0" normalizeH="0" baseline="0" noProof="0" dirty="0">
                <a:ln>
                  <a:noFill/>
                </a:ln>
                <a:effectLst/>
                <a:uLnTx/>
                <a:uFillTx/>
                <a:latin typeface="Calibri" panose="020F0502020204030204"/>
                <a:ea typeface="+mn-ea"/>
                <a:cs typeface="+mn-cs"/>
              </a:rPr>
              <a:t>:</a:t>
            </a:r>
            <a:r>
              <a:rPr lang="en-US" sz="1800" spc="0" dirty="0">
                <a:latin typeface="Calibri" panose="020F0502020204030204"/>
                <a:cs typeface="+mn-cs"/>
              </a:rPr>
              <a:t> </a:t>
            </a:r>
            <a:r>
              <a:rPr lang="en-US" sz="1800" b="1" spc="0" dirty="0">
                <a:latin typeface="Calibri" panose="020F0502020204030204"/>
                <a:cs typeface="+mn-cs"/>
              </a:rPr>
              <a:t>Afnan Shakil Sayyad</a:t>
            </a:r>
            <a:br>
              <a:rPr lang="en-US" sz="1800" b="0" i="0" u="none" strike="noStrike" kern="1200" cap="none" spc="0" normalizeH="0" baseline="0" noProof="0" dirty="0">
                <a:ln>
                  <a:noFill/>
                </a:ln>
                <a:effectLst/>
                <a:uLnTx/>
                <a:uFillTx/>
                <a:latin typeface="Calibri" panose="020F0502020204030204"/>
                <a:cs typeface="+mn-cs"/>
              </a:rPr>
            </a:br>
            <a:r>
              <a:rPr kumimoji="0" lang="en-US" sz="1800" b="0" i="0" u="none" strike="noStrike" kern="1200" cap="none" spc="0" normalizeH="0" baseline="0" noProof="0" dirty="0">
                <a:ln>
                  <a:noFill/>
                </a:ln>
                <a:effectLst/>
                <a:uLnTx/>
                <a:uFillTx/>
                <a:latin typeface="Calibri" panose="020F0502020204030204"/>
                <a:ea typeface="+mn-ea"/>
                <a:cs typeface="+mn-cs"/>
              </a:rPr>
              <a:t>College:</a:t>
            </a:r>
            <a:r>
              <a:rPr lang="en-US" sz="1800" spc="0" dirty="0">
                <a:latin typeface="Calibri" panose="020F0502020204030204"/>
                <a:cs typeface="+mn-cs"/>
              </a:rPr>
              <a:t> </a:t>
            </a:r>
            <a:r>
              <a:rPr lang="en-US" sz="1800" b="1" spc="0" dirty="0" err="1">
                <a:latin typeface="Calibri" panose="020F0502020204030204"/>
                <a:cs typeface="+mn-cs"/>
              </a:rPr>
              <a:t>Walchand</a:t>
            </a:r>
            <a:r>
              <a:rPr lang="en-US" sz="1800" b="1" spc="0" dirty="0">
                <a:latin typeface="Calibri" panose="020F0502020204030204"/>
                <a:cs typeface="+mn-cs"/>
              </a:rPr>
              <a:t> College of Engineering</a:t>
            </a:r>
            <a:r>
              <a:rPr lang="en-US" sz="1800" spc="0" dirty="0">
                <a:latin typeface="Calibri" panose="020F0502020204030204"/>
                <a:cs typeface="+mn-cs"/>
              </a:rPr>
              <a:t>, </a:t>
            </a:r>
            <a:r>
              <a:rPr lang="en-US" sz="1800" b="1" spc="0" dirty="0" err="1">
                <a:latin typeface="Calibri" panose="020F0502020204030204"/>
                <a:cs typeface="+mn-cs"/>
              </a:rPr>
              <a:t>Sangli</a:t>
            </a:r>
            <a:br>
              <a:rPr lang="en-US" sz="1800" b="0" i="0" u="none" strike="noStrike" kern="1200" cap="none" spc="0" normalizeH="0" baseline="0" noProof="0" dirty="0">
                <a:ln>
                  <a:noFill/>
                </a:ln>
                <a:effectLst/>
                <a:uLnTx/>
                <a:uFillTx/>
                <a:latin typeface="Calibri" panose="020F0502020204030204"/>
                <a:cs typeface="+mn-cs"/>
              </a:rPr>
            </a:br>
            <a:r>
              <a:rPr kumimoji="0" lang="en-US" sz="1800" b="0" i="0" u="none" strike="noStrike" kern="1200" cap="none" spc="0" normalizeH="0" baseline="0" noProof="0" dirty="0">
                <a:ln>
                  <a:noFill/>
                </a:ln>
                <a:effectLst/>
                <a:uLnTx/>
                <a:uFillTx/>
                <a:latin typeface="Calibri" panose="020F0502020204030204"/>
                <a:ea typeface="+mn-ea"/>
                <a:cs typeface="+mn-cs"/>
              </a:rPr>
              <a:t>Mentor:</a:t>
            </a:r>
            <a:r>
              <a:rPr lang="en-US" sz="1800" spc="0" dirty="0">
                <a:latin typeface="Calibri" panose="020F0502020204030204"/>
                <a:cs typeface="+mn-cs"/>
              </a:rPr>
              <a:t> </a:t>
            </a:r>
            <a:r>
              <a:rPr lang="en-US" sz="1800" b="1" spc="0" dirty="0">
                <a:latin typeface="Calibri" panose="020F0502020204030204"/>
                <a:cs typeface="+mn-cs"/>
              </a:rPr>
              <a:t>Dr.</a:t>
            </a:r>
            <a:r>
              <a:rPr lang="en-US" sz="1800" spc="0" dirty="0">
                <a:latin typeface="Calibri" panose="020F0502020204030204"/>
                <a:cs typeface="+mn-cs"/>
              </a:rPr>
              <a:t> </a:t>
            </a:r>
            <a:r>
              <a:rPr lang="en-US" sz="1800" b="1" spc="0" dirty="0">
                <a:latin typeface="Calibri" panose="020F0502020204030204"/>
                <a:cs typeface="+mn-cs"/>
              </a:rPr>
              <a:t>Vaishali Sadaphal</a:t>
            </a:r>
            <a:endParaRPr lang="en-US" dirty="0">
              <a:ea typeface="Calibri Light" panose="020F0302020204030204" pitchFamily="34" charset="0"/>
            </a:endParaRPr>
          </a:p>
          <a:p>
            <a:pPr defTabSz="914400">
              <a:lnSpc>
                <a:spcPct val="110000"/>
              </a:lnSpc>
              <a:defRPr/>
            </a:pPr>
            <a:r>
              <a:rPr lang="en-US" sz="1800" spc="0">
                <a:latin typeface="Calibri"/>
                <a:ea typeface="Calibri"/>
                <a:cs typeface="Calibri"/>
              </a:rPr>
              <a:t>Acknowledgments</a:t>
            </a:r>
            <a:r>
              <a:rPr lang="en-US" sz="1800" spc="0">
                <a:latin typeface="Calibri" panose="020F0502020204030204"/>
                <a:cs typeface="+mn-cs"/>
              </a:rPr>
              <a:t>:</a:t>
            </a:r>
            <a:r>
              <a:rPr lang="en-US" sz="1800" b="1" spc="0">
                <a:latin typeface="Calibri" panose="020F0502020204030204"/>
                <a:cs typeface="+mn-cs"/>
              </a:rPr>
              <a:t>  Dr. </a:t>
            </a:r>
            <a:r>
              <a:rPr lang="en-US" sz="1800" b="1" spc="0">
                <a:latin typeface="Calibri"/>
                <a:ea typeface="Calibri"/>
                <a:cs typeface="Calibri"/>
              </a:rPr>
              <a:t>Sangameshwar Patil</a:t>
            </a:r>
            <a:r>
              <a:rPr lang="en-US" sz="1800" b="1" spc="0">
                <a:latin typeface="Calibri" panose="020F0502020204030204"/>
                <a:cs typeface="+mn-cs"/>
              </a:rPr>
              <a:t>, Rutuja Vaidya, Alok Kumar, Pratik </a:t>
            </a:r>
            <a:br>
              <a:rPr lang="en-US" sz="1800" b="1" spc="0" dirty="0">
                <a:latin typeface="Calibri" panose="020F0502020204030204"/>
                <a:ea typeface="Calibri"/>
                <a:cs typeface="Calibri"/>
              </a:rPr>
            </a:br>
            <a:br>
              <a:rPr lang="en-US" sz="1800" b="1" spc="0" dirty="0">
                <a:latin typeface="Calibri" panose="020F0502020204030204"/>
                <a:cs typeface="+mn-cs"/>
              </a:rPr>
            </a:br>
            <a:r>
              <a:rPr kumimoji="0" lang="en-US" sz="1800" b="0" i="0" u="none" strike="noStrike" kern="1200" cap="none" spc="0" normalizeH="0" baseline="0" noProof="0">
                <a:ln>
                  <a:noFill/>
                </a:ln>
                <a:effectLst/>
                <a:uLnTx/>
                <a:uFillTx/>
                <a:latin typeface="Calibri" panose="020F0502020204030204"/>
                <a:ea typeface="+mn-ea"/>
                <a:cs typeface="+mn-cs"/>
              </a:rPr>
              <a:t>Research Area:</a:t>
            </a:r>
            <a:r>
              <a:rPr lang="en-US" sz="1800" spc="0">
                <a:latin typeface="Calibri" panose="020F0502020204030204"/>
                <a:cs typeface="+mn-cs"/>
              </a:rPr>
              <a:t> </a:t>
            </a:r>
            <a:r>
              <a:rPr lang="en-US" sz="1800" b="1" spc="0" dirty="0">
                <a:latin typeface="Calibri" panose="020F0502020204030204"/>
                <a:cs typeface="+mn-cs"/>
              </a:rPr>
              <a:t>AIML</a:t>
            </a:r>
            <a:endParaRPr lang="en-US">
              <a:ea typeface="Calibri Light" panose="020F0302020204030204" pitchFamily="34" charset="0"/>
            </a:endParaRPr>
          </a:p>
        </p:txBody>
      </p:sp>
      <p:sp>
        <p:nvSpPr>
          <p:cNvPr id="3" name="Title 1">
            <a:extLst>
              <a:ext uri="{FF2B5EF4-FFF2-40B4-BE49-F238E27FC236}">
                <a16:creationId xmlns:a16="http://schemas.microsoft.com/office/drawing/2014/main" id="{75E92414-C642-AC26-44D4-00D43506220E}"/>
              </a:ext>
            </a:extLst>
          </p:cNvPr>
          <p:cNvSpPr>
            <a:spLocks noGrp="1"/>
          </p:cNvSpPr>
          <p:nvPr/>
        </p:nvSpPr>
        <p:spPr>
          <a:xfrm>
            <a:off x="3646312" y="458633"/>
            <a:ext cx="1432275" cy="250742"/>
          </a:xfrm>
          <a:prstGeom prst="rect">
            <a:avLst/>
          </a:prstGeom>
        </p:spPr>
        <p:txBody>
          <a:bodyPr vert="horz" wrap="square" lIns="0" tIns="12065" rIns="0" bIns="0" rtlCol="0" anchor="t">
            <a:noAutofit/>
          </a:bodyPr>
          <a:lstStyle>
            <a:lvl1pPr algn="l" defTabSz="914355" rtl="0" eaLnBrk="1" latinLnBrk="0" hangingPunct="1">
              <a:lnSpc>
                <a:spcPct val="100000"/>
              </a:lnSpc>
              <a:spcBef>
                <a:spcPct val="0"/>
              </a:spcBef>
              <a:buNone/>
              <a:defRPr lang="en-US" sz="3200" b="0" i="0" kern="0" spc="-5" baseline="0">
                <a:solidFill>
                  <a:schemeClr val="tx1"/>
                </a:solidFill>
                <a:latin typeface="Calibri"/>
                <a:ea typeface="+mj-ea"/>
                <a:cs typeface="Calibri"/>
              </a:defRPr>
            </a:lvl1pPr>
          </a:lstStyle>
          <a:p>
            <a:r>
              <a:rPr kumimoji="0" lang="en-US" sz="2000" b="0" i="0" u="none" strike="noStrike" kern="1200" cap="none" spc="0" normalizeH="0" baseline="0" noProof="0">
                <a:ln>
                  <a:noFill/>
                </a:ln>
                <a:effectLst/>
                <a:uLnTx/>
                <a:uFillTx/>
                <a:latin typeface="Calibri"/>
                <a:ea typeface="+mj-ea"/>
                <a:cs typeface="Biome"/>
              </a:rPr>
              <a:t>Project Title</a:t>
            </a:r>
            <a:r>
              <a:rPr lang="en-US" sz="2000" kern="1200" spc="0">
                <a:cs typeface="Biome"/>
              </a:rPr>
              <a:t>:</a:t>
            </a:r>
            <a:endParaRPr lang="en-US" sz="2000">
              <a:ea typeface="Calibri"/>
            </a:endParaRPr>
          </a:p>
        </p:txBody>
      </p:sp>
      <p:sp>
        <p:nvSpPr>
          <p:cNvPr id="8" name="Slide Number Placeholder 1">
            <a:extLst>
              <a:ext uri="{FF2B5EF4-FFF2-40B4-BE49-F238E27FC236}">
                <a16:creationId xmlns:a16="http://schemas.microsoft.com/office/drawing/2014/main" id="{F3718129-9DB4-6F11-BDFB-00DA3A8DA9BA}"/>
              </a:ext>
            </a:extLst>
          </p:cNvPr>
          <p:cNvSpPr txBox="1">
            <a:spLocks/>
          </p:cNvSpPr>
          <p:nvPr/>
        </p:nvSpPr>
        <p:spPr>
          <a:xfrm>
            <a:off x="4252734" y="4945372"/>
            <a:ext cx="131861" cy="176153"/>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62A0901-ACEF-4BE9-9C8C-C119B421173E}" type="slidenum">
              <a:rPr lang="en-US" sz="800" b="1" dirty="0" smtClean="0">
                <a:solidFill>
                  <a:schemeClr val="bg2">
                    <a:lumMod val="49000"/>
                  </a:schemeClr>
                </a:solidFill>
              </a:rPr>
              <a:pPr/>
              <a:t>1</a:t>
            </a:fld>
            <a:endParaRPr lang="en-US" sz="800" b="1">
              <a:solidFill>
                <a:schemeClr val="bg2">
                  <a:lumMod val="49000"/>
                </a:schemeClr>
              </a:solidFill>
              <a:ea typeface="Calibri Light"/>
              <a:cs typeface="Calibri Light"/>
            </a:endParaRPr>
          </a:p>
        </p:txBody>
      </p:sp>
      <p:sp>
        <p:nvSpPr>
          <p:cNvPr id="10" name="Footer Placeholder 2">
            <a:extLst>
              <a:ext uri="{FF2B5EF4-FFF2-40B4-BE49-F238E27FC236}">
                <a16:creationId xmlns:a16="http://schemas.microsoft.com/office/drawing/2014/main" id="{A3A84A3B-13AC-725A-8254-DF23FAE25561}"/>
              </a:ext>
            </a:extLst>
          </p:cNvPr>
          <p:cNvSpPr txBox="1">
            <a:spLocks/>
          </p:cNvSpPr>
          <p:nvPr/>
        </p:nvSpPr>
        <p:spPr>
          <a:xfrm>
            <a:off x="4429095" y="4950814"/>
            <a:ext cx="885500" cy="159827"/>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355"/>
            <a:r>
              <a:rPr lang="en-US" sz="800" b="1">
                <a:solidFill>
                  <a:srgbClr val="7F7F7F"/>
                </a:solidFill>
              </a:rPr>
              <a:t>TCS confidential</a:t>
            </a:r>
            <a:endParaRPr lang="en-US" sz="800" b="1">
              <a:solidFill>
                <a:srgbClr val="7F7F7F"/>
              </a:solidFill>
              <a:ea typeface="Calibri Light"/>
              <a:cs typeface="Calibri Light"/>
            </a:endParaRPr>
          </a:p>
        </p:txBody>
      </p:sp>
      <p:cxnSp>
        <p:nvCxnSpPr>
          <p:cNvPr id="12" name="Straight Arrow Connector 11">
            <a:extLst>
              <a:ext uri="{FF2B5EF4-FFF2-40B4-BE49-F238E27FC236}">
                <a16:creationId xmlns:a16="http://schemas.microsoft.com/office/drawing/2014/main" id="{A421C2F3-0870-A95E-F39D-BA9BAA226705}"/>
              </a:ext>
            </a:extLst>
          </p:cNvPr>
          <p:cNvCxnSpPr>
            <a:cxnSpLocks/>
          </p:cNvCxnSpPr>
          <p:nvPr/>
        </p:nvCxnSpPr>
        <p:spPr>
          <a:xfrm>
            <a:off x="4443548" y="5028115"/>
            <a:ext cx="1087" cy="66401"/>
          </a:xfrm>
          <a:prstGeom prst="straightConnector1">
            <a:avLst/>
          </a:prstGeom>
          <a:ln>
            <a:solidFill>
              <a:schemeClr val="bg2">
                <a:lumMod val="65000"/>
              </a:schemeClr>
            </a:solidFil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FD794863-DA69-B7D5-8B1B-B0422FA7A109}"/>
              </a:ext>
            </a:extLst>
          </p:cNvPr>
          <p:cNvSpPr>
            <a:spLocks noGrp="1"/>
          </p:cNvSpPr>
          <p:nvPr/>
        </p:nvSpPr>
        <p:spPr>
          <a:xfrm>
            <a:off x="2416228" y="817860"/>
            <a:ext cx="4121044" cy="833129"/>
          </a:xfrm>
          <a:prstGeom prst="rect">
            <a:avLst/>
          </a:prstGeom>
        </p:spPr>
        <p:txBody>
          <a:bodyPr vert="horz" wrap="square" lIns="0" tIns="12065" rIns="0" bIns="0" rtlCol="0" anchor="ctr">
            <a:noAutofit/>
          </a:bodyPr>
          <a:lstStyle>
            <a:lvl1pPr algn="l" defTabSz="914355" rtl="0" eaLnBrk="1" latinLnBrk="0" hangingPunct="1">
              <a:lnSpc>
                <a:spcPct val="100000"/>
              </a:lnSpc>
              <a:spcBef>
                <a:spcPct val="0"/>
              </a:spcBef>
              <a:buNone/>
              <a:defRPr lang="en-US" sz="3200" b="0" i="0" kern="0" spc="-5" baseline="0">
                <a:solidFill>
                  <a:schemeClr val="tx1"/>
                </a:solidFill>
                <a:latin typeface="Calibri"/>
                <a:ea typeface="+mj-ea"/>
                <a:cs typeface="Calibri"/>
              </a:defRPr>
            </a:lvl1pPr>
          </a:lstStyle>
          <a:p>
            <a:pPr algn="ctr"/>
            <a:r>
              <a:rPr lang="en-US" sz="1600" b="1" kern="1200" spc="0">
                <a:latin typeface="Poppins"/>
                <a:ea typeface="Calibri"/>
                <a:cs typeface="Poppins"/>
              </a:rPr>
              <a:t>Knowledge Expansion via LLM-</a:t>
            </a:r>
            <a:endParaRPr lang="en-US" sz="1600" b="1">
              <a:latin typeface="Poppins"/>
              <a:ea typeface="Calibri"/>
              <a:cs typeface="Poppins"/>
            </a:endParaRPr>
          </a:p>
          <a:p>
            <a:pPr algn="ctr"/>
            <a:r>
              <a:rPr lang="en-US" sz="1600" b="1" kern="1200" spc="0">
                <a:latin typeface="Poppins"/>
                <a:ea typeface="Calibri"/>
                <a:cs typeface="Poppins"/>
              </a:rPr>
              <a:t>Automated Graph Construction and</a:t>
            </a:r>
            <a:endParaRPr lang="en-US" sz="1600" b="1">
              <a:latin typeface="Poppins"/>
              <a:ea typeface="Calibri"/>
              <a:cs typeface="Poppins"/>
            </a:endParaRPr>
          </a:p>
          <a:p>
            <a:pPr algn="ctr"/>
            <a:r>
              <a:rPr lang="en-US" sz="1600" b="1" kern="1200" spc="0">
                <a:latin typeface="Poppins"/>
                <a:ea typeface="Calibri"/>
                <a:cs typeface="Poppins"/>
              </a:rPr>
              <a:t>Adaptive Question Generation</a:t>
            </a:r>
            <a:r>
              <a:rPr lang="en-US" sz="1600" b="1" kern="1200" spc="0" dirty="0">
                <a:ea typeface="Calibri"/>
              </a:rPr>
              <a:t> </a:t>
            </a:r>
            <a:r>
              <a:rPr lang="en-US" sz="1600" b="1" kern="1200" spc="0" dirty="0">
                <a:latin typeface="Poppins"/>
                <a:cs typeface="Poppins"/>
              </a:rPr>
              <a:t> </a:t>
            </a:r>
            <a:endParaRPr lang="en-US" sz="1600" b="1">
              <a:ea typeface="Calibri"/>
            </a:endParaRPr>
          </a:p>
        </p:txBody>
      </p:sp>
      <p:sp>
        <p:nvSpPr>
          <p:cNvPr id="4" name="Title 3">
            <a:extLst>
              <a:ext uri="{FF2B5EF4-FFF2-40B4-BE49-F238E27FC236}">
                <a16:creationId xmlns:a16="http://schemas.microsoft.com/office/drawing/2014/main" id="{C6136F01-0052-8D77-F519-96577EC28325}"/>
              </a:ext>
            </a:extLst>
          </p:cNvPr>
          <p:cNvSpPr txBox="1">
            <a:spLocks/>
          </p:cNvSpPr>
          <p:nvPr/>
        </p:nvSpPr>
        <p:spPr>
          <a:xfrm>
            <a:off x="2139342" y="3033438"/>
            <a:ext cx="7532231" cy="306751"/>
          </a:xfrm>
          <a:prstGeom prst="rect">
            <a:avLst/>
          </a:prstGeom>
        </p:spPr>
        <p:txBody>
          <a:bodyPr vert="horz" wrap="square" lIns="0" tIns="17145" rIns="0" bIns="0" rtlCol="0" anchor="t">
            <a:spAutoFit/>
          </a:bodyPr>
          <a:lstStyle>
            <a:lvl1pPr marL="0" indent="0" algn="l" defTabSz="914355" rtl="0" eaLnBrk="1" latinLnBrk="0" hangingPunct="1">
              <a:lnSpc>
                <a:spcPct val="100000"/>
              </a:lnSpc>
              <a:spcBef>
                <a:spcPts val="0"/>
              </a:spcBef>
              <a:buFont typeface="Arial" panose="020B0604020202020204" pitchFamily="34" charset="0"/>
              <a:buNone/>
              <a:defRPr lang="en-US" sz="2200" kern="1200" spc="2" dirty="0">
                <a:solidFill>
                  <a:schemeClr val="tx1"/>
                </a:solidFill>
                <a:latin typeface="Calibri Light" panose="020F0302020204030204" pitchFamily="34" charset="0"/>
                <a:ea typeface="+mn-ea"/>
                <a:cs typeface="Calibri Light" panose="020F0302020204030204" pitchFamily="34" charset="0"/>
              </a:defRPr>
            </a:lvl1pPr>
            <a:lvl2pPr marL="685766" indent="-228588" algn="l" defTabSz="914355"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2944" indent="-228588" algn="l" defTabSz="914355"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120" indent="-228588" algn="l" defTabSz="914355"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297" indent="-228588" algn="l" defTabSz="914355"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474"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400">
              <a:lnSpc>
                <a:spcPct val="110000"/>
              </a:lnSpc>
              <a:defRPr/>
            </a:pPr>
            <a:r>
              <a:rPr lang="en-US" sz="1800" b="1" spc="0">
                <a:latin typeface="Calibri"/>
                <a:ea typeface="Calibri"/>
                <a:cs typeface="Calibri"/>
              </a:rPr>
              <a:t>Saini, Shubham Kumbhar</a:t>
            </a:r>
            <a:endParaRPr lang="en-US"/>
          </a:p>
        </p:txBody>
      </p:sp>
    </p:spTree>
    <p:extLst>
      <p:ext uri="{BB962C8B-B14F-4D97-AF65-F5344CB8AC3E}">
        <p14:creationId xmlns:p14="http://schemas.microsoft.com/office/powerpoint/2010/main" val="21158259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34AC7-7C3E-D8BF-ABE6-DAF0D963D46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DBB6C67-C767-BDAE-7B3F-97E30227DD45}"/>
              </a:ext>
            </a:extLst>
          </p:cNvPr>
          <p:cNvSpPr>
            <a:spLocks noGrp="1"/>
          </p:cNvSpPr>
          <p:nvPr>
            <p:ph type="title"/>
          </p:nvPr>
        </p:nvSpPr>
        <p:spPr>
          <a:xfrm>
            <a:off x="235474" y="937032"/>
            <a:ext cx="3426492" cy="314622"/>
          </a:xfrm>
        </p:spPr>
        <p:txBody>
          <a:bodyPr vert="horz" wrap="square" lIns="0" tIns="12065" rIns="0" bIns="0" rtlCol="0" anchor="t">
            <a:noAutofit/>
          </a:bodyPr>
          <a:lstStyle/>
          <a:p>
            <a:r>
              <a:rPr lang="en-US" sz="2000" b="1">
                <a:latin typeface="Poppins"/>
                <a:cs typeface="Poppins"/>
              </a:rPr>
              <a:t>Problem Statement:</a:t>
            </a:r>
          </a:p>
        </p:txBody>
      </p:sp>
      <p:sp>
        <p:nvSpPr>
          <p:cNvPr id="6" name="Content Placeholder 2">
            <a:extLst>
              <a:ext uri="{FF2B5EF4-FFF2-40B4-BE49-F238E27FC236}">
                <a16:creationId xmlns:a16="http://schemas.microsoft.com/office/drawing/2014/main" id="{144FCC2C-3646-D16E-766D-4373CD996F95}"/>
              </a:ext>
            </a:extLst>
          </p:cNvPr>
          <p:cNvSpPr txBox="1">
            <a:spLocks/>
          </p:cNvSpPr>
          <p:nvPr/>
        </p:nvSpPr>
        <p:spPr>
          <a:xfrm>
            <a:off x="235475" y="1425457"/>
            <a:ext cx="4262046" cy="448200"/>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a:solidFill>
                  <a:schemeClr val="tx1"/>
                </a:solidFill>
                <a:ea typeface="Calibri"/>
              </a:rPr>
              <a:t>Traditional assessments are static and not personalized to individual learners</a:t>
            </a:r>
            <a:endParaRPr lang="en-US" sz="2200">
              <a:solidFill>
                <a:schemeClr val="tx1"/>
              </a:solidFill>
              <a:ea typeface="Calibri"/>
            </a:endParaRPr>
          </a:p>
        </p:txBody>
      </p:sp>
      <p:sp>
        <p:nvSpPr>
          <p:cNvPr id="9" name="Content Placeholder 2">
            <a:extLst>
              <a:ext uri="{FF2B5EF4-FFF2-40B4-BE49-F238E27FC236}">
                <a16:creationId xmlns:a16="http://schemas.microsoft.com/office/drawing/2014/main" id="{C3E9E90A-1E8F-6B92-CF96-DD1DE4F85061}"/>
              </a:ext>
            </a:extLst>
          </p:cNvPr>
          <p:cNvSpPr txBox="1">
            <a:spLocks/>
          </p:cNvSpPr>
          <p:nvPr/>
        </p:nvSpPr>
        <p:spPr>
          <a:xfrm>
            <a:off x="235474" y="2061529"/>
            <a:ext cx="4112591" cy="448200"/>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a:solidFill>
                  <a:schemeClr val="tx1"/>
                </a:solidFill>
              </a:rPr>
              <a:t>Manual creation of personalized assessments is time-consuming and difficult to scale</a:t>
            </a:r>
            <a:endParaRPr lang="en-US">
              <a:solidFill>
                <a:schemeClr val="tx1"/>
              </a:solidFill>
              <a:ea typeface="Calibri"/>
            </a:endParaRPr>
          </a:p>
        </p:txBody>
      </p:sp>
      <p:sp>
        <p:nvSpPr>
          <p:cNvPr id="10" name="Content Placeholder 2">
            <a:extLst>
              <a:ext uri="{FF2B5EF4-FFF2-40B4-BE49-F238E27FC236}">
                <a16:creationId xmlns:a16="http://schemas.microsoft.com/office/drawing/2014/main" id="{491592DE-28D6-74F5-4BC2-F76E34C37970}"/>
              </a:ext>
            </a:extLst>
          </p:cNvPr>
          <p:cNvSpPr txBox="1">
            <a:spLocks/>
          </p:cNvSpPr>
          <p:nvPr/>
        </p:nvSpPr>
        <p:spPr>
          <a:xfrm>
            <a:off x="235474" y="2697601"/>
            <a:ext cx="4047277" cy="663643"/>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a:solidFill>
                  <a:schemeClr val="tx1"/>
                </a:solidFill>
              </a:rPr>
              <a:t>Existing assessments often fail to adapt to learner responses and measure deeper understanding effectively</a:t>
            </a:r>
            <a:endParaRPr lang="en-US">
              <a:solidFill>
                <a:schemeClr val="tx1"/>
              </a:solidFill>
              <a:ea typeface="Calibri"/>
            </a:endParaRPr>
          </a:p>
        </p:txBody>
      </p:sp>
      <p:sp>
        <p:nvSpPr>
          <p:cNvPr id="3" name="Title 3">
            <a:extLst>
              <a:ext uri="{FF2B5EF4-FFF2-40B4-BE49-F238E27FC236}">
                <a16:creationId xmlns:a16="http://schemas.microsoft.com/office/drawing/2014/main" id="{722FC66A-0198-858A-1F3D-AF1D5AF570EA}"/>
              </a:ext>
            </a:extLst>
          </p:cNvPr>
          <p:cNvSpPr txBox="1">
            <a:spLocks/>
          </p:cNvSpPr>
          <p:nvPr/>
        </p:nvSpPr>
        <p:spPr>
          <a:xfrm>
            <a:off x="4795937" y="321989"/>
            <a:ext cx="1385422" cy="347279"/>
          </a:xfrm>
          <a:prstGeom prst="rect">
            <a:avLst/>
          </a:prstGeom>
        </p:spPr>
        <p:txBody>
          <a:bodyPr vert="horz" wrap="square" lIns="0" tIns="12065" rIns="0" bIns="0" rtlCol="0" anchor="t">
            <a:noAutofit/>
          </a:bodyPr>
          <a:lstStyle>
            <a:lvl1pPr algn="l" defTabSz="914355" rtl="0" eaLnBrk="1" latinLnBrk="0" hangingPunct="1">
              <a:lnSpc>
                <a:spcPct val="100000"/>
              </a:lnSpc>
              <a:spcBef>
                <a:spcPct val="0"/>
              </a:spcBef>
              <a:buNone/>
              <a:defRPr lang="en-US" sz="3200" b="0" i="0" kern="0" spc="-5" baseline="0">
                <a:solidFill>
                  <a:schemeClr val="tx1"/>
                </a:solidFill>
                <a:latin typeface="Calibri"/>
                <a:ea typeface="+mj-ea"/>
                <a:cs typeface="Calibri"/>
              </a:defRPr>
            </a:lvl1pPr>
          </a:lstStyle>
          <a:p>
            <a:r>
              <a:rPr lang="en-US" sz="2000" b="1">
                <a:latin typeface="Poppins"/>
                <a:cs typeface="Poppins"/>
              </a:rPr>
              <a:t>Objective:</a:t>
            </a:r>
          </a:p>
        </p:txBody>
      </p:sp>
      <p:sp>
        <p:nvSpPr>
          <p:cNvPr id="7" name="Content Placeholder 2">
            <a:extLst>
              <a:ext uri="{FF2B5EF4-FFF2-40B4-BE49-F238E27FC236}">
                <a16:creationId xmlns:a16="http://schemas.microsoft.com/office/drawing/2014/main" id="{5527205D-A5E8-DA1B-E4BA-1D0A240D765B}"/>
              </a:ext>
            </a:extLst>
          </p:cNvPr>
          <p:cNvSpPr txBox="1">
            <a:spLocks/>
          </p:cNvSpPr>
          <p:nvPr/>
        </p:nvSpPr>
        <p:spPr>
          <a:xfrm>
            <a:off x="4578223" y="734892"/>
            <a:ext cx="4488925" cy="602088"/>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a:solidFill>
                  <a:schemeClr val="tx1"/>
                </a:solidFill>
              </a:rPr>
              <a:t>To reproduce and obtain the results of the paper</a:t>
            </a:r>
            <a:br>
              <a:rPr lang="en-US" sz="1400" dirty="0">
                <a:ea typeface="Calibri"/>
              </a:rPr>
            </a:br>
            <a:r>
              <a:rPr lang="en-US" sz="1200" dirty="0">
                <a:solidFill>
                  <a:srgbClr val="6FAFFC"/>
                </a:solidFill>
                <a:ea typeface="Calibri"/>
                <a:hlinkClick r:id="rId3">
                  <a:extLst>
                    <a:ext uri="{A12FA001-AC4F-418D-AE19-62706E023703}">
                      <ahyp:hlinkClr xmlns:ahyp="http://schemas.microsoft.com/office/drawing/2018/hyperlinkcolor" val="tx"/>
                    </a:ext>
                  </a:extLst>
                </a:hlinkClick>
              </a:rPr>
              <a:t>Beyond Static Question Banks: Dynamic Knowledge Expansion via LLM-Automated Graph Construction and Adaptive Generation</a:t>
            </a:r>
            <a:r>
              <a:rPr lang="en-US" sz="1200" dirty="0">
                <a:solidFill>
                  <a:srgbClr val="00B0F0"/>
                </a:solidFill>
                <a:ea typeface="Calibri"/>
              </a:rPr>
              <a:t> </a:t>
            </a:r>
            <a:endParaRPr lang="en-US" sz="1400" dirty="0">
              <a:solidFill>
                <a:schemeClr val="tx1"/>
              </a:solidFill>
              <a:ea typeface="Calibri"/>
            </a:endParaRPr>
          </a:p>
        </p:txBody>
      </p:sp>
      <p:sp>
        <p:nvSpPr>
          <p:cNvPr id="13" name="Content Placeholder 2">
            <a:extLst>
              <a:ext uri="{FF2B5EF4-FFF2-40B4-BE49-F238E27FC236}">
                <a16:creationId xmlns:a16="http://schemas.microsoft.com/office/drawing/2014/main" id="{102B7F17-97D8-A03A-B43F-F62FB789AB4D}"/>
              </a:ext>
            </a:extLst>
          </p:cNvPr>
          <p:cNvSpPr txBox="1">
            <a:spLocks/>
          </p:cNvSpPr>
          <p:nvPr/>
        </p:nvSpPr>
        <p:spPr>
          <a:xfrm>
            <a:off x="4578223" y="1843816"/>
            <a:ext cx="4048055" cy="448200"/>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a:solidFill>
                  <a:schemeClr val="tx1"/>
                </a:solidFill>
              </a:rPr>
              <a:t>To adapt the approach and</a:t>
            </a:r>
            <a:r>
              <a:rPr lang="en-US" sz="1400">
                <a:solidFill>
                  <a:schemeClr val="tx1"/>
                </a:solidFill>
                <a:ea typeface="Calibri"/>
              </a:rPr>
              <a:t> build a system for DBMS course materials </a:t>
            </a:r>
          </a:p>
        </p:txBody>
      </p:sp>
      <p:sp>
        <p:nvSpPr>
          <p:cNvPr id="16" name="Content Placeholder 2">
            <a:extLst>
              <a:ext uri="{FF2B5EF4-FFF2-40B4-BE49-F238E27FC236}">
                <a16:creationId xmlns:a16="http://schemas.microsoft.com/office/drawing/2014/main" id="{4DDE9CE2-3F56-FBA7-BCC0-A0E8FA503306}"/>
              </a:ext>
            </a:extLst>
          </p:cNvPr>
          <p:cNvSpPr txBox="1">
            <a:spLocks/>
          </p:cNvSpPr>
          <p:nvPr/>
        </p:nvSpPr>
        <p:spPr>
          <a:xfrm>
            <a:off x="4578223" y="2398245"/>
            <a:ext cx="4112589" cy="448200"/>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a:solidFill>
                  <a:schemeClr val="tx1"/>
                </a:solidFill>
              </a:rPr>
              <a:t>Track learner mastery using Bayesian Knowledge Tracing (BKT)</a:t>
            </a:r>
            <a:endParaRPr lang="en-US">
              <a:solidFill>
                <a:schemeClr val="tx1"/>
              </a:solidFill>
              <a:ea typeface="Calibri"/>
            </a:endParaRPr>
          </a:p>
        </p:txBody>
      </p:sp>
      <p:sp>
        <p:nvSpPr>
          <p:cNvPr id="17" name="Content Placeholder 2">
            <a:extLst>
              <a:ext uri="{FF2B5EF4-FFF2-40B4-BE49-F238E27FC236}">
                <a16:creationId xmlns:a16="http://schemas.microsoft.com/office/drawing/2014/main" id="{203DAD60-ACB2-2574-27B9-C8D5EC956D57}"/>
              </a:ext>
            </a:extLst>
          </p:cNvPr>
          <p:cNvSpPr txBox="1">
            <a:spLocks/>
          </p:cNvSpPr>
          <p:nvPr/>
        </p:nvSpPr>
        <p:spPr>
          <a:xfrm>
            <a:off x="4578223" y="2920759"/>
            <a:ext cx="4112589" cy="448200"/>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a:solidFill>
                  <a:schemeClr val="tx1"/>
                </a:solidFill>
              </a:rPr>
              <a:t>Dynamically adapt the next concept, difficulty, and question based on learner responses</a:t>
            </a:r>
            <a:endParaRPr lang="en-US">
              <a:solidFill>
                <a:schemeClr val="tx1"/>
              </a:solidFill>
              <a:ea typeface="Calibri"/>
            </a:endParaRPr>
          </a:p>
        </p:txBody>
      </p:sp>
      <p:cxnSp>
        <p:nvCxnSpPr>
          <p:cNvPr id="19" name="Straight Arrow Connector 18">
            <a:extLst>
              <a:ext uri="{FF2B5EF4-FFF2-40B4-BE49-F238E27FC236}">
                <a16:creationId xmlns:a16="http://schemas.microsoft.com/office/drawing/2014/main" id="{430CC16C-268D-049B-8527-F7C3C3E574EA}"/>
              </a:ext>
            </a:extLst>
          </p:cNvPr>
          <p:cNvCxnSpPr/>
          <p:nvPr/>
        </p:nvCxnSpPr>
        <p:spPr>
          <a:xfrm>
            <a:off x="4454434" y="320040"/>
            <a:ext cx="11975" cy="3261359"/>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Slide Number Placeholder 1">
            <a:extLst>
              <a:ext uri="{FF2B5EF4-FFF2-40B4-BE49-F238E27FC236}">
                <a16:creationId xmlns:a16="http://schemas.microsoft.com/office/drawing/2014/main" id="{97D3074A-6631-23DD-F18F-80BA7133BBCB}"/>
              </a:ext>
            </a:extLst>
          </p:cNvPr>
          <p:cNvSpPr txBox="1">
            <a:spLocks/>
          </p:cNvSpPr>
          <p:nvPr/>
        </p:nvSpPr>
        <p:spPr>
          <a:xfrm>
            <a:off x="4252734" y="4945372"/>
            <a:ext cx="131861" cy="176153"/>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62A0901-ACEF-4BE9-9C8C-C119B421173E}" type="slidenum">
              <a:rPr lang="en-US" sz="800" b="1" dirty="0" smtClean="0">
                <a:solidFill>
                  <a:schemeClr val="bg2">
                    <a:lumMod val="49000"/>
                  </a:schemeClr>
                </a:solidFill>
              </a:rPr>
              <a:pPr/>
              <a:t>2</a:t>
            </a:fld>
            <a:endParaRPr lang="en-US" sz="800" b="1">
              <a:solidFill>
                <a:schemeClr val="bg2">
                  <a:lumMod val="49000"/>
                </a:schemeClr>
              </a:solidFill>
              <a:ea typeface="Calibri Light"/>
              <a:cs typeface="Calibri Light"/>
            </a:endParaRPr>
          </a:p>
        </p:txBody>
      </p:sp>
      <p:sp>
        <p:nvSpPr>
          <p:cNvPr id="23" name="Footer Placeholder 2">
            <a:extLst>
              <a:ext uri="{FF2B5EF4-FFF2-40B4-BE49-F238E27FC236}">
                <a16:creationId xmlns:a16="http://schemas.microsoft.com/office/drawing/2014/main" id="{2124B9CA-81EA-0BDB-E386-8E186B571412}"/>
              </a:ext>
            </a:extLst>
          </p:cNvPr>
          <p:cNvSpPr txBox="1">
            <a:spLocks/>
          </p:cNvSpPr>
          <p:nvPr/>
        </p:nvSpPr>
        <p:spPr>
          <a:xfrm>
            <a:off x="4429095" y="4950814"/>
            <a:ext cx="885500" cy="159827"/>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355"/>
            <a:r>
              <a:rPr lang="en-US" sz="800" b="1">
                <a:solidFill>
                  <a:srgbClr val="7F7F7F"/>
                </a:solidFill>
              </a:rPr>
              <a:t>TCS confidential</a:t>
            </a:r>
            <a:endParaRPr lang="en-US" sz="800" b="1">
              <a:solidFill>
                <a:srgbClr val="7F7F7F"/>
              </a:solidFill>
              <a:ea typeface="Calibri Light"/>
              <a:cs typeface="Calibri Light"/>
            </a:endParaRPr>
          </a:p>
        </p:txBody>
      </p:sp>
      <p:cxnSp>
        <p:nvCxnSpPr>
          <p:cNvPr id="24" name="Straight Arrow Connector 23">
            <a:extLst>
              <a:ext uri="{FF2B5EF4-FFF2-40B4-BE49-F238E27FC236}">
                <a16:creationId xmlns:a16="http://schemas.microsoft.com/office/drawing/2014/main" id="{6D2F7FD0-A8DA-8329-6E06-B9C49A00B938}"/>
              </a:ext>
            </a:extLst>
          </p:cNvPr>
          <p:cNvCxnSpPr>
            <a:cxnSpLocks/>
          </p:cNvCxnSpPr>
          <p:nvPr/>
        </p:nvCxnSpPr>
        <p:spPr>
          <a:xfrm>
            <a:off x="4443548" y="5028115"/>
            <a:ext cx="1087" cy="66401"/>
          </a:xfrm>
          <a:prstGeom prst="straightConnector1">
            <a:avLst/>
          </a:prstGeom>
          <a:ln>
            <a:solidFill>
              <a:schemeClr val="bg2">
                <a:lumMod val="65000"/>
              </a:schemeClr>
            </a:solidFill>
          </a:ln>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EF68D762-3688-6691-11F2-FC85CB3CFAA8}"/>
              </a:ext>
            </a:extLst>
          </p:cNvPr>
          <p:cNvSpPr txBox="1">
            <a:spLocks/>
          </p:cNvSpPr>
          <p:nvPr/>
        </p:nvSpPr>
        <p:spPr>
          <a:xfrm>
            <a:off x="7120036" y="1388035"/>
            <a:ext cx="2023312" cy="171201"/>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defRPr sz="2200"/>
            </a:pPr>
            <a:r>
              <a:rPr lang="en-US" sz="1000">
                <a:solidFill>
                  <a:schemeClr val="tx1"/>
                </a:solidFill>
              </a:rPr>
              <a:t>(Published on </a:t>
            </a:r>
            <a:r>
              <a:rPr lang="en-US" sz="1000" b="1">
                <a:solidFill>
                  <a:schemeClr val="tx1"/>
                </a:solidFill>
              </a:rPr>
              <a:t>arxiv.org</a:t>
            </a:r>
            <a:r>
              <a:rPr lang="en-US" sz="1000">
                <a:solidFill>
                  <a:schemeClr val="tx1"/>
                </a:solidFill>
              </a:rPr>
              <a:t> - Feb 2026 )</a:t>
            </a:r>
            <a:endParaRPr lang="en-US" sz="1000">
              <a:solidFill>
                <a:schemeClr val="tx1"/>
              </a:solidFill>
              <a:ea typeface="Calibri"/>
            </a:endParaRPr>
          </a:p>
        </p:txBody>
      </p:sp>
      <p:sp>
        <p:nvSpPr>
          <p:cNvPr id="8" name="Content Placeholder 2">
            <a:extLst>
              <a:ext uri="{FF2B5EF4-FFF2-40B4-BE49-F238E27FC236}">
                <a16:creationId xmlns:a16="http://schemas.microsoft.com/office/drawing/2014/main" id="{F602E7E0-C8D8-B10A-603B-BF4E29572FF4}"/>
              </a:ext>
            </a:extLst>
          </p:cNvPr>
          <p:cNvSpPr txBox="1">
            <a:spLocks/>
          </p:cNvSpPr>
          <p:nvPr/>
        </p:nvSpPr>
        <p:spPr>
          <a:xfrm>
            <a:off x="4861250" y="1382592"/>
            <a:ext cx="2017868" cy="178895"/>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defRPr sz="2200"/>
            </a:pPr>
            <a:r>
              <a:rPr lang="en-US" sz="1050" b="1">
                <a:solidFill>
                  <a:schemeClr val="tx1"/>
                </a:solidFill>
                <a:latin typeface="Calibri Light"/>
                <a:ea typeface="Calibri Light"/>
                <a:cs typeface="Calibri Light"/>
              </a:rPr>
              <a:t>Authors</a:t>
            </a:r>
            <a:r>
              <a:rPr lang="en-US" sz="1050">
                <a:solidFill>
                  <a:schemeClr val="tx1"/>
                </a:solidFill>
                <a:latin typeface="Calibri Light"/>
                <a:ea typeface="Calibri Light"/>
                <a:cs typeface="Calibri Light"/>
              </a:rPr>
              <a:t>:  Yingquan Wang, Li Zeng, </a:t>
            </a:r>
          </a:p>
        </p:txBody>
      </p:sp>
      <p:sp>
        <p:nvSpPr>
          <p:cNvPr id="11" name="Content Placeholder 2">
            <a:extLst>
              <a:ext uri="{FF2B5EF4-FFF2-40B4-BE49-F238E27FC236}">
                <a16:creationId xmlns:a16="http://schemas.microsoft.com/office/drawing/2014/main" id="{BCE76EC8-545A-0EC6-8C20-26E7E442C639}"/>
              </a:ext>
            </a:extLst>
          </p:cNvPr>
          <p:cNvSpPr txBox="1">
            <a:spLocks/>
          </p:cNvSpPr>
          <p:nvPr/>
        </p:nvSpPr>
        <p:spPr>
          <a:xfrm>
            <a:off x="5383764" y="1545878"/>
            <a:ext cx="1272196" cy="178895"/>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defRPr sz="2200"/>
            </a:pPr>
            <a:r>
              <a:rPr lang="en-US" sz="1050" dirty="0">
                <a:solidFill>
                  <a:schemeClr val="tx1"/>
                </a:solidFill>
                <a:latin typeface="Calibri Light"/>
                <a:ea typeface="Calibri Light"/>
                <a:cs typeface="Calibri Light"/>
              </a:rPr>
              <a:t>Tianyu Wei, </a:t>
            </a:r>
            <a:r>
              <a:rPr lang="en-US" sz="1050" dirty="0" err="1">
                <a:solidFill>
                  <a:schemeClr val="tx1"/>
                </a:solidFill>
                <a:latin typeface="Calibri Light"/>
                <a:ea typeface="Calibri Light"/>
                <a:cs typeface="Calibri Light"/>
              </a:rPr>
              <a:t>Qinsi</a:t>
            </a:r>
            <a:r>
              <a:rPr lang="en-US" sz="1050" dirty="0">
                <a:solidFill>
                  <a:schemeClr val="tx1"/>
                </a:solidFill>
                <a:latin typeface="Calibri Light"/>
                <a:ea typeface="Calibri Light"/>
                <a:cs typeface="Calibri Light"/>
              </a:rPr>
              <a:t> Li </a:t>
            </a:r>
            <a:endParaRPr lang="en-US" sz="1050">
              <a:solidFill>
                <a:schemeClr val="tx1"/>
              </a:solidFill>
              <a:latin typeface="Calibri Light"/>
              <a:ea typeface="Calibri Light"/>
              <a:cs typeface="Calibri Light"/>
            </a:endParaRPr>
          </a:p>
        </p:txBody>
      </p:sp>
    </p:spTree>
    <p:extLst>
      <p:ext uri="{BB962C8B-B14F-4D97-AF65-F5344CB8AC3E}">
        <p14:creationId xmlns:p14="http://schemas.microsoft.com/office/powerpoint/2010/main" val="380905407"/>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3D521-6545-AA6A-F051-BCDFE2915BC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CD22032-B5DF-B411-7BC1-56CEB09767AE}"/>
              </a:ext>
            </a:extLst>
          </p:cNvPr>
          <p:cNvSpPr>
            <a:spLocks noGrp="1"/>
          </p:cNvSpPr>
          <p:nvPr>
            <p:ph type="title"/>
          </p:nvPr>
        </p:nvSpPr>
        <p:spPr>
          <a:xfrm>
            <a:off x="173944" y="212849"/>
            <a:ext cx="3219182" cy="329018"/>
          </a:xfrm>
        </p:spPr>
        <p:txBody>
          <a:bodyPr/>
          <a:lstStyle/>
          <a:p>
            <a:r>
              <a:rPr lang="en-US" sz="2000" b="1">
                <a:latin typeface="Poppins"/>
                <a:cs typeface="Poppins"/>
              </a:rPr>
              <a:t>Implementation Steps</a:t>
            </a:r>
            <a:endParaRPr lang="en-US" sz="2000" b="1">
              <a:latin typeface="Poppins"/>
              <a:ea typeface="Calibri"/>
              <a:cs typeface="Poppins"/>
            </a:endParaRPr>
          </a:p>
        </p:txBody>
      </p:sp>
      <p:sp>
        <p:nvSpPr>
          <p:cNvPr id="8" name="Title 3">
            <a:extLst>
              <a:ext uri="{FF2B5EF4-FFF2-40B4-BE49-F238E27FC236}">
                <a16:creationId xmlns:a16="http://schemas.microsoft.com/office/drawing/2014/main" id="{5B7A7A8D-1966-8FD5-7A2D-152775503EC1}"/>
              </a:ext>
            </a:extLst>
          </p:cNvPr>
          <p:cNvSpPr txBox="1">
            <a:spLocks/>
          </p:cNvSpPr>
          <p:nvPr/>
        </p:nvSpPr>
        <p:spPr>
          <a:xfrm>
            <a:off x="1009418" y="983195"/>
            <a:ext cx="2979189" cy="347279"/>
          </a:xfrm>
          <a:prstGeom prst="rect">
            <a:avLst/>
          </a:prstGeom>
        </p:spPr>
        <p:txBody>
          <a:bodyPr vert="horz" wrap="square" lIns="0" tIns="12065" rIns="0" bIns="0" rtlCol="0" anchor="t">
            <a:noAutofit/>
          </a:bodyPr>
          <a:lstStyle>
            <a:lvl1pPr algn="l" defTabSz="914355" rtl="0" eaLnBrk="1" latinLnBrk="0" hangingPunct="1">
              <a:lnSpc>
                <a:spcPct val="90000"/>
              </a:lnSpc>
              <a:spcBef>
                <a:spcPct val="0"/>
              </a:spcBef>
              <a:buNone/>
              <a:defRPr lang="en-IN" sz="2400" b="0" kern="0" spc="0" baseline="0" dirty="0">
                <a:solidFill>
                  <a:schemeClr val="tx1"/>
                </a:solidFill>
                <a:latin typeface="+mj-lt"/>
                <a:ea typeface="+mj-ea"/>
                <a:cs typeface="+mj-cs"/>
              </a:defRPr>
            </a:lvl1pPr>
          </a:lstStyle>
          <a:p>
            <a:r>
              <a:rPr lang="en-US" sz="1800">
                <a:ea typeface="+mj-lt"/>
                <a:cs typeface="+mj-lt"/>
              </a:rPr>
              <a:t>Authors’ Implementation Steps</a:t>
            </a:r>
            <a:endParaRPr lang="en-US">
              <a:ea typeface="+mj-lt"/>
              <a:cs typeface="+mj-lt"/>
            </a:endParaRPr>
          </a:p>
        </p:txBody>
      </p:sp>
      <p:sp>
        <p:nvSpPr>
          <p:cNvPr id="9" name="Title 3">
            <a:extLst>
              <a:ext uri="{FF2B5EF4-FFF2-40B4-BE49-F238E27FC236}">
                <a16:creationId xmlns:a16="http://schemas.microsoft.com/office/drawing/2014/main" id="{9037394B-EFFA-A21E-203A-2BBA31C72D71}"/>
              </a:ext>
            </a:extLst>
          </p:cNvPr>
          <p:cNvSpPr txBox="1">
            <a:spLocks/>
          </p:cNvSpPr>
          <p:nvPr/>
        </p:nvSpPr>
        <p:spPr>
          <a:xfrm>
            <a:off x="5700686" y="546155"/>
            <a:ext cx="2527633" cy="347279"/>
          </a:xfrm>
          <a:prstGeom prst="rect">
            <a:avLst/>
          </a:prstGeom>
        </p:spPr>
        <p:txBody>
          <a:bodyPr vert="horz" wrap="square" lIns="0" tIns="12065" rIns="0" bIns="0" rtlCol="0" anchor="t">
            <a:noAutofit/>
          </a:bodyPr>
          <a:lstStyle>
            <a:lvl1pPr algn="l" defTabSz="914355" rtl="0" eaLnBrk="1" latinLnBrk="0" hangingPunct="1">
              <a:lnSpc>
                <a:spcPct val="90000"/>
              </a:lnSpc>
              <a:spcBef>
                <a:spcPct val="0"/>
              </a:spcBef>
              <a:buNone/>
              <a:defRPr lang="en-IN" sz="2400" b="0" kern="0" spc="0" baseline="0" dirty="0">
                <a:solidFill>
                  <a:schemeClr val="tx1"/>
                </a:solidFill>
                <a:latin typeface="+mj-lt"/>
                <a:ea typeface="+mj-ea"/>
                <a:cs typeface="+mj-cs"/>
              </a:defRPr>
            </a:lvl1pPr>
          </a:lstStyle>
          <a:p>
            <a:r>
              <a:rPr lang="en-US" sz="1800">
                <a:ea typeface="+mj-lt"/>
                <a:cs typeface="+mj-lt"/>
              </a:rPr>
              <a:t>Our Implementation Steps</a:t>
            </a:r>
            <a:endParaRPr lang="en-US">
              <a:ea typeface="+mj-lt"/>
              <a:cs typeface="+mj-lt"/>
            </a:endParaRPr>
          </a:p>
        </p:txBody>
      </p:sp>
      <p:pic>
        <p:nvPicPr>
          <p:cNvPr id="11" name="Picture 10" descr="A diagram of a graph&#10;&#10;AI-generated content may be incorrect.">
            <a:extLst>
              <a:ext uri="{FF2B5EF4-FFF2-40B4-BE49-F238E27FC236}">
                <a16:creationId xmlns:a16="http://schemas.microsoft.com/office/drawing/2014/main" id="{3470AE40-6D99-7D74-F25E-D0C40BB6FE7A}"/>
              </a:ext>
            </a:extLst>
          </p:cNvPr>
          <p:cNvPicPr>
            <a:picLocks noChangeAspect="1"/>
          </p:cNvPicPr>
          <p:nvPr/>
        </p:nvPicPr>
        <p:blipFill>
          <a:blip r:embed="rId3"/>
          <a:srcRect r="77"/>
          <a:stretch>
            <a:fillRect/>
          </a:stretch>
        </p:blipFill>
        <p:spPr>
          <a:xfrm>
            <a:off x="174171" y="1448227"/>
            <a:ext cx="4837065" cy="2589945"/>
          </a:xfrm>
          <a:prstGeom prst="rect">
            <a:avLst/>
          </a:prstGeom>
        </p:spPr>
      </p:pic>
      <p:pic>
        <p:nvPicPr>
          <p:cNvPr id="12" name="Picture 11">
            <a:extLst>
              <a:ext uri="{FF2B5EF4-FFF2-40B4-BE49-F238E27FC236}">
                <a16:creationId xmlns:a16="http://schemas.microsoft.com/office/drawing/2014/main" id="{8E1F6C44-2AA4-4333-A44D-87278653823D}"/>
              </a:ext>
            </a:extLst>
          </p:cNvPr>
          <p:cNvPicPr>
            <a:picLocks noChangeAspect="1"/>
          </p:cNvPicPr>
          <p:nvPr/>
        </p:nvPicPr>
        <p:blipFill>
          <a:blip r:embed="rId4"/>
          <a:stretch>
            <a:fillRect/>
          </a:stretch>
        </p:blipFill>
        <p:spPr>
          <a:xfrm>
            <a:off x="6111248" y="1045028"/>
            <a:ext cx="1874503" cy="3608615"/>
          </a:xfrm>
          <a:prstGeom prst="rect">
            <a:avLst/>
          </a:prstGeom>
        </p:spPr>
      </p:pic>
      <p:sp>
        <p:nvSpPr>
          <p:cNvPr id="10" name="Slide Number Placeholder 1">
            <a:extLst>
              <a:ext uri="{FF2B5EF4-FFF2-40B4-BE49-F238E27FC236}">
                <a16:creationId xmlns:a16="http://schemas.microsoft.com/office/drawing/2014/main" id="{1B56E205-DDC0-E1D3-DE36-318A0A593E82}"/>
              </a:ext>
            </a:extLst>
          </p:cNvPr>
          <p:cNvSpPr>
            <a:spLocks noGrp="1"/>
          </p:cNvSpPr>
          <p:nvPr>
            <p:ph type="sldNum" sz="quarter" idx="12"/>
          </p:nvPr>
        </p:nvSpPr>
        <p:spPr>
          <a:xfrm>
            <a:off x="4312604" y="4923599"/>
            <a:ext cx="300588" cy="127170"/>
          </a:xfrm>
        </p:spPr>
        <p:txBody>
          <a:bodyPr/>
          <a:lstStyle/>
          <a:p>
            <a:fld id="{662A0901-ACEF-4BE9-9C8C-C119B421173E}" type="slidenum">
              <a:rPr lang="en-US" smtClean="0"/>
              <a:pPr/>
              <a:t>3</a:t>
            </a:fld>
            <a:endParaRPr lang="en-US"/>
          </a:p>
        </p:txBody>
      </p:sp>
      <p:sp>
        <p:nvSpPr>
          <p:cNvPr id="14" name="Footer Placeholder 2">
            <a:extLst>
              <a:ext uri="{FF2B5EF4-FFF2-40B4-BE49-F238E27FC236}">
                <a16:creationId xmlns:a16="http://schemas.microsoft.com/office/drawing/2014/main" id="{50B1D27C-EE8D-C194-9DEB-1FBC0AEF58E9}"/>
              </a:ext>
            </a:extLst>
          </p:cNvPr>
          <p:cNvSpPr>
            <a:spLocks noGrp="1"/>
          </p:cNvSpPr>
          <p:nvPr>
            <p:ph type="ftr" sz="quarter" idx="13"/>
          </p:nvPr>
        </p:nvSpPr>
        <p:spPr>
          <a:xfrm>
            <a:off x="4570610" y="4923599"/>
            <a:ext cx="1603957" cy="127170"/>
          </a:xfrm>
        </p:spPr>
        <p:txBody>
          <a:bodyPr/>
          <a:lstStyle/>
          <a:p>
            <a:pPr defTabSz="914355"/>
            <a:r>
              <a:rPr lang="en-US"/>
              <a:t>TCS confidential</a:t>
            </a:r>
          </a:p>
        </p:txBody>
      </p:sp>
    </p:spTree>
    <p:extLst>
      <p:ext uri="{BB962C8B-B14F-4D97-AF65-F5344CB8AC3E}">
        <p14:creationId xmlns:p14="http://schemas.microsoft.com/office/powerpoint/2010/main" val="35647718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68C2B-E276-C50E-0916-7A868543B85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F55CA9-B320-0E48-E5B8-1CCE5F766139}"/>
              </a:ext>
            </a:extLst>
          </p:cNvPr>
          <p:cNvSpPr>
            <a:spLocks noGrp="1"/>
          </p:cNvSpPr>
          <p:nvPr>
            <p:ph type="sldNum" sz="quarter" idx="12"/>
          </p:nvPr>
        </p:nvSpPr>
        <p:spPr/>
        <p:txBody>
          <a:bodyPr/>
          <a:lstStyle/>
          <a:p>
            <a:fld id="{662A0901-ACEF-4BE9-9C8C-C119B421173E}" type="slidenum">
              <a:rPr lang="en-US" smtClean="0"/>
              <a:pPr/>
              <a:t>4</a:t>
            </a:fld>
            <a:endParaRPr lang="en-US"/>
          </a:p>
        </p:txBody>
      </p:sp>
      <p:sp>
        <p:nvSpPr>
          <p:cNvPr id="3" name="Footer Placeholder 2">
            <a:extLst>
              <a:ext uri="{FF2B5EF4-FFF2-40B4-BE49-F238E27FC236}">
                <a16:creationId xmlns:a16="http://schemas.microsoft.com/office/drawing/2014/main" id="{5F6A91D2-DA81-30CE-FF34-D4DD02BCEF4E}"/>
              </a:ext>
            </a:extLst>
          </p:cNvPr>
          <p:cNvSpPr>
            <a:spLocks noGrp="1"/>
          </p:cNvSpPr>
          <p:nvPr>
            <p:ph type="ftr" sz="quarter" idx="13"/>
          </p:nvPr>
        </p:nvSpPr>
        <p:spPr/>
        <p:txBody>
          <a:bodyPr/>
          <a:lstStyle/>
          <a:p>
            <a:pPr defTabSz="914355"/>
            <a:r>
              <a:rPr lang="en-US"/>
              <a:t>TCS confidential</a:t>
            </a:r>
          </a:p>
        </p:txBody>
      </p:sp>
      <p:sp>
        <p:nvSpPr>
          <p:cNvPr id="4" name="Title 3">
            <a:extLst>
              <a:ext uri="{FF2B5EF4-FFF2-40B4-BE49-F238E27FC236}">
                <a16:creationId xmlns:a16="http://schemas.microsoft.com/office/drawing/2014/main" id="{9D1BEFE8-4659-D459-1369-AB3524864DE9}"/>
              </a:ext>
            </a:extLst>
          </p:cNvPr>
          <p:cNvSpPr>
            <a:spLocks noGrp="1"/>
          </p:cNvSpPr>
          <p:nvPr>
            <p:ph type="title"/>
          </p:nvPr>
        </p:nvSpPr>
        <p:spPr>
          <a:xfrm>
            <a:off x="190273" y="250949"/>
            <a:ext cx="8651153" cy="318985"/>
          </a:xfrm>
        </p:spPr>
        <p:txBody>
          <a:bodyPr/>
          <a:lstStyle/>
          <a:p>
            <a:r>
              <a:rPr lang="en-US" sz="2000" b="1">
                <a:latin typeface="Poppins"/>
                <a:cs typeface="Poppins"/>
              </a:rPr>
              <a:t>Challenges</a:t>
            </a:r>
            <a:endParaRPr lang="en-US" sz="2000" b="1">
              <a:latin typeface="Poppins"/>
              <a:ea typeface="Calibri"/>
              <a:cs typeface="Poppins"/>
            </a:endParaRPr>
          </a:p>
        </p:txBody>
      </p:sp>
      <p:sp>
        <p:nvSpPr>
          <p:cNvPr id="7" name="Rectangle: Rounded Corners 6">
            <a:extLst>
              <a:ext uri="{FF2B5EF4-FFF2-40B4-BE49-F238E27FC236}">
                <a16:creationId xmlns:a16="http://schemas.microsoft.com/office/drawing/2014/main" id="{63780766-63BE-4F09-E0C5-14750ADC6052}"/>
              </a:ext>
            </a:extLst>
          </p:cNvPr>
          <p:cNvSpPr/>
          <p:nvPr/>
        </p:nvSpPr>
        <p:spPr>
          <a:xfrm>
            <a:off x="974271" y="1134836"/>
            <a:ext cx="7505700" cy="696686"/>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9" name="Content Placeholder 2">
            <a:extLst>
              <a:ext uri="{FF2B5EF4-FFF2-40B4-BE49-F238E27FC236}">
                <a16:creationId xmlns:a16="http://schemas.microsoft.com/office/drawing/2014/main" id="{D9BE1FEF-87AB-CFC1-9B9C-F2018CA05625}"/>
              </a:ext>
            </a:extLst>
          </p:cNvPr>
          <p:cNvSpPr txBox="1">
            <a:spLocks/>
          </p:cNvSpPr>
          <p:nvPr/>
        </p:nvSpPr>
        <p:spPr>
          <a:xfrm>
            <a:off x="866847" y="1262171"/>
            <a:ext cx="7718259" cy="448200"/>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lgn="ctr">
              <a:defRPr sz="2200"/>
            </a:pPr>
            <a:r>
              <a:rPr lang="en-US" sz="1400" b="1">
                <a:solidFill>
                  <a:schemeClr val="tx1"/>
                </a:solidFill>
                <a:ea typeface="Calibri"/>
              </a:rPr>
              <a:t>Paper constraint</a:t>
            </a:r>
            <a:r>
              <a:rPr lang="en-US" sz="1400">
                <a:solidFill>
                  <a:schemeClr val="tx1"/>
                </a:solidFill>
                <a:ea typeface="Calibri"/>
              </a:rPr>
              <a:t>: Educational KG construction should be automated and scalable.</a:t>
            </a:r>
            <a:endParaRPr lang="en-US">
              <a:ea typeface="Calibri"/>
            </a:endParaRPr>
          </a:p>
          <a:p>
            <a:pPr algn="ctr">
              <a:defRPr sz="2200"/>
            </a:pPr>
            <a:r>
              <a:rPr lang="en-US" sz="1400" b="1">
                <a:solidFill>
                  <a:schemeClr val="tx1"/>
                </a:solidFill>
                <a:ea typeface="Calibri"/>
              </a:rPr>
              <a:t>Our adaptation</a:t>
            </a:r>
            <a:r>
              <a:rPr lang="en-US" sz="1400">
                <a:solidFill>
                  <a:schemeClr val="tx1"/>
                </a:solidFill>
                <a:ea typeface="Calibri"/>
              </a:rPr>
              <a:t>: LLMs are used for concept extraction, cleanup, and prerequisite enrichment.</a:t>
            </a:r>
          </a:p>
        </p:txBody>
      </p:sp>
      <p:sp>
        <p:nvSpPr>
          <p:cNvPr id="11" name="Rectangle: Rounded Corners 10">
            <a:extLst>
              <a:ext uri="{FF2B5EF4-FFF2-40B4-BE49-F238E27FC236}">
                <a16:creationId xmlns:a16="http://schemas.microsoft.com/office/drawing/2014/main" id="{9B794231-E0F9-A2FD-E22F-30E950122A04}"/>
              </a:ext>
            </a:extLst>
          </p:cNvPr>
          <p:cNvSpPr/>
          <p:nvPr/>
        </p:nvSpPr>
        <p:spPr>
          <a:xfrm>
            <a:off x="974271" y="2038350"/>
            <a:ext cx="7505700" cy="696686"/>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8" name="Content Placeholder 2">
            <a:extLst>
              <a:ext uri="{FF2B5EF4-FFF2-40B4-BE49-F238E27FC236}">
                <a16:creationId xmlns:a16="http://schemas.microsoft.com/office/drawing/2014/main" id="{0C5DE488-51FE-8425-C2D2-0F60C5B7EFCC}"/>
              </a:ext>
            </a:extLst>
          </p:cNvPr>
          <p:cNvSpPr txBox="1">
            <a:spLocks/>
          </p:cNvSpPr>
          <p:nvPr/>
        </p:nvSpPr>
        <p:spPr>
          <a:xfrm>
            <a:off x="714447" y="2138471"/>
            <a:ext cx="8126473" cy="448200"/>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lgn="ctr">
              <a:defRPr sz="2200"/>
            </a:pPr>
            <a:r>
              <a:rPr lang="en-US" sz="1400" b="1">
                <a:solidFill>
                  <a:schemeClr val="tx1"/>
                </a:solidFill>
                <a:ea typeface="Calibri"/>
              </a:rPr>
              <a:t>Evaluation constraint</a:t>
            </a:r>
            <a:r>
              <a:rPr lang="en-US" sz="1400">
                <a:solidFill>
                  <a:schemeClr val="tx1"/>
                </a:solidFill>
                <a:ea typeface="Calibri"/>
              </a:rPr>
              <a:t>: No gold standard available</a:t>
            </a:r>
            <a:endParaRPr lang="en-US">
              <a:ea typeface="Calibri"/>
            </a:endParaRPr>
          </a:p>
          <a:p>
            <a:pPr algn="ctr">
              <a:defRPr sz="2200"/>
            </a:pPr>
            <a:r>
              <a:rPr lang="en-US" sz="1400" b="1">
                <a:solidFill>
                  <a:schemeClr val="tx1"/>
                </a:solidFill>
                <a:ea typeface="Calibri"/>
              </a:rPr>
              <a:t>Our approach</a:t>
            </a:r>
            <a:r>
              <a:rPr lang="en-US" sz="1400">
                <a:solidFill>
                  <a:schemeClr val="tx1"/>
                </a:solidFill>
                <a:ea typeface="Calibri"/>
              </a:rPr>
              <a:t>: Used metrics for graph quality, retrieval coverage, and learner progress.</a:t>
            </a:r>
          </a:p>
        </p:txBody>
      </p:sp>
      <p:sp>
        <p:nvSpPr>
          <p:cNvPr id="12" name="Rectangle: Rounded Corners 11">
            <a:extLst>
              <a:ext uri="{FF2B5EF4-FFF2-40B4-BE49-F238E27FC236}">
                <a16:creationId xmlns:a16="http://schemas.microsoft.com/office/drawing/2014/main" id="{6A75DD94-2030-9B86-0FF8-716B3B306A29}"/>
              </a:ext>
            </a:extLst>
          </p:cNvPr>
          <p:cNvSpPr/>
          <p:nvPr/>
        </p:nvSpPr>
        <p:spPr>
          <a:xfrm>
            <a:off x="979714" y="2958193"/>
            <a:ext cx="7505700" cy="696686"/>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0" name="Content Placeholder 2">
            <a:extLst>
              <a:ext uri="{FF2B5EF4-FFF2-40B4-BE49-F238E27FC236}">
                <a16:creationId xmlns:a16="http://schemas.microsoft.com/office/drawing/2014/main" id="{DC6D3E34-272A-8CF1-0448-2013A9920181}"/>
              </a:ext>
            </a:extLst>
          </p:cNvPr>
          <p:cNvSpPr txBox="1">
            <a:spLocks/>
          </p:cNvSpPr>
          <p:nvPr/>
        </p:nvSpPr>
        <p:spPr>
          <a:xfrm>
            <a:off x="2015290" y="3063757"/>
            <a:ext cx="5513902" cy="448200"/>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lgn="ctr">
              <a:defRPr sz="2200"/>
            </a:pPr>
            <a:r>
              <a:rPr lang="en-US" sz="1400" b="1">
                <a:solidFill>
                  <a:schemeClr val="tx1"/>
                </a:solidFill>
                <a:ea typeface="Calibri"/>
              </a:rPr>
              <a:t>Additional constraint</a:t>
            </a:r>
            <a:r>
              <a:rPr lang="en-US" sz="1400">
                <a:solidFill>
                  <a:schemeClr val="tx1"/>
                </a:solidFill>
                <a:ea typeface="Calibri"/>
              </a:rPr>
              <a:t>: Lexical retrieval missed concepts.</a:t>
            </a:r>
            <a:endParaRPr lang="en-US">
              <a:ea typeface="Calibri"/>
            </a:endParaRPr>
          </a:p>
          <a:p>
            <a:pPr algn="ctr">
              <a:defRPr sz="2200"/>
            </a:pPr>
            <a:r>
              <a:rPr lang="en-US" sz="1400" b="1">
                <a:solidFill>
                  <a:schemeClr val="tx1"/>
                </a:solidFill>
                <a:ea typeface="Calibri"/>
              </a:rPr>
              <a:t>Our solution</a:t>
            </a:r>
            <a:r>
              <a:rPr lang="en-US" sz="1400">
                <a:solidFill>
                  <a:schemeClr val="tx1"/>
                </a:solidFill>
                <a:ea typeface="Calibri"/>
              </a:rPr>
              <a:t>: Added semantic embedding-based mapping and retrieval.</a:t>
            </a:r>
          </a:p>
        </p:txBody>
      </p:sp>
      <p:sp>
        <p:nvSpPr>
          <p:cNvPr id="13" name="Flowchart: Connector 12">
            <a:extLst>
              <a:ext uri="{FF2B5EF4-FFF2-40B4-BE49-F238E27FC236}">
                <a16:creationId xmlns:a16="http://schemas.microsoft.com/office/drawing/2014/main" id="{54E5C28A-2622-FC90-ED8A-9A610AAB8B7D}"/>
              </a:ext>
            </a:extLst>
          </p:cNvPr>
          <p:cNvSpPr/>
          <p:nvPr/>
        </p:nvSpPr>
        <p:spPr>
          <a:xfrm>
            <a:off x="250371" y="1249136"/>
            <a:ext cx="457200" cy="457200"/>
          </a:xfrm>
          <a:prstGeom prst="flowChartConnector">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a:solidFill>
                  <a:schemeClr val="tx1"/>
                </a:solidFill>
                <a:ea typeface="Calibri Light"/>
                <a:cs typeface="Calibri Light"/>
              </a:rPr>
              <a:t>1</a:t>
            </a:r>
          </a:p>
        </p:txBody>
      </p:sp>
      <p:sp>
        <p:nvSpPr>
          <p:cNvPr id="14" name="Flowchart: Connector 13">
            <a:extLst>
              <a:ext uri="{FF2B5EF4-FFF2-40B4-BE49-F238E27FC236}">
                <a16:creationId xmlns:a16="http://schemas.microsoft.com/office/drawing/2014/main" id="{AEC16736-5737-419C-4A38-E44B7447290A}"/>
              </a:ext>
            </a:extLst>
          </p:cNvPr>
          <p:cNvSpPr/>
          <p:nvPr/>
        </p:nvSpPr>
        <p:spPr>
          <a:xfrm>
            <a:off x="250371" y="2130879"/>
            <a:ext cx="457200" cy="457200"/>
          </a:xfrm>
          <a:prstGeom prst="flowChartConnector">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a:solidFill>
                  <a:schemeClr val="tx1"/>
                </a:solidFill>
                <a:ea typeface="Calibri Light"/>
                <a:cs typeface="Calibri Light"/>
              </a:rPr>
              <a:t>2</a:t>
            </a:r>
          </a:p>
        </p:txBody>
      </p:sp>
      <p:sp>
        <p:nvSpPr>
          <p:cNvPr id="16" name="Flowchart: Connector 15">
            <a:extLst>
              <a:ext uri="{FF2B5EF4-FFF2-40B4-BE49-F238E27FC236}">
                <a16:creationId xmlns:a16="http://schemas.microsoft.com/office/drawing/2014/main" id="{7CC1383B-06B0-968F-9199-487BBA7304F5}"/>
              </a:ext>
            </a:extLst>
          </p:cNvPr>
          <p:cNvSpPr/>
          <p:nvPr/>
        </p:nvSpPr>
        <p:spPr>
          <a:xfrm>
            <a:off x="250371" y="3056164"/>
            <a:ext cx="457200" cy="457200"/>
          </a:xfrm>
          <a:prstGeom prst="flowChartConnector">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a:solidFill>
                  <a:schemeClr val="tx1"/>
                </a:solidFill>
                <a:ea typeface="Calibri Light"/>
                <a:cs typeface="Calibri Light"/>
              </a:rPr>
              <a:t>3</a:t>
            </a:r>
          </a:p>
        </p:txBody>
      </p:sp>
    </p:spTree>
    <p:extLst>
      <p:ext uri="{BB962C8B-B14F-4D97-AF65-F5344CB8AC3E}">
        <p14:creationId xmlns:p14="http://schemas.microsoft.com/office/powerpoint/2010/main" val="3598364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5CC8B-70EC-9820-82D6-4B9423B9600A}"/>
            </a:ext>
          </a:extLst>
        </p:cNvPr>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D0415019-4B80-540A-4386-6B11A57D01ED}"/>
              </a:ext>
            </a:extLst>
          </p:cNvPr>
          <p:cNvSpPr/>
          <p:nvPr/>
        </p:nvSpPr>
        <p:spPr>
          <a:xfrm>
            <a:off x="5078185" y="1260023"/>
            <a:ext cx="3761015" cy="2672443"/>
          </a:xfrm>
          <a:prstGeom prst="roundRect">
            <a:avLst/>
          </a:prstGeom>
          <a:solidFill>
            <a:schemeClr val="accent2">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cxnSp>
        <p:nvCxnSpPr>
          <p:cNvPr id="10" name="Straight Arrow Connector 9">
            <a:extLst>
              <a:ext uri="{FF2B5EF4-FFF2-40B4-BE49-F238E27FC236}">
                <a16:creationId xmlns:a16="http://schemas.microsoft.com/office/drawing/2014/main" id="{3232F694-8FE2-1444-7597-102989B762BC}"/>
              </a:ext>
            </a:extLst>
          </p:cNvPr>
          <p:cNvCxnSpPr/>
          <p:nvPr/>
        </p:nvCxnSpPr>
        <p:spPr>
          <a:xfrm flipV="1">
            <a:off x="446315" y="1113064"/>
            <a:ext cx="2231568" cy="5443"/>
          </a:xfrm>
          <a:prstGeom prst="straightConnector1">
            <a:avLst/>
          </a:prstGeom>
          <a:ln/>
        </p:spPr>
        <p:style>
          <a:lnRef idx="1">
            <a:schemeClr val="accent6"/>
          </a:lnRef>
          <a:fillRef idx="0">
            <a:schemeClr val="accent6"/>
          </a:fillRef>
          <a:effectRef idx="0">
            <a:schemeClr val="accent6"/>
          </a:effectRef>
          <a:fontRef idx="minor">
            <a:schemeClr val="tx1"/>
          </a:fontRef>
        </p:style>
      </p:cxnSp>
      <p:sp>
        <p:nvSpPr>
          <p:cNvPr id="7" name="Rectangle: Rounded Corners 6">
            <a:extLst>
              <a:ext uri="{FF2B5EF4-FFF2-40B4-BE49-F238E27FC236}">
                <a16:creationId xmlns:a16="http://schemas.microsoft.com/office/drawing/2014/main" id="{4B8848ED-C5A3-A9E2-D25B-A6D6FB55A2E6}"/>
              </a:ext>
            </a:extLst>
          </p:cNvPr>
          <p:cNvSpPr/>
          <p:nvPr/>
        </p:nvSpPr>
        <p:spPr>
          <a:xfrm>
            <a:off x="179615" y="1260023"/>
            <a:ext cx="4762500" cy="3075214"/>
          </a:xfrm>
          <a:prstGeom prst="roundRect">
            <a:avLst/>
          </a:prstGeom>
          <a:solidFill>
            <a:schemeClr val="accent2">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 name="Slide Number Placeholder 1">
            <a:extLst>
              <a:ext uri="{FF2B5EF4-FFF2-40B4-BE49-F238E27FC236}">
                <a16:creationId xmlns:a16="http://schemas.microsoft.com/office/drawing/2014/main" id="{16FF5496-4B5D-974B-0434-18C06D2115C8}"/>
              </a:ext>
            </a:extLst>
          </p:cNvPr>
          <p:cNvSpPr>
            <a:spLocks noGrp="1"/>
          </p:cNvSpPr>
          <p:nvPr>
            <p:ph type="sldNum" sz="quarter" idx="12"/>
          </p:nvPr>
        </p:nvSpPr>
        <p:spPr/>
        <p:txBody>
          <a:bodyPr/>
          <a:lstStyle/>
          <a:p>
            <a:fld id="{662A0901-ACEF-4BE9-9C8C-C119B421173E}" type="slidenum">
              <a:rPr lang="en-US" smtClean="0"/>
              <a:pPr/>
              <a:t>5</a:t>
            </a:fld>
            <a:endParaRPr lang="en-US"/>
          </a:p>
        </p:txBody>
      </p:sp>
      <p:sp>
        <p:nvSpPr>
          <p:cNvPr id="3" name="Footer Placeholder 2">
            <a:extLst>
              <a:ext uri="{FF2B5EF4-FFF2-40B4-BE49-F238E27FC236}">
                <a16:creationId xmlns:a16="http://schemas.microsoft.com/office/drawing/2014/main" id="{DB30ED7B-2D1A-8048-4492-D9CA723F9743}"/>
              </a:ext>
            </a:extLst>
          </p:cNvPr>
          <p:cNvSpPr>
            <a:spLocks noGrp="1"/>
          </p:cNvSpPr>
          <p:nvPr>
            <p:ph type="ftr" sz="quarter" idx="13"/>
          </p:nvPr>
        </p:nvSpPr>
        <p:spPr/>
        <p:txBody>
          <a:bodyPr/>
          <a:lstStyle/>
          <a:p>
            <a:pPr defTabSz="914355"/>
            <a:r>
              <a:rPr lang="en-US"/>
              <a:t>TCS confidential</a:t>
            </a:r>
          </a:p>
        </p:txBody>
      </p:sp>
      <p:sp>
        <p:nvSpPr>
          <p:cNvPr id="8" name="TextBox 7">
            <a:extLst>
              <a:ext uri="{FF2B5EF4-FFF2-40B4-BE49-F238E27FC236}">
                <a16:creationId xmlns:a16="http://schemas.microsoft.com/office/drawing/2014/main" id="{69A556C1-AFBE-C695-4A78-0A3D42361611}"/>
              </a:ext>
            </a:extLst>
          </p:cNvPr>
          <p:cNvSpPr txBox="1"/>
          <p:nvPr/>
        </p:nvSpPr>
        <p:spPr>
          <a:xfrm>
            <a:off x="180401" y="201610"/>
            <a:ext cx="4983485" cy="313547"/>
          </a:xfrm>
          <a:prstGeom prst="rect">
            <a:avLst/>
          </a:prstGeom>
          <a:noFill/>
        </p:spPr>
        <p:txBody>
          <a:bodyPr wrap="square" lIns="91440" tIns="45720" rIns="91440" bIns="45720" rtlCol="0" anchor="t">
            <a:spAutoFit/>
          </a:bodyPr>
          <a:lstStyle/>
          <a:p>
            <a:pPr fontAlgn="t">
              <a:lnSpc>
                <a:spcPts val="1500"/>
              </a:lnSpc>
              <a:buNone/>
            </a:pPr>
            <a:r>
              <a:rPr lang="en-US" sz="2000" b="1">
                <a:latin typeface="Poppins"/>
                <a:cs typeface="Poppins"/>
              </a:rPr>
              <a:t>Implementation Framework</a:t>
            </a:r>
            <a:endParaRPr lang="en-US" sz="2000" b="1">
              <a:latin typeface="Poppins"/>
              <a:ea typeface="Calibri"/>
              <a:cs typeface="Poppins"/>
            </a:endParaRPr>
          </a:p>
        </p:txBody>
      </p:sp>
      <p:sp>
        <p:nvSpPr>
          <p:cNvPr id="12" name="Title 3">
            <a:extLst>
              <a:ext uri="{FF2B5EF4-FFF2-40B4-BE49-F238E27FC236}">
                <a16:creationId xmlns:a16="http://schemas.microsoft.com/office/drawing/2014/main" id="{C2345D01-E34F-2243-90BC-B7D62E3B59F4}"/>
              </a:ext>
            </a:extLst>
          </p:cNvPr>
          <p:cNvSpPr>
            <a:spLocks noGrp="1"/>
          </p:cNvSpPr>
          <p:nvPr>
            <p:ph type="title"/>
          </p:nvPr>
        </p:nvSpPr>
        <p:spPr>
          <a:xfrm>
            <a:off x="442520" y="871720"/>
            <a:ext cx="2305265" cy="211208"/>
          </a:xfrm>
        </p:spPr>
        <p:txBody>
          <a:bodyPr vert="horz" wrap="square" lIns="0" tIns="12065" rIns="0" bIns="0" rtlCol="0" anchor="t">
            <a:noAutofit/>
          </a:bodyPr>
          <a:lstStyle/>
          <a:p>
            <a:r>
              <a:rPr lang="en-US" sz="1600" b="1"/>
              <a:t>Tools/Technologies Used:</a:t>
            </a:r>
            <a:endParaRPr lang="en-US" sz="1600" b="1">
              <a:ea typeface="Calibri"/>
              <a:cs typeface="Calibri"/>
            </a:endParaRPr>
          </a:p>
        </p:txBody>
      </p:sp>
      <p:sp>
        <p:nvSpPr>
          <p:cNvPr id="14" name="Content Placeholder 2">
            <a:extLst>
              <a:ext uri="{FF2B5EF4-FFF2-40B4-BE49-F238E27FC236}">
                <a16:creationId xmlns:a16="http://schemas.microsoft.com/office/drawing/2014/main" id="{2D995278-C372-A989-9A95-3F7F9F3CA658}"/>
              </a:ext>
            </a:extLst>
          </p:cNvPr>
          <p:cNvSpPr txBox="1">
            <a:spLocks/>
          </p:cNvSpPr>
          <p:nvPr/>
        </p:nvSpPr>
        <p:spPr>
          <a:xfrm>
            <a:off x="474959" y="1294829"/>
            <a:ext cx="4356908" cy="2933752"/>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lnSpc>
                <a:spcPct val="150000"/>
              </a:lnSpc>
              <a:buChar char="•"/>
              <a:defRPr sz="2200"/>
            </a:pPr>
            <a:r>
              <a:rPr lang="en-US" sz="1600">
                <a:solidFill>
                  <a:schemeClr val="tx1"/>
                </a:solidFill>
                <a:ea typeface="Calibri"/>
              </a:rPr>
              <a:t>Programming Language: </a:t>
            </a:r>
            <a:r>
              <a:rPr lang="en-US" sz="1600" b="1">
                <a:solidFill>
                  <a:schemeClr val="tx1"/>
                </a:solidFill>
                <a:ea typeface="Calibri"/>
              </a:rPr>
              <a:t>Python</a:t>
            </a:r>
          </a:p>
          <a:p>
            <a:pPr marL="285750" indent="-285750">
              <a:lnSpc>
                <a:spcPct val="150000"/>
              </a:lnSpc>
              <a:buFont typeface="Arial" panose="020B0604020202020204" pitchFamily="34" charset="0"/>
              <a:buChar char="•"/>
              <a:defRPr sz="2200"/>
            </a:pPr>
            <a:r>
              <a:rPr lang="en-US" sz="1600">
                <a:solidFill>
                  <a:schemeClr val="tx1"/>
                </a:solidFill>
                <a:ea typeface="Calibri"/>
              </a:rPr>
              <a:t>Embedding Model: </a:t>
            </a:r>
            <a:br>
              <a:rPr lang="en-US" sz="1600" dirty="0">
                <a:ea typeface="Calibri"/>
              </a:rPr>
            </a:br>
            <a:r>
              <a:rPr lang="en-US" sz="1600" b="1">
                <a:solidFill>
                  <a:schemeClr val="tx1"/>
                </a:solidFill>
                <a:ea typeface="Calibri"/>
              </a:rPr>
              <a:t>text-embedding-3-small</a:t>
            </a:r>
          </a:p>
          <a:p>
            <a:pPr marL="285750" indent="-285750">
              <a:lnSpc>
                <a:spcPct val="150000"/>
              </a:lnSpc>
              <a:buFont typeface="Arial" panose="020B0604020202020204" pitchFamily="34" charset="0"/>
              <a:buChar char="•"/>
              <a:defRPr sz="2200"/>
            </a:pPr>
            <a:r>
              <a:rPr lang="en-US" sz="1600">
                <a:solidFill>
                  <a:schemeClr val="tx1"/>
                </a:solidFill>
                <a:ea typeface="Calibri"/>
              </a:rPr>
              <a:t>LLM: </a:t>
            </a:r>
            <a:r>
              <a:rPr lang="en-US" sz="1600" b="1">
                <a:solidFill>
                  <a:schemeClr val="tx1"/>
                </a:solidFill>
                <a:ea typeface="Calibri"/>
              </a:rPr>
              <a:t>Azure OpenAI</a:t>
            </a:r>
            <a:r>
              <a:rPr lang="en-US" sz="1600">
                <a:solidFill>
                  <a:schemeClr val="tx1"/>
                </a:solidFill>
                <a:ea typeface="Calibri"/>
              </a:rPr>
              <a:t> (</a:t>
            </a:r>
            <a:r>
              <a:rPr lang="en-US" sz="1600" b="1">
                <a:solidFill>
                  <a:schemeClr val="tx1"/>
                </a:solidFill>
                <a:ea typeface="Calibri"/>
              </a:rPr>
              <a:t>GPT-4o</a:t>
            </a:r>
            <a:r>
              <a:rPr lang="en-US" sz="1600">
                <a:solidFill>
                  <a:schemeClr val="tx1"/>
                </a:solidFill>
                <a:ea typeface="Calibri"/>
              </a:rPr>
              <a:t>)</a:t>
            </a:r>
            <a:endParaRPr lang="en-US" sz="1600" b="1">
              <a:solidFill>
                <a:schemeClr val="tx1"/>
              </a:solidFill>
              <a:ea typeface="Calibri"/>
            </a:endParaRPr>
          </a:p>
          <a:p>
            <a:pPr marL="285750" indent="-285750">
              <a:lnSpc>
                <a:spcPct val="150000"/>
              </a:lnSpc>
              <a:buFont typeface="Arial" panose="020B0604020202020204" pitchFamily="34" charset="0"/>
              <a:buChar char="•"/>
              <a:defRPr sz="2200"/>
            </a:pPr>
            <a:r>
              <a:rPr lang="en-US" sz="1600" dirty="0">
                <a:solidFill>
                  <a:schemeClr val="tx1"/>
                </a:solidFill>
                <a:ea typeface="Calibri"/>
              </a:rPr>
              <a:t>Knowledge Graph Visualization: </a:t>
            </a:r>
            <a:r>
              <a:rPr lang="en-US" sz="1600" b="1" dirty="0" err="1">
                <a:solidFill>
                  <a:schemeClr val="tx1"/>
                </a:solidFill>
                <a:ea typeface="Calibri"/>
              </a:rPr>
              <a:t>NetworkX</a:t>
            </a:r>
            <a:r>
              <a:rPr lang="en-US" sz="1600" dirty="0">
                <a:solidFill>
                  <a:schemeClr val="tx1"/>
                </a:solidFill>
                <a:ea typeface="Calibri"/>
              </a:rPr>
              <a:t>, </a:t>
            </a:r>
            <a:r>
              <a:rPr lang="en-US" sz="1600" b="1" dirty="0" err="1">
                <a:solidFill>
                  <a:schemeClr val="tx1"/>
                </a:solidFill>
                <a:ea typeface="Calibri"/>
              </a:rPr>
              <a:t>PyVis</a:t>
            </a:r>
            <a:endParaRPr lang="en-US" sz="1600" b="1" dirty="0">
              <a:solidFill>
                <a:schemeClr val="tx1"/>
              </a:solidFill>
              <a:ea typeface="Calibri"/>
            </a:endParaRPr>
          </a:p>
          <a:p>
            <a:pPr marL="285750" indent="-285750">
              <a:lnSpc>
                <a:spcPct val="150000"/>
              </a:lnSpc>
              <a:buFont typeface="Arial" panose="020B0604020202020204" pitchFamily="34" charset="0"/>
              <a:buChar char="•"/>
              <a:defRPr sz="2200"/>
            </a:pPr>
            <a:r>
              <a:rPr lang="en-US" sz="1600">
                <a:solidFill>
                  <a:schemeClr val="tx1"/>
                </a:solidFill>
                <a:ea typeface="Calibri"/>
              </a:rPr>
              <a:t>Adaptive Learning: </a:t>
            </a:r>
            <a:r>
              <a:rPr lang="en-US" sz="1600" b="1">
                <a:solidFill>
                  <a:schemeClr val="tx1"/>
                </a:solidFill>
                <a:ea typeface="Calibri"/>
              </a:rPr>
              <a:t>Bayesian Knowledge Tracing (BKT)</a:t>
            </a:r>
          </a:p>
          <a:p>
            <a:pPr marL="285750" indent="-285750">
              <a:lnSpc>
                <a:spcPct val="150000"/>
              </a:lnSpc>
              <a:buFont typeface="Arial" panose="020B0604020202020204" pitchFamily="34" charset="0"/>
              <a:buChar char="•"/>
              <a:defRPr sz="2200"/>
            </a:pPr>
            <a:r>
              <a:rPr lang="en-US" sz="1600" dirty="0">
                <a:solidFill>
                  <a:schemeClr val="tx1"/>
                </a:solidFill>
                <a:ea typeface="Calibri"/>
              </a:rPr>
              <a:t>User Interface: </a:t>
            </a:r>
            <a:r>
              <a:rPr lang="en-US" sz="1600" b="1" dirty="0" err="1">
                <a:solidFill>
                  <a:schemeClr val="tx1"/>
                </a:solidFill>
                <a:ea typeface="Calibri"/>
              </a:rPr>
              <a:t>Streamlit</a:t>
            </a:r>
            <a:endParaRPr lang="en-US" sz="1600" b="1" dirty="0">
              <a:solidFill>
                <a:schemeClr val="tx1"/>
              </a:solidFill>
              <a:ea typeface="Calibri"/>
            </a:endParaRPr>
          </a:p>
        </p:txBody>
      </p:sp>
      <p:sp>
        <p:nvSpPr>
          <p:cNvPr id="26" name="Title 3">
            <a:extLst>
              <a:ext uri="{FF2B5EF4-FFF2-40B4-BE49-F238E27FC236}">
                <a16:creationId xmlns:a16="http://schemas.microsoft.com/office/drawing/2014/main" id="{1C004585-035D-24CA-850C-92476DA27E85}"/>
              </a:ext>
            </a:extLst>
          </p:cNvPr>
          <p:cNvSpPr txBox="1">
            <a:spLocks/>
          </p:cNvSpPr>
          <p:nvPr/>
        </p:nvSpPr>
        <p:spPr>
          <a:xfrm>
            <a:off x="5324764" y="871722"/>
            <a:ext cx="1505163" cy="211208"/>
          </a:xfrm>
          <a:prstGeom prst="rect">
            <a:avLst/>
          </a:prstGeom>
        </p:spPr>
        <p:txBody>
          <a:bodyPr vert="horz" wrap="square" lIns="0" tIns="12065" rIns="0" bIns="0" rtlCol="0" anchor="t">
            <a:noAutofit/>
          </a:bodyPr>
          <a:lstStyle>
            <a:lvl1pPr algn="l" defTabSz="914355" rtl="0" eaLnBrk="1" latinLnBrk="0" hangingPunct="1">
              <a:lnSpc>
                <a:spcPct val="100000"/>
              </a:lnSpc>
              <a:spcBef>
                <a:spcPct val="0"/>
              </a:spcBef>
              <a:buNone/>
              <a:defRPr lang="en-US" sz="3200" b="0" i="0" kern="0" spc="-5" baseline="0">
                <a:solidFill>
                  <a:schemeClr val="tx1"/>
                </a:solidFill>
                <a:latin typeface="Calibri"/>
                <a:ea typeface="+mj-ea"/>
                <a:cs typeface="Calibri"/>
              </a:defRPr>
            </a:lvl1pPr>
          </a:lstStyle>
          <a:p>
            <a:r>
              <a:rPr lang="en-US" sz="1600" b="1"/>
              <a:t>Methodologies:</a:t>
            </a:r>
            <a:r>
              <a:rPr lang="en-US" sz="1600" b="1">
                <a:ea typeface="Calibri"/>
              </a:rPr>
              <a:t> </a:t>
            </a:r>
          </a:p>
        </p:txBody>
      </p:sp>
      <p:sp>
        <p:nvSpPr>
          <p:cNvPr id="4" name="Content Placeholder 2">
            <a:extLst>
              <a:ext uri="{FF2B5EF4-FFF2-40B4-BE49-F238E27FC236}">
                <a16:creationId xmlns:a16="http://schemas.microsoft.com/office/drawing/2014/main" id="{E0BFD3F0-9875-C2E7-86A9-F37E9704D311}"/>
              </a:ext>
            </a:extLst>
          </p:cNvPr>
          <p:cNvSpPr txBox="1">
            <a:spLocks/>
          </p:cNvSpPr>
          <p:nvPr/>
        </p:nvSpPr>
        <p:spPr>
          <a:xfrm>
            <a:off x="5368372" y="1262172"/>
            <a:ext cx="3410030" cy="2564420"/>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lnSpc>
                <a:spcPct val="150000"/>
              </a:lnSpc>
              <a:buChar char="•"/>
              <a:defRPr sz="2200"/>
            </a:pPr>
            <a:r>
              <a:rPr lang="en-US" sz="1600">
                <a:solidFill>
                  <a:schemeClr val="tx1"/>
                </a:solidFill>
                <a:latin typeface="+mj-lt"/>
                <a:ea typeface="Calibri"/>
                <a:cs typeface="Arial"/>
              </a:rPr>
              <a:t>Hybrid RAG (Graph-Aware Retrieval)</a:t>
            </a:r>
          </a:p>
          <a:p>
            <a:pPr marL="285750" indent="-285750">
              <a:lnSpc>
                <a:spcPct val="150000"/>
              </a:lnSpc>
              <a:buFont typeface="Arial" panose="020B0604020202020204" pitchFamily="34" charset="0"/>
              <a:buChar char="•"/>
              <a:defRPr sz="2200"/>
            </a:pPr>
            <a:r>
              <a:rPr lang="en-US" sz="1600">
                <a:solidFill>
                  <a:schemeClr val="tx1"/>
                </a:solidFill>
                <a:latin typeface="+mj-lt"/>
                <a:ea typeface="Calibri"/>
                <a:cs typeface="Arial"/>
              </a:rPr>
              <a:t>Semantic Retrieval</a:t>
            </a:r>
            <a:endParaRPr lang="en-US" sz="1600" b="1">
              <a:solidFill>
                <a:schemeClr val="tx1"/>
              </a:solidFill>
              <a:latin typeface="+mj-lt"/>
              <a:ea typeface="Calibri"/>
              <a:cs typeface="Arial"/>
            </a:endParaRPr>
          </a:p>
          <a:p>
            <a:pPr marL="285750" indent="-285750">
              <a:lnSpc>
                <a:spcPct val="150000"/>
              </a:lnSpc>
              <a:buFont typeface="Arial" panose="020B0604020202020204" pitchFamily="34" charset="0"/>
              <a:buChar char="•"/>
              <a:defRPr sz="2200"/>
            </a:pPr>
            <a:r>
              <a:rPr lang="en-US" sz="1600">
                <a:solidFill>
                  <a:schemeClr val="tx1"/>
                </a:solidFill>
                <a:latin typeface="+mj-lt"/>
                <a:ea typeface="Calibri"/>
                <a:cs typeface="Arial"/>
              </a:rPr>
              <a:t>LLM-Based Concept Extraction and Enrichment</a:t>
            </a:r>
            <a:endParaRPr lang="en-US" sz="1600" b="1">
              <a:solidFill>
                <a:schemeClr val="tx1"/>
              </a:solidFill>
              <a:latin typeface="+mj-lt"/>
              <a:ea typeface="Calibri"/>
              <a:cs typeface="Arial"/>
            </a:endParaRPr>
          </a:p>
          <a:p>
            <a:pPr marL="285750" indent="-285750">
              <a:lnSpc>
                <a:spcPct val="150000"/>
              </a:lnSpc>
              <a:buFont typeface="Arial" panose="020B0604020202020204" pitchFamily="34" charset="0"/>
              <a:buChar char="•"/>
              <a:defRPr sz="2200"/>
            </a:pPr>
            <a:r>
              <a:rPr lang="en-US" sz="1600">
                <a:solidFill>
                  <a:schemeClr val="tx1"/>
                </a:solidFill>
                <a:latin typeface="+mj-lt"/>
                <a:ea typeface="Calibri"/>
                <a:cs typeface="Arial"/>
              </a:rPr>
              <a:t>Source-Grounded MCQ Generation </a:t>
            </a:r>
            <a:endParaRPr lang="en-US" sz="1600" b="1">
              <a:solidFill>
                <a:schemeClr val="tx1"/>
              </a:solidFill>
              <a:latin typeface="+mj-lt"/>
              <a:ea typeface="Calibri"/>
              <a:cs typeface="Arial"/>
            </a:endParaRPr>
          </a:p>
          <a:p>
            <a:pPr marL="285750" indent="-285750">
              <a:lnSpc>
                <a:spcPct val="150000"/>
              </a:lnSpc>
              <a:buChar char="•"/>
              <a:defRPr sz="2200"/>
            </a:pPr>
            <a:r>
              <a:rPr lang="en-US" sz="1600">
                <a:solidFill>
                  <a:schemeClr val="tx1"/>
                </a:solidFill>
                <a:latin typeface="+mj-lt"/>
                <a:ea typeface="Calibri"/>
                <a:cs typeface="Arial"/>
              </a:rPr>
              <a:t>Concept mastery tracking using BKT</a:t>
            </a:r>
            <a:br>
              <a:rPr lang="en-US" sz="1600" dirty="0">
                <a:solidFill>
                  <a:schemeClr val="tx1"/>
                </a:solidFill>
                <a:latin typeface="+mj-lt"/>
                <a:ea typeface="Calibri"/>
                <a:cs typeface="Arial"/>
              </a:rPr>
            </a:br>
            <a:r>
              <a:rPr lang="en-US" sz="1600">
                <a:solidFill>
                  <a:schemeClr val="tx1"/>
                </a:solidFill>
                <a:latin typeface="+mj-lt"/>
                <a:ea typeface="Calibri"/>
                <a:cs typeface="Arial"/>
              </a:rPr>
              <a:t>and confidence on BKT</a:t>
            </a:r>
            <a:endParaRPr lang="en-US" sz="1600" dirty="0">
              <a:solidFill>
                <a:schemeClr val="tx1"/>
              </a:solidFill>
              <a:latin typeface="+mj-lt"/>
              <a:ea typeface="Calibri"/>
              <a:cs typeface="Arial"/>
            </a:endParaRPr>
          </a:p>
        </p:txBody>
      </p:sp>
      <p:cxnSp>
        <p:nvCxnSpPr>
          <p:cNvPr id="11" name="Straight Arrow Connector 10">
            <a:extLst>
              <a:ext uri="{FF2B5EF4-FFF2-40B4-BE49-F238E27FC236}">
                <a16:creationId xmlns:a16="http://schemas.microsoft.com/office/drawing/2014/main" id="{66401E51-7C70-013E-714F-FB2995612CD6}"/>
              </a:ext>
            </a:extLst>
          </p:cNvPr>
          <p:cNvCxnSpPr>
            <a:cxnSpLocks/>
          </p:cNvCxnSpPr>
          <p:nvPr/>
        </p:nvCxnSpPr>
        <p:spPr>
          <a:xfrm flipV="1">
            <a:off x="5317670" y="1129393"/>
            <a:ext cx="1578427" cy="5442"/>
          </a:xfrm>
          <a:prstGeom prst="straightConnector1">
            <a:avLst/>
          </a:prstGeom>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38419293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7DBA3-B0C6-D63A-6272-0F27B71B07A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8D69C07-8F9A-6EB2-6B21-72B2B8E924B5}"/>
              </a:ext>
            </a:extLst>
          </p:cNvPr>
          <p:cNvSpPr>
            <a:spLocks noGrp="1"/>
          </p:cNvSpPr>
          <p:nvPr>
            <p:ph type="sldNum" sz="quarter" idx="12"/>
          </p:nvPr>
        </p:nvSpPr>
        <p:spPr/>
        <p:txBody>
          <a:bodyPr/>
          <a:lstStyle/>
          <a:p>
            <a:fld id="{662A0901-ACEF-4BE9-9C8C-C119B421173E}" type="slidenum">
              <a:rPr lang="en-US" smtClean="0"/>
              <a:pPr/>
              <a:t>6</a:t>
            </a:fld>
            <a:endParaRPr lang="en-US"/>
          </a:p>
        </p:txBody>
      </p:sp>
      <p:sp>
        <p:nvSpPr>
          <p:cNvPr id="3" name="Footer Placeholder 2">
            <a:extLst>
              <a:ext uri="{FF2B5EF4-FFF2-40B4-BE49-F238E27FC236}">
                <a16:creationId xmlns:a16="http://schemas.microsoft.com/office/drawing/2014/main" id="{01BE07CE-88B6-88A8-4387-41F739DFD11F}"/>
              </a:ext>
            </a:extLst>
          </p:cNvPr>
          <p:cNvSpPr>
            <a:spLocks noGrp="1"/>
          </p:cNvSpPr>
          <p:nvPr>
            <p:ph type="ftr" sz="quarter" idx="13"/>
          </p:nvPr>
        </p:nvSpPr>
        <p:spPr/>
        <p:txBody>
          <a:bodyPr/>
          <a:lstStyle/>
          <a:p>
            <a:pPr defTabSz="914355"/>
            <a:r>
              <a:rPr lang="en-US"/>
              <a:t>TCS confidential</a:t>
            </a:r>
          </a:p>
        </p:txBody>
      </p:sp>
      <p:sp>
        <p:nvSpPr>
          <p:cNvPr id="10" name="Content Placeholder 2">
            <a:extLst>
              <a:ext uri="{FF2B5EF4-FFF2-40B4-BE49-F238E27FC236}">
                <a16:creationId xmlns:a16="http://schemas.microsoft.com/office/drawing/2014/main" id="{CF3F3445-77A2-EF9F-90A6-079B7FB30BDA}"/>
              </a:ext>
            </a:extLst>
          </p:cNvPr>
          <p:cNvSpPr txBox="1">
            <a:spLocks/>
          </p:cNvSpPr>
          <p:nvPr/>
        </p:nvSpPr>
        <p:spPr>
          <a:xfrm>
            <a:off x="408045" y="247902"/>
            <a:ext cx="5070670" cy="325089"/>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defRPr sz="2200"/>
            </a:pPr>
            <a:r>
              <a:rPr lang="en-US" sz="2000" b="1">
                <a:solidFill>
                  <a:schemeClr val="tx1"/>
                </a:solidFill>
                <a:latin typeface="Poppins"/>
                <a:cs typeface="Poppins"/>
              </a:rPr>
              <a:t>Proposed Solution Architecture</a:t>
            </a:r>
            <a:endParaRPr lang="en-US" sz="2000" b="1">
              <a:solidFill>
                <a:schemeClr val="tx1"/>
              </a:solidFill>
              <a:latin typeface="Poppins"/>
              <a:ea typeface="Calibri"/>
              <a:cs typeface="Poppins"/>
            </a:endParaRPr>
          </a:p>
        </p:txBody>
      </p:sp>
      <p:pic>
        <p:nvPicPr>
          <p:cNvPr id="30" name="Picture 29" descr="A diagram of a group&#10;&#10;AI-generated content may be incorrect.">
            <a:extLst>
              <a:ext uri="{FF2B5EF4-FFF2-40B4-BE49-F238E27FC236}">
                <a16:creationId xmlns:a16="http://schemas.microsoft.com/office/drawing/2014/main" id="{7C9899A2-3251-0AEE-AE7D-7C31C7DEFFC9}"/>
              </a:ext>
            </a:extLst>
          </p:cNvPr>
          <p:cNvPicPr>
            <a:picLocks noChangeAspect="1"/>
          </p:cNvPicPr>
          <p:nvPr/>
        </p:nvPicPr>
        <p:blipFill>
          <a:blip r:embed="rId3"/>
          <a:stretch>
            <a:fillRect/>
          </a:stretch>
        </p:blipFill>
        <p:spPr>
          <a:xfrm>
            <a:off x="408045" y="847165"/>
            <a:ext cx="8325130" cy="3738282"/>
          </a:xfrm>
          <a:prstGeom prst="rect">
            <a:avLst/>
          </a:prstGeom>
        </p:spPr>
      </p:pic>
    </p:spTree>
    <p:extLst>
      <p:ext uri="{BB962C8B-B14F-4D97-AF65-F5344CB8AC3E}">
        <p14:creationId xmlns:p14="http://schemas.microsoft.com/office/powerpoint/2010/main" val="40126860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B6F0F-9E20-9AFF-8AF8-B8F08E5DC2D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F25D3CF-6881-DB9E-B2F1-212014BE5F35}"/>
              </a:ext>
            </a:extLst>
          </p:cNvPr>
          <p:cNvSpPr>
            <a:spLocks noGrp="1"/>
          </p:cNvSpPr>
          <p:nvPr>
            <p:ph type="sldNum" sz="quarter" idx="12"/>
          </p:nvPr>
        </p:nvSpPr>
        <p:spPr/>
        <p:txBody>
          <a:bodyPr/>
          <a:lstStyle/>
          <a:p>
            <a:fld id="{662A0901-ACEF-4BE9-9C8C-C119B421173E}" type="slidenum">
              <a:rPr lang="en-US" smtClean="0"/>
              <a:pPr/>
              <a:t>7</a:t>
            </a:fld>
            <a:endParaRPr lang="en-US"/>
          </a:p>
        </p:txBody>
      </p:sp>
      <p:sp>
        <p:nvSpPr>
          <p:cNvPr id="3" name="Footer Placeholder 2">
            <a:extLst>
              <a:ext uri="{FF2B5EF4-FFF2-40B4-BE49-F238E27FC236}">
                <a16:creationId xmlns:a16="http://schemas.microsoft.com/office/drawing/2014/main" id="{D01A51F2-552F-86FB-BC0D-92662FE09E5D}"/>
              </a:ext>
            </a:extLst>
          </p:cNvPr>
          <p:cNvSpPr>
            <a:spLocks noGrp="1"/>
          </p:cNvSpPr>
          <p:nvPr>
            <p:ph type="ftr" sz="quarter" idx="13"/>
          </p:nvPr>
        </p:nvSpPr>
        <p:spPr/>
        <p:txBody>
          <a:bodyPr/>
          <a:lstStyle/>
          <a:p>
            <a:pPr defTabSz="914355"/>
            <a:r>
              <a:rPr lang="en-US"/>
              <a:t>TCS confidential</a:t>
            </a:r>
          </a:p>
        </p:txBody>
      </p:sp>
      <p:sp>
        <p:nvSpPr>
          <p:cNvPr id="10" name="Content Placeholder 2">
            <a:extLst>
              <a:ext uri="{FF2B5EF4-FFF2-40B4-BE49-F238E27FC236}">
                <a16:creationId xmlns:a16="http://schemas.microsoft.com/office/drawing/2014/main" id="{3E5CB8FD-9264-59A4-28D3-64910B46F705}"/>
              </a:ext>
            </a:extLst>
          </p:cNvPr>
          <p:cNvSpPr txBox="1">
            <a:spLocks/>
          </p:cNvSpPr>
          <p:nvPr/>
        </p:nvSpPr>
        <p:spPr>
          <a:xfrm>
            <a:off x="3512076" y="228029"/>
            <a:ext cx="2438688" cy="325089"/>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defRPr sz="2200"/>
            </a:pPr>
            <a:r>
              <a:rPr lang="en-US" sz="2000" b="1">
                <a:solidFill>
                  <a:schemeClr val="tx1"/>
                </a:solidFill>
                <a:latin typeface="Poppins"/>
                <a:cs typeface="Poppins"/>
              </a:rPr>
              <a:t>Experiment Setup</a:t>
            </a:r>
            <a:endParaRPr lang="en-US" sz="2000">
              <a:solidFill>
                <a:schemeClr val="tx1"/>
              </a:solidFill>
              <a:ea typeface="Calibri"/>
            </a:endParaRPr>
          </a:p>
        </p:txBody>
      </p:sp>
      <p:grpSp>
        <p:nvGrpSpPr>
          <p:cNvPr id="39" name="Group 38">
            <a:extLst>
              <a:ext uri="{FF2B5EF4-FFF2-40B4-BE49-F238E27FC236}">
                <a16:creationId xmlns:a16="http://schemas.microsoft.com/office/drawing/2014/main" id="{76FDB550-07FA-F6CC-3556-4ECFA850968D}"/>
              </a:ext>
            </a:extLst>
          </p:cNvPr>
          <p:cNvGrpSpPr/>
          <p:nvPr/>
        </p:nvGrpSpPr>
        <p:grpSpPr>
          <a:xfrm>
            <a:off x="174170" y="938893"/>
            <a:ext cx="2759529" cy="968828"/>
            <a:chOff x="440870" y="748393"/>
            <a:chExt cx="2759529" cy="968828"/>
          </a:xfrm>
        </p:grpSpPr>
        <p:sp>
          <p:nvSpPr>
            <p:cNvPr id="4" name="Rectangle: Rounded Corners 3">
              <a:extLst>
                <a:ext uri="{FF2B5EF4-FFF2-40B4-BE49-F238E27FC236}">
                  <a16:creationId xmlns:a16="http://schemas.microsoft.com/office/drawing/2014/main" id="{C7744DD3-1C75-42CF-DA96-5582730A49FB}"/>
                </a:ext>
              </a:extLst>
            </p:cNvPr>
            <p:cNvSpPr/>
            <p:nvPr/>
          </p:nvSpPr>
          <p:spPr>
            <a:xfrm>
              <a:off x="440870" y="748393"/>
              <a:ext cx="2759529" cy="968828"/>
            </a:xfrm>
            <a:prstGeom prst="roundRect">
              <a:avLst/>
            </a:prstGeom>
            <a:solidFill>
              <a:schemeClr val="accent1">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6" name="TextBox 5">
              <a:extLst>
                <a:ext uri="{FF2B5EF4-FFF2-40B4-BE49-F238E27FC236}">
                  <a16:creationId xmlns:a16="http://schemas.microsoft.com/office/drawing/2014/main" id="{7B7DEE08-38CB-A692-5182-F9A5C5BA1E63}"/>
                </a:ext>
              </a:extLst>
            </p:cNvPr>
            <p:cNvSpPr txBox="1"/>
            <p:nvPr/>
          </p:nvSpPr>
          <p:spPr>
            <a:xfrm>
              <a:off x="629194" y="806503"/>
              <a:ext cx="2502288" cy="477054"/>
            </a:xfrm>
            <a:prstGeom prst="rect">
              <a:avLst/>
            </a:prstGeom>
            <a:noFill/>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r>
                <a:rPr lang="en-US" sz="1100" b="1">
                  <a:latin typeface="Segoe UI"/>
                  <a:cs typeface="Segoe UI"/>
                </a:rPr>
                <a:t>Domain Selected</a:t>
              </a:r>
              <a:r>
                <a:rPr lang="en-US" sz="1100">
                  <a:latin typeface="Segoe UI"/>
                  <a:cs typeface="Segoe UI"/>
                </a:rPr>
                <a:t>: </a:t>
              </a:r>
              <a:br>
                <a:rPr lang="en-US" sz="1100">
                  <a:latin typeface="Segoe UI"/>
                  <a:cs typeface="Segoe UI"/>
                </a:rPr>
              </a:br>
              <a:r>
                <a:rPr lang="en-US" sz="1100">
                  <a:latin typeface="Segoe UI"/>
                  <a:cs typeface="Segoe UI"/>
                </a:rPr>
                <a:t>Database Management Systems (DBMS)</a:t>
              </a:r>
              <a:endParaRPr lang="en-US"/>
            </a:p>
            <a:p>
              <a:pPr algn="l"/>
              <a:endParaRPr lang="en-US" sz="900">
                <a:ea typeface="Calibri Light"/>
                <a:cs typeface="Calibri Light"/>
              </a:endParaRPr>
            </a:p>
          </p:txBody>
        </p:sp>
        <p:sp>
          <p:nvSpPr>
            <p:cNvPr id="5" name="TextBox 4">
              <a:extLst>
                <a:ext uri="{FF2B5EF4-FFF2-40B4-BE49-F238E27FC236}">
                  <a16:creationId xmlns:a16="http://schemas.microsoft.com/office/drawing/2014/main" id="{3DA3B7EE-447B-9914-1104-F88C6718A98A}"/>
                </a:ext>
              </a:extLst>
            </p:cNvPr>
            <p:cNvSpPr txBox="1"/>
            <p:nvPr/>
          </p:nvSpPr>
          <p:spPr>
            <a:xfrm>
              <a:off x="629194" y="1234237"/>
              <a:ext cx="2018181" cy="338554"/>
            </a:xfrm>
            <a:prstGeom prst="rect">
              <a:avLst/>
            </a:prstGeom>
            <a:noFill/>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r>
                <a:rPr lang="en-US" sz="1100" b="1">
                  <a:latin typeface="Segoe UI"/>
                  <a:ea typeface="+mn-lt"/>
                  <a:cs typeface="Segoe UI"/>
                </a:rPr>
                <a:t>Input Data Source:</a:t>
              </a:r>
              <a:br>
                <a:rPr lang="en-US" sz="1100">
                  <a:latin typeface="Segoe UI"/>
                  <a:cs typeface="Segoe UI"/>
                </a:rPr>
              </a:br>
              <a:r>
                <a:rPr lang="en-US" sz="1100">
                  <a:latin typeface="Segoe UI"/>
                  <a:ea typeface="+mn-lt"/>
                  <a:cs typeface="Segoe UI"/>
                </a:rPr>
                <a:t>DBMS textbooks/course content</a:t>
              </a:r>
            </a:p>
          </p:txBody>
        </p:sp>
      </p:grpSp>
      <p:grpSp>
        <p:nvGrpSpPr>
          <p:cNvPr id="40" name="Group 39">
            <a:extLst>
              <a:ext uri="{FF2B5EF4-FFF2-40B4-BE49-F238E27FC236}">
                <a16:creationId xmlns:a16="http://schemas.microsoft.com/office/drawing/2014/main" id="{DB104E87-91B8-32E9-3CAB-82B83C608F96}"/>
              </a:ext>
            </a:extLst>
          </p:cNvPr>
          <p:cNvGrpSpPr/>
          <p:nvPr/>
        </p:nvGrpSpPr>
        <p:grpSpPr>
          <a:xfrm>
            <a:off x="174171" y="2702378"/>
            <a:ext cx="2690610" cy="1888670"/>
            <a:chOff x="419100" y="1804307"/>
            <a:chExt cx="2690610" cy="1888670"/>
          </a:xfrm>
        </p:grpSpPr>
        <p:sp>
          <p:nvSpPr>
            <p:cNvPr id="8" name="Rectangle: Rounded Corners 7">
              <a:extLst>
                <a:ext uri="{FF2B5EF4-FFF2-40B4-BE49-F238E27FC236}">
                  <a16:creationId xmlns:a16="http://schemas.microsoft.com/office/drawing/2014/main" id="{5C43DFDE-7F8B-2E3A-5AB4-5C7FB7145D39}"/>
                </a:ext>
              </a:extLst>
            </p:cNvPr>
            <p:cNvSpPr/>
            <p:nvPr/>
          </p:nvSpPr>
          <p:spPr>
            <a:xfrm>
              <a:off x="419100" y="1804307"/>
              <a:ext cx="2530929" cy="1888670"/>
            </a:xfrm>
            <a:prstGeom prst="roundRect">
              <a:avLst/>
            </a:prstGeom>
            <a:solidFill>
              <a:schemeClr val="accent1">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9" name="TextBox 8">
              <a:extLst>
                <a:ext uri="{FF2B5EF4-FFF2-40B4-BE49-F238E27FC236}">
                  <a16:creationId xmlns:a16="http://schemas.microsoft.com/office/drawing/2014/main" id="{1EAF1526-EC11-A253-E38B-C710A01523D2}"/>
                </a:ext>
              </a:extLst>
            </p:cNvPr>
            <p:cNvSpPr txBox="1"/>
            <p:nvPr/>
          </p:nvSpPr>
          <p:spPr>
            <a:xfrm>
              <a:off x="612864" y="1910443"/>
              <a:ext cx="2496846" cy="169277"/>
            </a:xfrm>
            <a:prstGeom prst="rect">
              <a:avLst/>
            </a:prstGeom>
            <a:noFill/>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r>
                <a:rPr lang="en-US" sz="1100" b="1">
                  <a:latin typeface="Segoe UI"/>
                  <a:cs typeface="Segoe UI"/>
                </a:rPr>
                <a:t>Dataset Size: </a:t>
              </a:r>
              <a:endParaRPr lang="en-US" sz="1100">
                <a:latin typeface="Segoe UI"/>
                <a:cs typeface="Segoe UI"/>
              </a:endParaRPr>
            </a:p>
          </p:txBody>
        </p:sp>
        <p:sp>
          <p:nvSpPr>
            <p:cNvPr id="12" name="TextBox 11">
              <a:extLst>
                <a:ext uri="{FF2B5EF4-FFF2-40B4-BE49-F238E27FC236}">
                  <a16:creationId xmlns:a16="http://schemas.microsoft.com/office/drawing/2014/main" id="{85EDEEF7-84AB-3DA4-FC9D-20A7A30D6F4D}"/>
                </a:ext>
              </a:extLst>
            </p:cNvPr>
            <p:cNvSpPr txBox="1"/>
            <p:nvPr/>
          </p:nvSpPr>
          <p:spPr>
            <a:xfrm>
              <a:off x="612865" y="2146660"/>
              <a:ext cx="2381612" cy="338554"/>
            </a:xfrm>
            <a:prstGeom prst="rect">
              <a:avLst/>
            </a:prstGeom>
            <a:noFill/>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171450" indent="-171450">
                <a:buFont typeface="Arial"/>
                <a:buChar char="•"/>
              </a:pPr>
              <a:r>
                <a:rPr lang="en-US" sz="1100" b="1">
                  <a:latin typeface="Segoe UI"/>
                  <a:cs typeface="Segoe UI"/>
                </a:rPr>
                <a:t>4084 </a:t>
              </a:r>
              <a:r>
                <a:rPr lang="en-US" sz="1100">
                  <a:latin typeface="Segoe UI"/>
                  <a:cs typeface="Segoe UI"/>
                </a:rPr>
                <a:t>text chunks from DBMS content</a:t>
              </a:r>
              <a:endParaRPr lang="en-US">
                <a:ea typeface="Calibri Light"/>
                <a:cs typeface="Calibri Light"/>
              </a:endParaRPr>
            </a:p>
          </p:txBody>
        </p:sp>
        <p:sp>
          <p:nvSpPr>
            <p:cNvPr id="13" name="TextBox 12">
              <a:extLst>
                <a:ext uri="{FF2B5EF4-FFF2-40B4-BE49-F238E27FC236}">
                  <a16:creationId xmlns:a16="http://schemas.microsoft.com/office/drawing/2014/main" id="{13796CBD-FD16-A7CD-85F5-AED1FCBFD0BA}"/>
                </a:ext>
              </a:extLst>
            </p:cNvPr>
            <p:cNvSpPr txBox="1"/>
            <p:nvPr/>
          </p:nvSpPr>
          <p:spPr>
            <a:xfrm>
              <a:off x="612865" y="2541266"/>
              <a:ext cx="2145848" cy="338554"/>
            </a:xfrm>
            <a:prstGeom prst="rect">
              <a:avLst/>
            </a:prstGeom>
            <a:noFill/>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171450" indent="-171450">
                <a:buFont typeface="Arial"/>
                <a:buChar char="•"/>
              </a:pPr>
              <a:r>
                <a:rPr lang="en-US" sz="1100" b="1">
                  <a:latin typeface="Segoe UI"/>
                  <a:cs typeface="Segoe UI"/>
                </a:rPr>
                <a:t>610 </a:t>
              </a:r>
              <a:r>
                <a:rPr lang="en-US" sz="1100">
                  <a:latin typeface="Segoe UI"/>
                  <a:cs typeface="Segoe UI"/>
                </a:rPr>
                <a:t>DBMS Concepts extracted and enriched</a:t>
              </a:r>
              <a:endParaRPr lang="en-US">
                <a:ea typeface="Calibri Light"/>
                <a:cs typeface="Calibri Light"/>
              </a:endParaRPr>
            </a:p>
          </p:txBody>
        </p:sp>
        <p:sp>
          <p:nvSpPr>
            <p:cNvPr id="14" name="TextBox 13">
              <a:extLst>
                <a:ext uri="{FF2B5EF4-FFF2-40B4-BE49-F238E27FC236}">
                  <a16:creationId xmlns:a16="http://schemas.microsoft.com/office/drawing/2014/main" id="{4800EA08-1D4F-8A38-D471-69E31ED42484}"/>
                </a:ext>
              </a:extLst>
            </p:cNvPr>
            <p:cNvSpPr txBox="1"/>
            <p:nvPr/>
          </p:nvSpPr>
          <p:spPr>
            <a:xfrm>
              <a:off x="612865" y="2954924"/>
              <a:ext cx="2066860" cy="338554"/>
            </a:xfrm>
            <a:prstGeom prst="rect">
              <a:avLst/>
            </a:prstGeom>
            <a:noFill/>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171450" indent="-171450">
                <a:buFont typeface="Arial"/>
                <a:buChar char="•"/>
              </a:pPr>
              <a:r>
                <a:rPr lang="en-US" sz="1100" b="1">
                  <a:latin typeface="Segoe UI"/>
                  <a:cs typeface="Segoe UI"/>
                </a:rPr>
                <a:t>632 </a:t>
              </a:r>
              <a:r>
                <a:rPr lang="en-US" sz="1100">
                  <a:latin typeface="Segoe UI"/>
                  <a:cs typeface="Segoe UI"/>
                </a:rPr>
                <a:t>Knowledge Graph Nodes created</a:t>
              </a:r>
              <a:endParaRPr lang="en-US">
                <a:ea typeface="Calibri Light"/>
                <a:cs typeface="Calibri Light"/>
              </a:endParaRPr>
            </a:p>
          </p:txBody>
        </p:sp>
        <p:sp>
          <p:nvSpPr>
            <p:cNvPr id="15" name="TextBox 14">
              <a:extLst>
                <a:ext uri="{FF2B5EF4-FFF2-40B4-BE49-F238E27FC236}">
                  <a16:creationId xmlns:a16="http://schemas.microsoft.com/office/drawing/2014/main" id="{5F000803-45D7-0B3E-80EB-B8FA1774EEB8}"/>
                </a:ext>
              </a:extLst>
            </p:cNvPr>
            <p:cNvSpPr txBox="1"/>
            <p:nvPr/>
          </p:nvSpPr>
          <p:spPr>
            <a:xfrm>
              <a:off x="612865" y="3355248"/>
              <a:ext cx="1995739" cy="169277"/>
            </a:xfrm>
            <a:prstGeom prst="rect">
              <a:avLst/>
            </a:prstGeom>
            <a:noFill/>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171450" indent="-171450">
                <a:buFont typeface="Arial"/>
                <a:buChar char="•"/>
              </a:pPr>
              <a:r>
                <a:rPr lang="en-US" sz="1100" b="1">
                  <a:latin typeface="Segoe UI"/>
                  <a:cs typeface="Segoe UI"/>
                </a:rPr>
                <a:t>2168 </a:t>
              </a:r>
              <a:r>
                <a:rPr lang="en-US" sz="1100">
                  <a:latin typeface="Segoe UI"/>
                  <a:cs typeface="Segoe UI"/>
                </a:rPr>
                <a:t>graph edges generated</a:t>
              </a:r>
              <a:endParaRPr lang="en-US">
                <a:ea typeface="Calibri Light"/>
                <a:cs typeface="Calibri Light"/>
              </a:endParaRPr>
            </a:p>
          </p:txBody>
        </p:sp>
      </p:grpSp>
      <p:grpSp>
        <p:nvGrpSpPr>
          <p:cNvPr id="41" name="Group 40">
            <a:extLst>
              <a:ext uri="{FF2B5EF4-FFF2-40B4-BE49-F238E27FC236}">
                <a16:creationId xmlns:a16="http://schemas.microsoft.com/office/drawing/2014/main" id="{BB6B6B3C-2790-CD9C-6825-4CA274D08FD3}"/>
              </a:ext>
            </a:extLst>
          </p:cNvPr>
          <p:cNvGrpSpPr/>
          <p:nvPr/>
        </p:nvGrpSpPr>
        <p:grpSpPr>
          <a:xfrm>
            <a:off x="3510643" y="3290206"/>
            <a:ext cx="2663395" cy="1387928"/>
            <a:chOff x="419101" y="3262992"/>
            <a:chExt cx="2663395" cy="1387928"/>
          </a:xfrm>
        </p:grpSpPr>
        <p:sp>
          <p:nvSpPr>
            <p:cNvPr id="16" name="Rectangle: Rounded Corners 15">
              <a:extLst>
                <a:ext uri="{FF2B5EF4-FFF2-40B4-BE49-F238E27FC236}">
                  <a16:creationId xmlns:a16="http://schemas.microsoft.com/office/drawing/2014/main" id="{15041A70-32E9-1858-B25C-7BF5541D21BE}"/>
                </a:ext>
              </a:extLst>
            </p:cNvPr>
            <p:cNvSpPr/>
            <p:nvPr/>
          </p:nvSpPr>
          <p:spPr>
            <a:xfrm>
              <a:off x="419101" y="3262992"/>
              <a:ext cx="2509157" cy="1387928"/>
            </a:xfrm>
            <a:prstGeom prst="roundRect">
              <a:avLst/>
            </a:prstGeom>
            <a:solidFill>
              <a:schemeClr val="accent1">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7" name="TextBox 16">
              <a:extLst>
                <a:ext uri="{FF2B5EF4-FFF2-40B4-BE49-F238E27FC236}">
                  <a16:creationId xmlns:a16="http://schemas.microsoft.com/office/drawing/2014/main" id="{9EB86D74-465A-98FE-A9AD-11B59E9C68E2}"/>
                </a:ext>
              </a:extLst>
            </p:cNvPr>
            <p:cNvSpPr txBox="1"/>
            <p:nvPr/>
          </p:nvSpPr>
          <p:spPr>
            <a:xfrm>
              <a:off x="585650" y="3358242"/>
              <a:ext cx="2496846" cy="169277"/>
            </a:xfrm>
            <a:prstGeom prst="rect">
              <a:avLst/>
            </a:prstGeom>
            <a:noFill/>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r>
                <a:rPr lang="en-US" sz="1100" b="1">
                  <a:latin typeface="Segoe UI"/>
                  <a:cs typeface="Segoe UI"/>
                </a:rPr>
                <a:t>Knowledge Graph Schema:</a:t>
              </a:r>
              <a:endParaRPr lang="en-US"/>
            </a:p>
          </p:txBody>
        </p:sp>
        <p:sp>
          <p:nvSpPr>
            <p:cNvPr id="18" name="TextBox 17">
              <a:extLst>
                <a:ext uri="{FF2B5EF4-FFF2-40B4-BE49-F238E27FC236}">
                  <a16:creationId xmlns:a16="http://schemas.microsoft.com/office/drawing/2014/main" id="{CDD18A5A-38D0-36F8-73FC-2E204FBB3627}"/>
                </a:ext>
              </a:extLst>
            </p:cNvPr>
            <p:cNvSpPr txBox="1"/>
            <p:nvPr/>
          </p:nvSpPr>
          <p:spPr>
            <a:xfrm>
              <a:off x="591094" y="3583848"/>
              <a:ext cx="2199320" cy="169277"/>
            </a:xfrm>
            <a:prstGeom prst="rect">
              <a:avLst/>
            </a:prstGeom>
            <a:noFill/>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r>
                <a:rPr lang="en-US" sz="1100">
                  <a:latin typeface="Segoe UI"/>
                  <a:cs typeface="Segoe UI"/>
                </a:rPr>
                <a:t>DBMS concepts were enriched with</a:t>
              </a:r>
              <a:endParaRPr lang="en-US"/>
            </a:p>
          </p:txBody>
        </p:sp>
        <p:sp>
          <p:nvSpPr>
            <p:cNvPr id="19" name="TextBox 18">
              <a:extLst>
                <a:ext uri="{FF2B5EF4-FFF2-40B4-BE49-F238E27FC236}">
                  <a16:creationId xmlns:a16="http://schemas.microsoft.com/office/drawing/2014/main" id="{7F12E549-B00D-C9A3-5CB7-6A585D0A0F99}"/>
                </a:ext>
              </a:extLst>
            </p:cNvPr>
            <p:cNvSpPr txBox="1"/>
            <p:nvPr/>
          </p:nvSpPr>
          <p:spPr>
            <a:xfrm>
              <a:off x="699950" y="3845104"/>
              <a:ext cx="2064668" cy="169277"/>
            </a:xfrm>
            <a:prstGeom prst="rect">
              <a:avLst/>
            </a:prstGeom>
            <a:noFill/>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171450" indent="-171450">
                <a:buFont typeface="Arial"/>
                <a:buChar char="•"/>
              </a:pPr>
              <a:r>
                <a:rPr lang="en-US" sz="1100" b="1">
                  <a:latin typeface="Segoe UI"/>
                  <a:cs typeface="Segoe UI"/>
                </a:rPr>
                <a:t>Coarse-Grained </a:t>
              </a:r>
              <a:r>
                <a:rPr lang="en-US" sz="1100">
                  <a:latin typeface="Segoe UI"/>
                  <a:cs typeface="Segoe UI"/>
                </a:rPr>
                <a:t>relationships</a:t>
              </a:r>
              <a:endParaRPr lang="en-US">
                <a:ea typeface="Calibri Light"/>
                <a:cs typeface="Calibri Light"/>
              </a:endParaRPr>
            </a:p>
          </p:txBody>
        </p:sp>
        <p:sp>
          <p:nvSpPr>
            <p:cNvPr id="20" name="TextBox 19">
              <a:extLst>
                <a:ext uri="{FF2B5EF4-FFF2-40B4-BE49-F238E27FC236}">
                  <a16:creationId xmlns:a16="http://schemas.microsoft.com/office/drawing/2014/main" id="{0F63076D-0DBE-EAA5-86AD-9B65D8F125CB}"/>
                </a:ext>
              </a:extLst>
            </p:cNvPr>
            <p:cNvSpPr txBox="1"/>
            <p:nvPr/>
          </p:nvSpPr>
          <p:spPr>
            <a:xfrm>
              <a:off x="699950" y="4079147"/>
              <a:ext cx="1800173" cy="169277"/>
            </a:xfrm>
            <a:prstGeom prst="rect">
              <a:avLst/>
            </a:prstGeom>
            <a:noFill/>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171450" indent="-171450">
                <a:buFont typeface="Arial"/>
                <a:buChar char="•"/>
              </a:pPr>
              <a:r>
                <a:rPr lang="en-US" sz="1100" b="1">
                  <a:latin typeface="Segoe UI"/>
                  <a:cs typeface="Segoe UI"/>
                </a:rPr>
                <a:t>Prerequisite </a:t>
              </a:r>
              <a:r>
                <a:rPr lang="en-US" sz="1100">
                  <a:latin typeface="Segoe UI"/>
                  <a:cs typeface="Segoe UI"/>
                </a:rPr>
                <a:t>relationships</a:t>
              </a:r>
              <a:endParaRPr lang="en-US">
                <a:ea typeface="Calibri Light"/>
                <a:cs typeface="Calibri Light"/>
              </a:endParaRPr>
            </a:p>
          </p:txBody>
        </p:sp>
        <p:sp>
          <p:nvSpPr>
            <p:cNvPr id="21" name="TextBox 20">
              <a:extLst>
                <a:ext uri="{FF2B5EF4-FFF2-40B4-BE49-F238E27FC236}">
                  <a16:creationId xmlns:a16="http://schemas.microsoft.com/office/drawing/2014/main" id="{DCEF2B63-92C1-5DE1-BD0A-2A317F5B8573}"/>
                </a:ext>
              </a:extLst>
            </p:cNvPr>
            <p:cNvSpPr txBox="1"/>
            <p:nvPr/>
          </p:nvSpPr>
          <p:spPr>
            <a:xfrm>
              <a:off x="699950" y="4313190"/>
              <a:ext cx="2172069" cy="169277"/>
            </a:xfrm>
            <a:prstGeom prst="rect">
              <a:avLst/>
            </a:prstGeom>
            <a:noFill/>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171450" indent="-171450">
                <a:buFont typeface="Arial"/>
                <a:buChar char="•"/>
              </a:pPr>
              <a:r>
                <a:rPr lang="en-US" sz="1100" b="1">
                  <a:latin typeface="Segoe UI"/>
                  <a:cs typeface="Segoe UI"/>
                </a:rPr>
                <a:t>Fine-grained dependency</a:t>
              </a:r>
              <a:r>
                <a:rPr lang="en-US" sz="1100" dirty="0">
                  <a:latin typeface="Segoe UI"/>
                  <a:cs typeface="Segoe UI"/>
                </a:rPr>
                <a:t> links</a:t>
              </a:r>
              <a:endParaRPr lang="en-US" dirty="0">
                <a:ea typeface="Calibri Light"/>
                <a:cs typeface="Calibri Light"/>
              </a:endParaRPr>
            </a:p>
          </p:txBody>
        </p:sp>
      </p:grpSp>
      <p:grpSp>
        <p:nvGrpSpPr>
          <p:cNvPr id="37" name="Group 36">
            <a:extLst>
              <a:ext uri="{FF2B5EF4-FFF2-40B4-BE49-F238E27FC236}">
                <a16:creationId xmlns:a16="http://schemas.microsoft.com/office/drawing/2014/main" id="{C84032D3-FCA7-EBEF-E74D-0B1C28D6FCE7}"/>
              </a:ext>
            </a:extLst>
          </p:cNvPr>
          <p:cNvGrpSpPr/>
          <p:nvPr/>
        </p:nvGrpSpPr>
        <p:grpSpPr>
          <a:xfrm>
            <a:off x="6493328" y="3290208"/>
            <a:ext cx="2226129" cy="1170214"/>
            <a:chOff x="3864427" y="742950"/>
            <a:chExt cx="2226129" cy="1170214"/>
          </a:xfrm>
        </p:grpSpPr>
        <p:sp>
          <p:nvSpPr>
            <p:cNvPr id="22" name="Rectangle: Rounded Corners 21">
              <a:extLst>
                <a:ext uri="{FF2B5EF4-FFF2-40B4-BE49-F238E27FC236}">
                  <a16:creationId xmlns:a16="http://schemas.microsoft.com/office/drawing/2014/main" id="{E25FDC96-A69F-B518-3374-48EF7713B923}"/>
                </a:ext>
              </a:extLst>
            </p:cNvPr>
            <p:cNvSpPr/>
            <p:nvPr/>
          </p:nvSpPr>
          <p:spPr>
            <a:xfrm>
              <a:off x="3864427" y="742950"/>
              <a:ext cx="2226129" cy="1170214"/>
            </a:xfrm>
            <a:prstGeom prst="roundRect">
              <a:avLst/>
            </a:prstGeom>
            <a:solidFill>
              <a:schemeClr val="accent1">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3" name="TextBox 22">
              <a:extLst>
                <a:ext uri="{FF2B5EF4-FFF2-40B4-BE49-F238E27FC236}">
                  <a16:creationId xmlns:a16="http://schemas.microsoft.com/office/drawing/2014/main" id="{9CB07808-1DA4-4822-4D7E-82F52B5D8E18}"/>
                </a:ext>
              </a:extLst>
            </p:cNvPr>
            <p:cNvSpPr txBox="1"/>
            <p:nvPr/>
          </p:nvSpPr>
          <p:spPr>
            <a:xfrm>
              <a:off x="4009208" y="807991"/>
              <a:ext cx="2008563" cy="169277"/>
            </a:xfrm>
            <a:prstGeom prst="rect">
              <a:avLst/>
            </a:prstGeom>
            <a:noFill/>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r>
                <a:rPr lang="en-US" sz="1100" b="1">
                  <a:latin typeface="Segoe UI"/>
                  <a:cs typeface="Segoe UI"/>
                </a:rPr>
                <a:t>Retrieval Methods Compared</a:t>
              </a:r>
              <a:r>
                <a:rPr lang="en-US" sz="1100">
                  <a:latin typeface="Segoe UI"/>
                  <a:cs typeface="Segoe UI"/>
                </a:rPr>
                <a:t>: </a:t>
              </a:r>
            </a:p>
          </p:txBody>
        </p:sp>
        <p:sp>
          <p:nvSpPr>
            <p:cNvPr id="24" name="TextBox 23">
              <a:extLst>
                <a:ext uri="{FF2B5EF4-FFF2-40B4-BE49-F238E27FC236}">
                  <a16:creationId xmlns:a16="http://schemas.microsoft.com/office/drawing/2014/main" id="{2F043CAD-612B-AF28-0162-E0A66FFAE0AD}"/>
                </a:ext>
              </a:extLst>
            </p:cNvPr>
            <p:cNvSpPr txBox="1"/>
            <p:nvPr/>
          </p:nvSpPr>
          <p:spPr>
            <a:xfrm>
              <a:off x="4025535" y="1033593"/>
              <a:ext cx="1213047" cy="338554"/>
            </a:xfrm>
            <a:prstGeom prst="rect">
              <a:avLst/>
            </a:prstGeom>
            <a:noFill/>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171450" indent="-171450">
                <a:buFont typeface="Arial"/>
                <a:buChar char="•"/>
              </a:pPr>
              <a:r>
                <a:rPr lang="en-US" sz="1100" b="1">
                  <a:latin typeface="Segoe UI"/>
                  <a:cs typeface="Segoe UI"/>
                </a:rPr>
                <a:t>Lexical</a:t>
              </a:r>
              <a:r>
                <a:rPr lang="en-US" sz="1100">
                  <a:latin typeface="Segoe UI"/>
                  <a:cs typeface="Segoe UI"/>
                </a:rPr>
                <a:t>+</a:t>
              </a:r>
              <a:r>
                <a:rPr lang="en-US" sz="1100" b="1">
                  <a:latin typeface="Segoe UI"/>
                  <a:cs typeface="Segoe UI"/>
                </a:rPr>
                <a:t>Graph</a:t>
              </a:r>
              <a:r>
                <a:rPr lang="en-US" sz="1100">
                  <a:latin typeface="Segoe UI"/>
                  <a:cs typeface="Segoe UI"/>
                </a:rPr>
                <a:t> based retrieval</a:t>
              </a:r>
              <a:endParaRPr lang="en-US">
                <a:ea typeface="Calibri Light"/>
                <a:cs typeface="Calibri Light"/>
              </a:endParaRPr>
            </a:p>
          </p:txBody>
        </p:sp>
        <p:sp>
          <p:nvSpPr>
            <p:cNvPr id="25" name="TextBox 24">
              <a:extLst>
                <a:ext uri="{FF2B5EF4-FFF2-40B4-BE49-F238E27FC236}">
                  <a16:creationId xmlns:a16="http://schemas.microsoft.com/office/drawing/2014/main" id="{384E1257-977F-C75F-B8FE-1D32F130ADDC}"/>
                </a:ext>
              </a:extLst>
            </p:cNvPr>
            <p:cNvSpPr txBox="1"/>
            <p:nvPr/>
          </p:nvSpPr>
          <p:spPr>
            <a:xfrm>
              <a:off x="4025535" y="1409151"/>
              <a:ext cx="1691973" cy="338554"/>
            </a:xfrm>
            <a:prstGeom prst="rect">
              <a:avLst/>
            </a:prstGeom>
            <a:noFill/>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171450" indent="-171450">
                <a:buFont typeface="Arial"/>
                <a:buChar char="•"/>
              </a:pPr>
              <a:r>
                <a:rPr lang="en-US" sz="1100" b="1">
                  <a:latin typeface="Segoe UI"/>
                  <a:cs typeface="Segoe UI"/>
                </a:rPr>
                <a:t>Semantic</a:t>
              </a:r>
              <a:r>
                <a:rPr lang="en-US" sz="1100">
                  <a:latin typeface="Segoe UI"/>
                  <a:cs typeface="Segoe UI"/>
                </a:rPr>
                <a:t> </a:t>
              </a:r>
              <a:r>
                <a:rPr lang="en-US" sz="1100" b="1">
                  <a:latin typeface="Segoe UI"/>
                  <a:cs typeface="Segoe UI"/>
                </a:rPr>
                <a:t>Embedding </a:t>
              </a:r>
              <a:r>
                <a:rPr lang="en-US" sz="1100">
                  <a:latin typeface="Segoe UI"/>
                  <a:cs typeface="Segoe UI"/>
                </a:rPr>
                <a:t>based retrieval</a:t>
              </a:r>
              <a:endParaRPr lang="en-US">
                <a:ea typeface="Calibri Light"/>
                <a:cs typeface="Calibri Light"/>
              </a:endParaRPr>
            </a:p>
          </p:txBody>
        </p:sp>
      </p:grpSp>
      <p:grpSp>
        <p:nvGrpSpPr>
          <p:cNvPr id="38" name="Group 37">
            <a:extLst>
              <a:ext uri="{FF2B5EF4-FFF2-40B4-BE49-F238E27FC236}">
                <a16:creationId xmlns:a16="http://schemas.microsoft.com/office/drawing/2014/main" id="{D178FDEF-48F0-A49A-DEEA-A44AE4FCF5C4}"/>
              </a:ext>
            </a:extLst>
          </p:cNvPr>
          <p:cNvGrpSpPr/>
          <p:nvPr/>
        </p:nvGrpSpPr>
        <p:grpSpPr>
          <a:xfrm>
            <a:off x="6738255" y="394607"/>
            <a:ext cx="2291442" cy="2177142"/>
            <a:chOff x="3820883" y="1662792"/>
            <a:chExt cx="2291442" cy="2177142"/>
          </a:xfrm>
        </p:grpSpPr>
        <p:sp>
          <p:nvSpPr>
            <p:cNvPr id="26" name="Rectangle: Rounded Corners 25">
              <a:extLst>
                <a:ext uri="{FF2B5EF4-FFF2-40B4-BE49-F238E27FC236}">
                  <a16:creationId xmlns:a16="http://schemas.microsoft.com/office/drawing/2014/main" id="{E9DEF5C3-8342-6EC5-C98E-031B6D98EA2A}"/>
                </a:ext>
              </a:extLst>
            </p:cNvPr>
            <p:cNvSpPr/>
            <p:nvPr/>
          </p:nvSpPr>
          <p:spPr>
            <a:xfrm>
              <a:off x="3820883" y="1662792"/>
              <a:ext cx="2291442" cy="2177142"/>
            </a:xfrm>
            <a:prstGeom prst="roundRect">
              <a:avLst/>
            </a:prstGeom>
            <a:solidFill>
              <a:schemeClr val="accent1">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7" name="TextBox 26">
              <a:extLst>
                <a:ext uri="{FF2B5EF4-FFF2-40B4-BE49-F238E27FC236}">
                  <a16:creationId xmlns:a16="http://schemas.microsoft.com/office/drawing/2014/main" id="{78CB4D31-66BD-F2E4-D884-57119912E7C3}"/>
                </a:ext>
              </a:extLst>
            </p:cNvPr>
            <p:cNvSpPr txBox="1"/>
            <p:nvPr/>
          </p:nvSpPr>
          <p:spPr>
            <a:xfrm>
              <a:off x="4003765" y="1711505"/>
              <a:ext cx="1673535" cy="169277"/>
            </a:xfrm>
            <a:prstGeom prst="rect">
              <a:avLst/>
            </a:prstGeom>
            <a:noFill/>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r>
                <a:rPr lang="en-US" sz="1100" b="1">
                  <a:latin typeface="Segoe UI"/>
                  <a:cs typeface="Segoe UI"/>
                </a:rPr>
                <a:t>Adaptive Learning Setup:</a:t>
              </a:r>
              <a:endParaRPr lang="en-US"/>
            </a:p>
          </p:txBody>
        </p:sp>
        <p:sp>
          <p:nvSpPr>
            <p:cNvPr id="28" name="TextBox 27">
              <a:extLst>
                <a:ext uri="{FF2B5EF4-FFF2-40B4-BE49-F238E27FC236}">
                  <a16:creationId xmlns:a16="http://schemas.microsoft.com/office/drawing/2014/main" id="{F493D685-EF61-BAC2-6A9B-C0E1E7678AD1}"/>
                </a:ext>
              </a:extLst>
            </p:cNvPr>
            <p:cNvSpPr txBox="1"/>
            <p:nvPr/>
          </p:nvSpPr>
          <p:spPr>
            <a:xfrm>
              <a:off x="3938452" y="1909896"/>
              <a:ext cx="2109552" cy="338554"/>
            </a:xfrm>
            <a:prstGeom prst="rect">
              <a:avLst/>
            </a:prstGeom>
            <a:noFill/>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171450" indent="-171450">
                <a:buFont typeface="Arial"/>
                <a:buChar char="•"/>
              </a:pPr>
              <a:r>
                <a:rPr lang="en-US" sz="1100">
                  <a:latin typeface="Segoe UI"/>
                  <a:cs typeface="Segoe UI"/>
                </a:rPr>
                <a:t>Learner mastery was initialized </a:t>
              </a:r>
              <a:br>
                <a:rPr lang="en-US" sz="1100" dirty="0">
                  <a:latin typeface="Segoe UI"/>
                  <a:cs typeface="Segoe UI"/>
                </a:rPr>
              </a:br>
              <a:r>
                <a:rPr lang="en-US" sz="1100">
                  <a:latin typeface="Segoe UI"/>
                  <a:cs typeface="Segoe UI"/>
                </a:rPr>
                <a:t>using BKT with:</a:t>
              </a:r>
              <a:endParaRPr lang="en-US">
                <a:ea typeface="Calibri Light"/>
                <a:cs typeface="Calibri Light"/>
              </a:endParaRPr>
            </a:p>
          </p:txBody>
        </p:sp>
        <p:sp>
          <p:nvSpPr>
            <p:cNvPr id="29" name="TextBox 28">
              <a:extLst>
                <a:ext uri="{FF2B5EF4-FFF2-40B4-BE49-F238E27FC236}">
                  <a16:creationId xmlns:a16="http://schemas.microsoft.com/office/drawing/2014/main" id="{D6A7CF13-7564-4C7F-03A7-EF58E3BE92D5}"/>
                </a:ext>
              </a:extLst>
            </p:cNvPr>
            <p:cNvSpPr txBox="1"/>
            <p:nvPr/>
          </p:nvSpPr>
          <p:spPr>
            <a:xfrm>
              <a:off x="4107179" y="2263132"/>
              <a:ext cx="1764907" cy="677108"/>
            </a:xfrm>
            <a:prstGeom prst="rect">
              <a:avLst/>
            </a:prstGeom>
            <a:noFill/>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171450" indent="-171450">
                <a:buFont typeface="Arial"/>
                <a:buChar char="•"/>
              </a:pPr>
              <a:r>
                <a:rPr lang="en-US" sz="1100">
                  <a:latin typeface="Segoe UI"/>
                  <a:ea typeface="+mn-lt"/>
                  <a:cs typeface="Segoe UI"/>
                </a:rPr>
                <a:t>P(Initial Knowledge) = 0.2</a:t>
              </a:r>
              <a:endParaRPr lang="en-US">
                <a:latin typeface="Segoe UI"/>
                <a:ea typeface="Calibri Light"/>
                <a:cs typeface="Segoe UI"/>
              </a:endParaRPr>
            </a:p>
            <a:p>
              <a:pPr marL="171450" indent="-171450">
                <a:buFont typeface="Arial"/>
                <a:buChar char="•"/>
              </a:pPr>
              <a:r>
                <a:rPr lang="en-US" sz="1100">
                  <a:latin typeface="Segoe UI"/>
                  <a:ea typeface="+mn-lt"/>
                  <a:cs typeface="Segoe UI"/>
                </a:rPr>
                <a:t>P(Guess)  = 0.2</a:t>
              </a:r>
              <a:endParaRPr lang="en-US">
                <a:latin typeface="Segoe UI"/>
                <a:ea typeface="Calibri Light"/>
                <a:cs typeface="Segoe UI"/>
              </a:endParaRPr>
            </a:p>
            <a:p>
              <a:pPr marL="171450" indent="-171450">
                <a:buFont typeface="Arial"/>
                <a:buChar char="•"/>
              </a:pPr>
              <a:r>
                <a:rPr lang="en-US" sz="1100">
                  <a:latin typeface="Segoe UI"/>
                  <a:ea typeface="+mn-lt"/>
                  <a:cs typeface="Segoe UI"/>
                </a:rPr>
                <a:t>P(Slip)  = 0.1</a:t>
              </a:r>
              <a:endParaRPr lang="en-US">
                <a:latin typeface="Segoe UI"/>
                <a:ea typeface="Calibri Light"/>
                <a:cs typeface="Segoe UI"/>
              </a:endParaRPr>
            </a:p>
            <a:p>
              <a:pPr marL="171450" indent="-171450">
                <a:buFont typeface="Arial"/>
                <a:buChar char="•"/>
              </a:pPr>
              <a:r>
                <a:rPr lang="en-US" sz="1100">
                  <a:latin typeface="Segoe UI"/>
                  <a:ea typeface="+mn-lt"/>
                  <a:cs typeface="Segoe UI"/>
                </a:rPr>
                <a:t>P(Learning Rate)  = 0.1</a:t>
              </a:r>
              <a:endParaRPr lang="en-US">
                <a:latin typeface="Segoe UI"/>
                <a:ea typeface="Calibri Light"/>
                <a:cs typeface="Segoe UI"/>
              </a:endParaRPr>
            </a:p>
          </p:txBody>
        </p:sp>
      </p:grpSp>
      <p:grpSp>
        <p:nvGrpSpPr>
          <p:cNvPr id="42" name="Group 41">
            <a:extLst>
              <a:ext uri="{FF2B5EF4-FFF2-40B4-BE49-F238E27FC236}">
                <a16:creationId xmlns:a16="http://schemas.microsoft.com/office/drawing/2014/main" id="{07594609-27A7-E79D-8A66-AB8DF88C7D23}"/>
              </a:ext>
            </a:extLst>
          </p:cNvPr>
          <p:cNvGrpSpPr/>
          <p:nvPr/>
        </p:nvGrpSpPr>
        <p:grpSpPr>
          <a:xfrm>
            <a:off x="3271156" y="1123949"/>
            <a:ext cx="3156857" cy="1649182"/>
            <a:chOff x="3869870" y="3018064"/>
            <a:chExt cx="3156857" cy="1649182"/>
          </a:xfrm>
        </p:grpSpPr>
        <p:sp>
          <p:nvSpPr>
            <p:cNvPr id="30" name="Rectangle: Rounded Corners 29">
              <a:extLst>
                <a:ext uri="{FF2B5EF4-FFF2-40B4-BE49-F238E27FC236}">
                  <a16:creationId xmlns:a16="http://schemas.microsoft.com/office/drawing/2014/main" id="{2A277413-5674-74A2-DE25-FCAC13EB1E3F}"/>
                </a:ext>
              </a:extLst>
            </p:cNvPr>
            <p:cNvSpPr/>
            <p:nvPr/>
          </p:nvSpPr>
          <p:spPr>
            <a:xfrm>
              <a:off x="3869870" y="3018064"/>
              <a:ext cx="3156857" cy="1649182"/>
            </a:xfrm>
            <a:prstGeom prst="roundRect">
              <a:avLst/>
            </a:prstGeom>
            <a:solidFill>
              <a:schemeClr val="accent3">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1" name="TextBox 30">
              <a:extLst>
                <a:ext uri="{FF2B5EF4-FFF2-40B4-BE49-F238E27FC236}">
                  <a16:creationId xmlns:a16="http://schemas.microsoft.com/office/drawing/2014/main" id="{BC96828D-0F11-F9BB-3D9A-BD0FD2C702CC}"/>
                </a:ext>
              </a:extLst>
            </p:cNvPr>
            <p:cNvSpPr txBox="1"/>
            <p:nvPr/>
          </p:nvSpPr>
          <p:spPr>
            <a:xfrm>
              <a:off x="4036422" y="3110319"/>
              <a:ext cx="1713611" cy="169277"/>
            </a:xfrm>
            <a:prstGeom prst="rect">
              <a:avLst/>
            </a:prstGeom>
            <a:noFill/>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r>
                <a:rPr lang="en-US" sz="1100" b="1">
                  <a:latin typeface="Segoe UI"/>
                  <a:cs typeface="Segoe UI"/>
                </a:rPr>
                <a:t>System Output Evaluated:</a:t>
              </a:r>
              <a:endParaRPr lang="en-US"/>
            </a:p>
          </p:txBody>
        </p:sp>
        <p:sp>
          <p:nvSpPr>
            <p:cNvPr id="32" name="TextBox 31">
              <a:extLst>
                <a:ext uri="{FF2B5EF4-FFF2-40B4-BE49-F238E27FC236}">
                  <a16:creationId xmlns:a16="http://schemas.microsoft.com/office/drawing/2014/main" id="{072492FE-C589-6E1E-4714-920F10D0B41C}"/>
                </a:ext>
              </a:extLst>
            </p:cNvPr>
            <p:cNvSpPr txBox="1"/>
            <p:nvPr/>
          </p:nvSpPr>
          <p:spPr>
            <a:xfrm>
              <a:off x="4025537" y="3306261"/>
              <a:ext cx="2224968" cy="169277"/>
            </a:xfrm>
            <a:prstGeom prst="rect">
              <a:avLst/>
            </a:prstGeom>
            <a:noFill/>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r>
                <a:rPr lang="en-US" sz="1100">
                  <a:latin typeface="Segoe UI"/>
                  <a:cs typeface="Segoe UI"/>
                </a:rPr>
                <a:t>The system was evaluated based on</a:t>
              </a:r>
              <a:endParaRPr lang="en-US"/>
            </a:p>
          </p:txBody>
        </p:sp>
        <p:sp>
          <p:nvSpPr>
            <p:cNvPr id="33" name="TextBox 32">
              <a:extLst>
                <a:ext uri="{FF2B5EF4-FFF2-40B4-BE49-F238E27FC236}">
                  <a16:creationId xmlns:a16="http://schemas.microsoft.com/office/drawing/2014/main" id="{CF6662B2-B6F9-298F-BAA1-EFD8D50AD91F}"/>
                </a:ext>
              </a:extLst>
            </p:cNvPr>
            <p:cNvSpPr txBox="1"/>
            <p:nvPr/>
          </p:nvSpPr>
          <p:spPr>
            <a:xfrm>
              <a:off x="4079964" y="3529418"/>
              <a:ext cx="2765181" cy="169277"/>
            </a:xfrm>
            <a:prstGeom prst="rect">
              <a:avLst/>
            </a:prstGeom>
            <a:noFill/>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171450" indent="-171450">
                <a:buFont typeface="Arial"/>
                <a:buChar char="•"/>
              </a:pPr>
              <a:r>
                <a:rPr lang="en-US" sz="1100" b="1">
                  <a:latin typeface="Segoe UI"/>
                  <a:cs typeface="Segoe UI"/>
                </a:rPr>
                <a:t>Knowledge Graph Construction Quality</a:t>
              </a:r>
              <a:endParaRPr lang="en-US" b="1">
                <a:ea typeface="Calibri Light"/>
                <a:cs typeface="Calibri Light"/>
              </a:endParaRPr>
            </a:p>
          </p:txBody>
        </p:sp>
        <p:sp>
          <p:nvSpPr>
            <p:cNvPr id="34" name="TextBox 33">
              <a:extLst>
                <a:ext uri="{FF2B5EF4-FFF2-40B4-BE49-F238E27FC236}">
                  <a16:creationId xmlns:a16="http://schemas.microsoft.com/office/drawing/2014/main" id="{07A46467-453C-EE3E-29F9-142EA29874B6}"/>
                </a:ext>
              </a:extLst>
            </p:cNvPr>
            <p:cNvSpPr txBox="1"/>
            <p:nvPr/>
          </p:nvSpPr>
          <p:spPr>
            <a:xfrm>
              <a:off x="4079964" y="3752575"/>
              <a:ext cx="2341988" cy="169277"/>
            </a:xfrm>
            <a:prstGeom prst="rect">
              <a:avLst/>
            </a:prstGeom>
            <a:noFill/>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171450" indent="-171450">
                <a:buFont typeface="Arial"/>
                <a:buChar char="•"/>
              </a:pPr>
              <a:r>
                <a:rPr lang="en-US" sz="1100" b="1">
                  <a:latin typeface="Segoe UI"/>
                  <a:cs typeface="Segoe UI"/>
                </a:rPr>
                <a:t>Retrieval coverage improvement</a:t>
              </a:r>
              <a:endParaRPr lang="en-US" b="1">
                <a:ea typeface="Calibri Light"/>
                <a:cs typeface="Calibri Light"/>
              </a:endParaRPr>
            </a:p>
          </p:txBody>
        </p:sp>
        <p:sp>
          <p:nvSpPr>
            <p:cNvPr id="35" name="TextBox 34">
              <a:extLst>
                <a:ext uri="{FF2B5EF4-FFF2-40B4-BE49-F238E27FC236}">
                  <a16:creationId xmlns:a16="http://schemas.microsoft.com/office/drawing/2014/main" id="{FED626C1-BB72-0003-95C7-C436E9C64089}"/>
                </a:ext>
              </a:extLst>
            </p:cNvPr>
            <p:cNvSpPr txBox="1"/>
            <p:nvPr/>
          </p:nvSpPr>
          <p:spPr>
            <a:xfrm>
              <a:off x="4079964" y="3970289"/>
              <a:ext cx="2213748" cy="169277"/>
            </a:xfrm>
            <a:prstGeom prst="rect">
              <a:avLst/>
            </a:prstGeom>
            <a:noFill/>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171450" indent="-171450">
                <a:buFont typeface="Arial"/>
                <a:buChar char="•"/>
              </a:pPr>
              <a:r>
                <a:rPr lang="en-US" sz="1100" b="1">
                  <a:latin typeface="Segoe UI"/>
                  <a:cs typeface="Segoe UI"/>
                </a:rPr>
                <a:t>Grounded question generation</a:t>
              </a:r>
              <a:endParaRPr lang="en-US" b="1">
                <a:ea typeface="Calibri Light"/>
                <a:cs typeface="Calibri Light"/>
              </a:endParaRPr>
            </a:p>
          </p:txBody>
        </p:sp>
        <p:sp>
          <p:nvSpPr>
            <p:cNvPr id="36" name="TextBox 35">
              <a:extLst>
                <a:ext uri="{FF2B5EF4-FFF2-40B4-BE49-F238E27FC236}">
                  <a16:creationId xmlns:a16="http://schemas.microsoft.com/office/drawing/2014/main" id="{50F031AF-59A1-89F7-C986-7DD259B72781}"/>
                </a:ext>
              </a:extLst>
            </p:cNvPr>
            <p:cNvSpPr txBox="1"/>
            <p:nvPr/>
          </p:nvSpPr>
          <p:spPr>
            <a:xfrm>
              <a:off x="4085407" y="4182013"/>
              <a:ext cx="2223366" cy="338554"/>
            </a:xfrm>
            <a:prstGeom prst="rect">
              <a:avLst/>
            </a:prstGeom>
            <a:noFill/>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171450" indent="-171450">
                <a:buFont typeface="Arial"/>
                <a:buChar char="•"/>
              </a:pPr>
              <a:r>
                <a:rPr lang="en-US" sz="1100" b="1">
                  <a:latin typeface="Segoe UI"/>
                  <a:ea typeface="Calibri Light"/>
                  <a:cs typeface="Segoe UI"/>
                </a:rPr>
                <a:t>State Transition updates using </a:t>
              </a:r>
              <a:br>
                <a:rPr lang="en-US" sz="1100" b="1" dirty="0">
                  <a:latin typeface="Segoe UI"/>
                  <a:ea typeface="Calibri Light"/>
                  <a:cs typeface="Segoe UI"/>
                </a:rPr>
              </a:br>
              <a:r>
                <a:rPr lang="en-US" sz="1100" b="1">
                  <a:latin typeface="Segoe UI"/>
                  <a:ea typeface="Calibri Light"/>
                  <a:cs typeface="Segoe UI"/>
                </a:rPr>
                <a:t>BKT + Confidence</a:t>
              </a:r>
            </a:p>
          </p:txBody>
        </p:sp>
      </p:grpSp>
      <p:sp>
        <p:nvSpPr>
          <p:cNvPr id="44" name="Rectangle 43">
            <a:extLst>
              <a:ext uri="{FF2B5EF4-FFF2-40B4-BE49-F238E27FC236}">
                <a16:creationId xmlns:a16="http://schemas.microsoft.com/office/drawing/2014/main" id="{7D087361-04D1-25EC-0C62-AEEA5DDE8002}"/>
              </a:ext>
            </a:extLst>
          </p:cNvPr>
          <p:cNvSpPr/>
          <p:nvPr/>
        </p:nvSpPr>
        <p:spPr>
          <a:xfrm>
            <a:off x="393246" y="2518683"/>
            <a:ext cx="283029" cy="23948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ea typeface="Calibri Light"/>
                <a:cs typeface="Calibri Light"/>
              </a:rPr>
              <a:t>2</a:t>
            </a:r>
          </a:p>
        </p:txBody>
      </p:sp>
      <p:sp>
        <p:nvSpPr>
          <p:cNvPr id="47" name="Rectangle 46">
            <a:extLst>
              <a:ext uri="{FF2B5EF4-FFF2-40B4-BE49-F238E27FC236}">
                <a16:creationId xmlns:a16="http://schemas.microsoft.com/office/drawing/2014/main" id="{3770126D-8188-BFEE-C784-4DA343816216}"/>
              </a:ext>
            </a:extLst>
          </p:cNvPr>
          <p:cNvSpPr/>
          <p:nvPr/>
        </p:nvSpPr>
        <p:spPr>
          <a:xfrm>
            <a:off x="393246" y="760640"/>
            <a:ext cx="283029" cy="23948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solidFill>
                  <a:schemeClr val="tx1"/>
                </a:solidFill>
                <a:ea typeface="Calibri Light"/>
                <a:cs typeface="Calibri Light"/>
              </a:rPr>
              <a:t>1</a:t>
            </a:r>
          </a:p>
        </p:txBody>
      </p:sp>
      <p:sp>
        <p:nvSpPr>
          <p:cNvPr id="48" name="Rectangle 47">
            <a:extLst>
              <a:ext uri="{FF2B5EF4-FFF2-40B4-BE49-F238E27FC236}">
                <a16:creationId xmlns:a16="http://schemas.microsoft.com/office/drawing/2014/main" id="{FA6BB9F8-E004-942F-181E-AF5ED148245F}"/>
              </a:ext>
            </a:extLst>
          </p:cNvPr>
          <p:cNvSpPr/>
          <p:nvPr/>
        </p:nvSpPr>
        <p:spPr>
          <a:xfrm>
            <a:off x="3795031" y="3084740"/>
            <a:ext cx="283029" cy="23948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solidFill>
                  <a:schemeClr val="tx1"/>
                </a:solidFill>
                <a:ea typeface="Calibri Light"/>
                <a:cs typeface="Calibri Light"/>
              </a:rPr>
              <a:t>3</a:t>
            </a:r>
          </a:p>
        </p:txBody>
      </p:sp>
      <p:sp>
        <p:nvSpPr>
          <p:cNvPr id="49" name="Rectangle 48">
            <a:extLst>
              <a:ext uri="{FF2B5EF4-FFF2-40B4-BE49-F238E27FC236}">
                <a16:creationId xmlns:a16="http://schemas.microsoft.com/office/drawing/2014/main" id="{E17ABE47-3454-9830-7048-5E578465E5BC}"/>
              </a:ext>
            </a:extLst>
          </p:cNvPr>
          <p:cNvSpPr/>
          <p:nvPr/>
        </p:nvSpPr>
        <p:spPr>
          <a:xfrm>
            <a:off x="6804931" y="3079297"/>
            <a:ext cx="283029" cy="23948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solidFill>
                  <a:schemeClr val="tx1"/>
                </a:solidFill>
                <a:ea typeface="Calibri Light"/>
                <a:cs typeface="Calibri Light"/>
              </a:rPr>
              <a:t>4</a:t>
            </a:r>
          </a:p>
        </p:txBody>
      </p:sp>
      <p:sp>
        <p:nvSpPr>
          <p:cNvPr id="50" name="Rectangle 49">
            <a:extLst>
              <a:ext uri="{FF2B5EF4-FFF2-40B4-BE49-F238E27FC236}">
                <a16:creationId xmlns:a16="http://schemas.microsoft.com/office/drawing/2014/main" id="{6E56102E-B1CD-221E-3CB5-BA62E2DDD521}"/>
              </a:ext>
            </a:extLst>
          </p:cNvPr>
          <p:cNvSpPr/>
          <p:nvPr/>
        </p:nvSpPr>
        <p:spPr>
          <a:xfrm>
            <a:off x="7093402" y="167367"/>
            <a:ext cx="283029" cy="23948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solidFill>
                  <a:schemeClr val="tx1"/>
                </a:solidFill>
                <a:ea typeface="Calibri Light"/>
                <a:cs typeface="Calibri Light"/>
              </a:rPr>
              <a:t>5</a:t>
            </a:r>
          </a:p>
        </p:txBody>
      </p:sp>
      <p:sp>
        <p:nvSpPr>
          <p:cNvPr id="51" name="Rectangle 50">
            <a:extLst>
              <a:ext uri="{FF2B5EF4-FFF2-40B4-BE49-F238E27FC236}">
                <a16:creationId xmlns:a16="http://schemas.microsoft.com/office/drawing/2014/main" id="{6900DACB-A61B-1736-A246-DBC9C3344F93}"/>
              </a:ext>
            </a:extLst>
          </p:cNvPr>
          <p:cNvSpPr/>
          <p:nvPr/>
        </p:nvSpPr>
        <p:spPr>
          <a:xfrm>
            <a:off x="4622344" y="885824"/>
            <a:ext cx="283029" cy="239486"/>
          </a:xfrm>
          <a:prstGeom prst="rect">
            <a:avLst/>
          </a:prstGeom>
          <a:solidFill>
            <a:schemeClr val="accent3">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solidFill>
                  <a:schemeClr val="tx1"/>
                </a:solidFill>
                <a:ea typeface="Calibri Light"/>
                <a:cs typeface="Calibri Light"/>
              </a:rPr>
              <a:t>6</a:t>
            </a:r>
          </a:p>
        </p:txBody>
      </p:sp>
      <p:sp>
        <p:nvSpPr>
          <p:cNvPr id="11" name="TextBox 10">
            <a:extLst>
              <a:ext uri="{FF2B5EF4-FFF2-40B4-BE49-F238E27FC236}">
                <a16:creationId xmlns:a16="http://schemas.microsoft.com/office/drawing/2014/main" id="{26C410CE-5B22-E352-DB5B-6B57D3739B77}"/>
              </a:ext>
            </a:extLst>
          </p:cNvPr>
          <p:cNvSpPr txBox="1"/>
          <p:nvPr/>
        </p:nvSpPr>
        <p:spPr>
          <a:xfrm>
            <a:off x="6855824" y="1772885"/>
            <a:ext cx="1985193" cy="338554"/>
          </a:xfrm>
          <a:prstGeom prst="rect">
            <a:avLst/>
          </a:prstGeom>
          <a:noFill/>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171450" indent="-171450">
              <a:buFont typeface="Arial"/>
              <a:buChar char="•"/>
            </a:pPr>
            <a:r>
              <a:rPr lang="en-US" sz="1100">
                <a:latin typeface="Segoe UI"/>
                <a:ea typeface="+mn-lt"/>
                <a:cs typeface="Segoe UI"/>
              </a:rPr>
              <a:t>Learner Specific Confidence Score</a:t>
            </a:r>
            <a:r>
              <a:rPr lang="en-US" sz="1100">
                <a:latin typeface="Segoe UI"/>
                <a:ea typeface="Calibri Light"/>
                <a:cs typeface="Segoe UI"/>
              </a:rPr>
              <a:t> based on</a:t>
            </a:r>
            <a:r>
              <a:rPr lang="en-US" sz="1100" dirty="0">
                <a:latin typeface="Segoe UI"/>
                <a:cs typeface="Segoe UI"/>
              </a:rPr>
              <a:t>:</a:t>
            </a:r>
            <a:endParaRPr lang="en-US" sz="1100">
              <a:latin typeface="Segoe UI"/>
              <a:ea typeface="Calibri Light"/>
              <a:cs typeface="Segoe UI"/>
            </a:endParaRPr>
          </a:p>
        </p:txBody>
      </p:sp>
      <p:sp>
        <p:nvSpPr>
          <p:cNvPr id="45" name="TextBox 44">
            <a:extLst>
              <a:ext uri="{FF2B5EF4-FFF2-40B4-BE49-F238E27FC236}">
                <a16:creationId xmlns:a16="http://schemas.microsoft.com/office/drawing/2014/main" id="{663C0447-02D0-0E67-14FB-9F60CA299191}"/>
              </a:ext>
            </a:extLst>
          </p:cNvPr>
          <p:cNvSpPr txBox="1"/>
          <p:nvPr/>
        </p:nvSpPr>
        <p:spPr>
          <a:xfrm>
            <a:off x="7024552" y="2127609"/>
            <a:ext cx="1567737" cy="338554"/>
          </a:xfrm>
          <a:prstGeom prst="rect">
            <a:avLst/>
          </a:prstGeom>
          <a:noFill/>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marL="171450" indent="-171450">
              <a:buFont typeface="Arial"/>
              <a:buChar char="•"/>
            </a:pPr>
            <a:r>
              <a:rPr lang="en-US" sz="1100">
                <a:latin typeface="Segoe UI"/>
                <a:ea typeface="+mn-lt"/>
                <a:cs typeface="Segoe UI"/>
              </a:rPr>
              <a:t>No. of attempts</a:t>
            </a:r>
          </a:p>
          <a:p>
            <a:pPr marL="171450" indent="-171450">
              <a:buFont typeface="Arial"/>
              <a:buChar char="•"/>
            </a:pPr>
            <a:r>
              <a:rPr lang="en-US" sz="1100">
                <a:latin typeface="Segoe UI"/>
                <a:ea typeface="Calibri Light"/>
                <a:cs typeface="Segoe UI"/>
              </a:rPr>
              <a:t>Consistency Variability</a:t>
            </a:r>
            <a:endParaRPr lang="en-US" sz="1100" dirty="0">
              <a:latin typeface="Segoe UI"/>
              <a:ea typeface="Calibri Light"/>
              <a:cs typeface="Segoe UI"/>
            </a:endParaRPr>
          </a:p>
        </p:txBody>
      </p:sp>
    </p:spTree>
    <p:extLst>
      <p:ext uri="{BB962C8B-B14F-4D97-AF65-F5344CB8AC3E}">
        <p14:creationId xmlns:p14="http://schemas.microsoft.com/office/powerpoint/2010/main" val="24761259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F14B4-6A20-DF41-7AB2-5D1676D704E7}"/>
            </a:ext>
          </a:extLst>
        </p:cNvPr>
        <p:cNvGrpSpPr/>
        <p:nvPr/>
      </p:nvGrpSpPr>
      <p:grpSpPr>
        <a:xfrm>
          <a:off x="0" y="0"/>
          <a:ext cx="0" cy="0"/>
          <a:chOff x="0" y="0"/>
          <a:chExt cx="0" cy="0"/>
        </a:xfrm>
      </p:grpSpPr>
      <p:sp>
        <p:nvSpPr>
          <p:cNvPr id="41" name="Title 1">
            <a:extLst>
              <a:ext uri="{FF2B5EF4-FFF2-40B4-BE49-F238E27FC236}">
                <a16:creationId xmlns:a16="http://schemas.microsoft.com/office/drawing/2014/main" id="{CFAD8A0C-83C2-6AEB-B88B-7A76062010D8}"/>
              </a:ext>
            </a:extLst>
          </p:cNvPr>
          <p:cNvSpPr>
            <a:spLocks noGrp="1"/>
          </p:cNvSpPr>
          <p:nvPr>
            <p:ph type="title"/>
          </p:nvPr>
        </p:nvSpPr>
        <p:spPr>
          <a:xfrm>
            <a:off x="4097256" y="228600"/>
            <a:ext cx="1058794" cy="276522"/>
          </a:xfrm>
        </p:spPr>
        <p:txBody>
          <a:bodyPr vert="horz" wrap="square" lIns="0" tIns="12065" rIns="0" bIns="0" rtlCol="0" anchor="t">
            <a:noAutofit/>
          </a:bodyPr>
          <a:lstStyle/>
          <a:p>
            <a:r>
              <a:rPr lang="en-US" sz="2000" b="1">
                <a:latin typeface="Poppins"/>
                <a:cs typeface="Poppins"/>
              </a:rPr>
              <a:t>Results</a:t>
            </a:r>
            <a:endParaRPr lang="en-US" sz="2000" b="1">
              <a:latin typeface="Poppins"/>
              <a:ea typeface="Calibri"/>
              <a:cs typeface="Poppins"/>
            </a:endParaRPr>
          </a:p>
        </p:txBody>
      </p:sp>
      <p:graphicFrame>
        <p:nvGraphicFramePr>
          <p:cNvPr id="43" name="Table 42">
            <a:extLst>
              <a:ext uri="{FF2B5EF4-FFF2-40B4-BE49-F238E27FC236}">
                <a16:creationId xmlns:a16="http://schemas.microsoft.com/office/drawing/2014/main" id="{A9A84862-DD7B-E7CF-5EE4-C47FA903E0BA}"/>
              </a:ext>
            </a:extLst>
          </p:cNvPr>
          <p:cNvGraphicFramePr>
            <a:graphicFrameLocks noGrp="1"/>
          </p:cNvGraphicFramePr>
          <p:nvPr>
            <p:extLst>
              <p:ext uri="{D42A27DB-BD31-4B8C-83A1-F6EECF244321}">
                <p14:modId xmlns:p14="http://schemas.microsoft.com/office/powerpoint/2010/main" val="2865612396"/>
              </p:ext>
            </p:extLst>
          </p:nvPr>
        </p:nvGraphicFramePr>
        <p:xfrm>
          <a:off x="5723709" y="755032"/>
          <a:ext cx="3192624" cy="1166114"/>
        </p:xfrm>
        <a:graphic>
          <a:graphicData uri="http://schemas.openxmlformats.org/drawingml/2006/table">
            <a:tbl>
              <a:tblPr firstRow="1" bandRow="1">
                <a:tableStyleId>{5C22544A-7EE6-4342-B048-85BDC9FD1C3A}</a:tableStyleId>
              </a:tblPr>
              <a:tblGrid>
                <a:gridCol w="798156">
                  <a:extLst>
                    <a:ext uri="{9D8B030D-6E8A-4147-A177-3AD203B41FA5}">
                      <a16:colId xmlns:a16="http://schemas.microsoft.com/office/drawing/2014/main" val="3496430929"/>
                    </a:ext>
                  </a:extLst>
                </a:gridCol>
                <a:gridCol w="798156">
                  <a:extLst>
                    <a:ext uri="{9D8B030D-6E8A-4147-A177-3AD203B41FA5}">
                      <a16:colId xmlns:a16="http://schemas.microsoft.com/office/drawing/2014/main" val="4070399095"/>
                    </a:ext>
                  </a:extLst>
                </a:gridCol>
                <a:gridCol w="798156">
                  <a:extLst>
                    <a:ext uri="{9D8B030D-6E8A-4147-A177-3AD203B41FA5}">
                      <a16:colId xmlns:a16="http://schemas.microsoft.com/office/drawing/2014/main" val="527669452"/>
                    </a:ext>
                  </a:extLst>
                </a:gridCol>
                <a:gridCol w="798156">
                  <a:extLst>
                    <a:ext uri="{9D8B030D-6E8A-4147-A177-3AD203B41FA5}">
                      <a16:colId xmlns:a16="http://schemas.microsoft.com/office/drawing/2014/main" val="3697749656"/>
                    </a:ext>
                  </a:extLst>
                </a:gridCol>
              </a:tblGrid>
              <a:tr h="269588">
                <a:tc>
                  <a:txBody>
                    <a:bodyPr/>
                    <a:lstStyle/>
                    <a:p>
                      <a:pPr marL="0" lvl="0" indent="0" algn="l">
                        <a:lnSpc>
                          <a:spcPts val="1425"/>
                        </a:lnSpc>
                        <a:buNone/>
                      </a:pPr>
                      <a:r>
                        <a:rPr lang="en-US" sz="700" b="1" i="0">
                          <a:solidFill>
                            <a:srgbClr val="000000"/>
                          </a:solidFill>
                          <a:effectLst/>
                          <a:latin typeface="Poppins"/>
                          <a:cs typeface="Poppins"/>
                        </a:rPr>
                        <a:t>No. Of Chunks</a:t>
                      </a:r>
                      <a:endParaRPr lang="en-US" sz="700" b="0" i="0">
                        <a:solidFill>
                          <a:srgbClr val="000000"/>
                        </a:solidFill>
                        <a:effectLst/>
                        <a:latin typeface="Poppins"/>
                        <a:cs typeface="Poppins"/>
                      </a:endParaRPr>
                    </a:p>
                  </a:txBody>
                  <a:tcPr>
                    <a:lnL w="11906" cap="flat" cmpd="sng" algn="ctr">
                      <a:solidFill>
                        <a:srgbClr val="000000"/>
                      </a:solidFill>
                      <a:prstDash val="solid"/>
                      <a:round/>
                      <a:headEnd type="none" w="med" len="med"/>
                      <a:tailEnd type="none" w="med" len="med"/>
                    </a:lnL>
                    <a:lnR w="11906" cap="flat" cmpd="sng" algn="ctr">
                      <a:solidFill>
                        <a:srgbClr val="000000"/>
                      </a:solidFill>
                      <a:prstDash val="solid"/>
                      <a:round/>
                      <a:headEnd type="none" w="med" len="med"/>
                      <a:tailEnd type="none" w="med" len="med"/>
                    </a:lnR>
                    <a:lnT w="11906" cap="flat" cmpd="sng" algn="ctr">
                      <a:solidFill>
                        <a:srgbClr val="000000"/>
                      </a:solidFill>
                      <a:prstDash val="solid"/>
                      <a:round/>
                      <a:headEnd type="none" w="med" len="med"/>
                      <a:tailEnd type="none" w="med" len="med"/>
                    </a:lnT>
                    <a:lnB w="11906" cap="flat" cmpd="sng" algn="ctr">
                      <a:solidFill>
                        <a:srgbClr val="000000"/>
                      </a:solidFill>
                      <a:prstDash val="solid"/>
                      <a:round/>
                      <a:headEnd type="none" w="med" len="med"/>
                      <a:tailEnd type="none" w="med" len="med"/>
                    </a:lnB>
                    <a:noFill/>
                  </a:tcPr>
                </a:tc>
                <a:tc>
                  <a:txBody>
                    <a:bodyPr/>
                    <a:lstStyle/>
                    <a:p>
                      <a:pPr marL="0" lvl="0" indent="0" algn="ctr">
                        <a:lnSpc>
                          <a:spcPts val="1650"/>
                        </a:lnSpc>
                        <a:buNone/>
                      </a:pPr>
                      <a:r>
                        <a:rPr lang="en-US" sz="800" b="0" i="0">
                          <a:solidFill>
                            <a:srgbClr val="000000"/>
                          </a:solidFill>
                          <a:effectLst/>
                          <a:latin typeface="Poppins Light"/>
                        </a:rPr>
                        <a:t>1000 </a:t>
                      </a:r>
                      <a:endParaRPr lang="en-US" sz="800"/>
                    </a:p>
                  </a:txBody>
                  <a:tcPr anchor="ctr">
                    <a:lnL w="11906" cap="flat" cmpd="sng" algn="ctr">
                      <a:solidFill>
                        <a:srgbClr val="000000"/>
                      </a:solidFill>
                      <a:prstDash val="solid"/>
                      <a:round/>
                      <a:headEnd type="none" w="med" len="med"/>
                      <a:tailEnd type="none" w="med" len="med"/>
                    </a:lnL>
                    <a:lnR w="11906" cap="flat" cmpd="sng" algn="ctr">
                      <a:solidFill>
                        <a:srgbClr val="000000"/>
                      </a:solidFill>
                      <a:prstDash val="solid"/>
                      <a:round/>
                      <a:headEnd type="none" w="med" len="med"/>
                      <a:tailEnd type="none" w="med" len="med"/>
                    </a:lnR>
                    <a:lnT w="11906" cap="flat" cmpd="sng" algn="ctr">
                      <a:solidFill>
                        <a:srgbClr val="000000"/>
                      </a:solidFill>
                      <a:prstDash val="solid"/>
                      <a:round/>
                      <a:headEnd type="none" w="med" len="med"/>
                      <a:tailEnd type="none" w="med" len="med"/>
                    </a:lnT>
                    <a:lnB w="11906" cap="flat" cmpd="sng" algn="ctr">
                      <a:solidFill>
                        <a:srgbClr val="000000"/>
                      </a:solidFill>
                      <a:prstDash val="solid"/>
                      <a:round/>
                      <a:headEnd type="none" w="med" len="med"/>
                      <a:tailEnd type="none" w="med" len="med"/>
                    </a:lnB>
                    <a:noFill/>
                  </a:tcPr>
                </a:tc>
                <a:tc>
                  <a:txBody>
                    <a:bodyPr/>
                    <a:lstStyle/>
                    <a:p>
                      <a:pPr marL="0" lvl="0" indent="0" algn="ctr">
                        <a:lnSpc>
                          <a:spcPts val="1650"/>
                        </a:lnSpc>
                        <a:buNone/>
                      </a:pPr>
                      <a:r>
                        <a:rPr lang="en-US" sz="800" b="0" i="0">
                          <a:solidFill>
                            <a:srgbClr val="000000"/>
                          </a:solidFill>
                          <a:effectLst/>
                          <a:latin typeface="Poppins Light"/>
                        </a:rPr>
                        <a:t>2042</a:t>
                      </a:r>
                      <a:endParaRPr lang="en-US" sz="800"/>
                    </a:p>
                  </a:txBody>
                  <a:tcPr anchor="ctr">
                    <a:lnL w="11906" cap="flat" cmpd="sng" algn="ctr">
                      <a:solidFill>
                        <a:srgbClr val="000000"/>
                      </a:solidFill>
                      <a:prstDash val="solid"/>
                      <a:round/>
                      <a:headEnd type="none" w="med" len="med"/>
                      <a:tailEnd type="none" w="med" len="med"/>
                    </a:lnL>
                    <a:lnR w="11906" cap="flat" cmpd="sng" algn="ctr">
                      <a:solidFill>
                        <a:srgbClr val="000000"/>
                      </a:solidFill>
                      <a:prstDash val="solid"/>
                      <a:round/>
                      <a:headEnd type="none" w="med" len="med"/>
                      <a:tailEnd type="none" w="med" len="med"/>
                    </a:lnR>
                    <a:lnT w="11906" cap="flat" cmpd="sng" algn="ctr">
                      <a:solidFill>
                        <a:srgbClr val="000000"/>
                      </a:solidFill>
                      <a:prstDash val="solid"/>
                      <a:round/>
                      <a:headEnd type="none" w="med" len="med"/>
                      <a:tailEnd type="none" w="med" len="med"/>
                    </a:lnT>
                    <a:lnB w="11906" cap="flat" cmpd="sng" algn="ctr">
                      <a:solidFill>
                        <a:srgbClr val="000000"/>
                      </a:solidFill>
                      <a:prstDash val="solid"/>
                      <a:round/>
                      <a:headEnd type="none" w="med" len="med"/>
                      <a:tailEnd type="none" w="med" len="med"/>
                    </a:lnB>
                    <a:noFill/>
                  </a:tcPr>
                </a:tc>
                <a:tc>
                  <a:txBody>
                    <a:bodyPr/>
                    <a:lstStyle/>
                    <a:p>
                      <a:pPr marL="0" lvl="0" indent="0" algn="ctr">
                        <a:lnSpc>
                          <a:spcPts val="1650"/>
                        </a:lnSpc>
                        <a:buNone/>
                      </a:pPr>
                      <a:r>
                        <a:rPr lang="en-US" sz="800" b="0" i="0">
                          <a:solidFill>
                            <a:srgbClr val="000000"/>
                          </a:solidFill>
                          <a:effectLst/>
                          <a:latin typeface="Poppins Light"/>
                        </a:rPr>
                        <a:t>4084</a:t>
                      </a:r>
                      <a:endParaRPr lang="en-US" sz="800"/>
                    </a:p>
                  </a:txBody>
                  <a:tcPr anchor="ctr">
                    <a:lnL w="11906" cap="flat" cmpd="sng" algn="ctr">
                      <a:solidFill>
                        <a:srgbClr val="000000"/>
                      </a:solidFill>
                      <a:prstDash val="solid"/>
                      <a:round/>
                      <a:headEnd type="none" w="med" len="med"/>
                      <a:tailEnd type="none" w="med" len="med"/>
                    </a:lnL>
                    <a:lnR w="11906" cap="flat" cmpd="sng" algn="ctr">
                      <a:solidFill>
                        <a:srgbClr val="000000"/>
                      </a:solidFill>
                      <a:prstDash val="solid"/>
                      <a:round/>
                      <a:headEnd type="none" w="med" len="med"/>
                      <a:tailEnd type="none" w="med" len="med"/>
                    </a:lnR>
                    <a:lnT w="11906" cap="flat" cmpd="sng" algn="ctr">
                      <a:solidFill>
                        <a:srgbClr val="000000"/>
                      </a:solidFill>
                      <a:prstDash val="solid"/>
                      <a:round/>
                      <a:headEnd type="none" w="med" len="med"/>
                      <a:tailEnd type="none" w="med" len="med"/>
                    </a:lnT>
                    <a:lnB w="11906"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97215704"/>
                  </a:ext>
                </a:extLst>
              </a:tr>
              <a:tr h="269588">
                <a:tc>
                  <a:txBody>
                    <a:bodyPr/>
                    <a:lstStyle/>
                    <a:p>
                      <a:pPr marL="0" lvl="0" indent="0" algn="l">
                        <a:lnSpc>
                          <a:spcPts val="1425"/>
                        </a:lnSpc>
                        <a:buNone/>
                      </a:pPr>
                      <a:r>
                        <a:rPr lang="en-US" sz="700" b="1" i="0">
                          <a:solidFill>
                            <a:srgbClr val="000000"/>
                          </a:solidFill>
                          <a:effectLst/>
                          <a:latin typeface="Poppins"/>
                          <a:cs typeface="Poppins"/>
                        </a:rPr>
                        <a:t>Concepts</a:t>
                      </a:r>
                      <a:endParaRPr lang="en-US" sz="700" b="0" i="0">
                        <a:solidFill>
                          <a:srgbClr val="000000"/>
                        </a:solidFill>
                        <a:effectLst/>
                        <a:latin typeface="Poppins"/>
                        <a:cs typeface="Poppins"/>
                      </a:endParaRPr>
                    </a:p>
                  </a:txBody>
                  <a:tcPr>
                    <a:lnL w="11906" cap="flat" cmpd="sng" algn="ctr">
                      <a:solidFill>
                        <a:srgbClr val="000000"/>
                      </a:solidFill>
                      <a:prstDash val="solid"/>
                      <a:round/>
                      <a:headEnd type="none" w="med" len="med"/>
                      <a:tailEnd type="none" w="med" len="med"/>
                    </a:lnL>
                    <a:lnR w="11906" cap="flat" cmpd="sng" algn="ctr">
                      <a:solidFill>
                        <a:srgbClr val="000000"/>
                      </a:solidFill>
                      <a:prstDash val="solid"/>
                      <a:round/>
                      <a:headEnd type="none" w="med" len="med"/>
                      <a:tailEnd type="none" w="med" len="med"/>
                    </a:lnR>
                    <a:lnT w="11906" cap="flat" cmpd="sng" algn="ctr">
                      <a:solidFill>
                        <a:srgbClr val="000000"/>
                      </a:solidFill>
                      <a:prstDash val="solid"/>
                      <a:round/>
                      <a:headEnd type="none" w="med" len="med"/>
                      <a:tailEnd type="none" w="med" len="med"/>
                    </a:lnT>
                    <a:lnB w="11906" cap="flat" cmpd="sng" algn="ctr">
                      <a:solidFill>
                        <a:srgbClr val="000000"/>
                      </a:solidFill>
                      <a:prstDash val="solid"/>
                      <a:round/>
                      <a:headEnd type="none" w="med" len="med"/>
                      <a:tailEnd type="none" w="med" len="med"/>
                    </a:lnB>
                    <a:noFill/>
                  </a:tcPr>
                </a:tc>
                <a:tc>
                  <a:txBody>
                    <a:bodyPr/>
                    <a:lstStyle/>
                    <a:p>
                      <a:pPr marL="0" lvl="0" indent="0" algn="ctr">
                        <a:lnSpc>
                          <a:spcPts val="1650"/>
                        </a:lnSpc>
                        <a:buNone/>
                      </a:pPr>
                      <a:r>
                        <a:rPr lang="en-US" sz="800" b="0" i="0" u="none" strike="noStrike">
                          <a:solidFill>
                            <a:srgbClr val="000000"/>
                          </a:solidFill>
                          <a:effectLst/>
                          <a:latin typeface="Poppins Light"/>
                        </a:rPr>
                        <a:t>1039</a:t>
                      </a:r>
                      <a:endParaRPr lang="en-US" sz="800" b="0" i="0">
                        <a:solidFill>
                          <a:srgbClr val="000000"/>
                        </a:solidFill>
                        <a:effectLst/>
                      </a:endParaRPr>
                    </a:p>
                  </a:txBody>
                  <a:tcPr>
                    <a:lnL w="11906" cap="flat" cmpd="sng" algn="ctr">
                      <a:solidFill>
                        <a:srgbClr val="000000"/>
                      </a:solidFill>
                      <a:prstDash val="solid"/>
                      <a:round/>
                      <a:headEnd type="none" w="med" len="med"/>
                      <a:tailEnd type="none" w="med" len="med"/>
                    </a:lnL>
                    <a:lnR w="11906" cap="flat" cmpd="sng" algn="ctr">
                      <a:solidFill>
                        <a:srgbClr val="000000"/>
                      </a:solidFill>
                      <a:prstDash val="solid"/>
                      <a:round/>
                      <a:headEnd type="none" w="med" len="med"/>
                      <a:tailEnd type="none" w="med" len="med"/>
                    </a:lnR>
                    <a:lnT w="11906" cap="flat" cmpd="sng" algn="ctr">
                      <a:solidFill>
                        <a:srgbClr val="000000"/>
                      </a:solidFill>
                      <a:prstDash val="solid"/>
                      <a:round/>
                      <a:headEnd type="none" w="med" len="med"/>
                      <a:tailEnd type="none" w="med" len="med"/>
                    </a:lnT>
                    <a:lnB w="11906" cap="flat" cmpd="sng" algn="ctr">
                      <a:solidFill>
                        <a:srgbClr val="000000"/>
                      </a:solidFill>
                      <a:prstDash val="solid"/>
                      <a:round/>
                      <a:headEnd type="none" w="med" len="med"/>
                      <a:tailEnd type="none" w="med" len="med"/>
                    </a:lnB>
                    <a:noFill/>
                  </a:tcPr>
                </a:tc>
                <a:tc>
                  <a:txBody>
                    <a:bodyPr/>
                    <a:lstStyle/>
                    <a:p>
                      <a:pPr marL="0" lvl="0" indent="0" algn="ctr">
                        <a:lnSpc>
                          <a:spcPts val="1650"/>
                        </a:lnSpc>
                        <a:buNone/>
                      </a:pPr>
                      <a:r>
                        <a:rPr lang="en-US" sz="800" b="0" i="0">
                          <a:solidFill>
                            <a:srgbClr val="000000"/>
                          </a:solidFill>
                          <a:effectLst/>
                          <a:latin typeface="Poppins Light"/>
                        </a:rPr>
                        <a:t>1479</a:t>
                      </a:r>
                      <a:endParaRPr lang="en-US" sz="800"/>
                    </a:p>
                  </a:txBody>
                  <a:tcPr>
                    <a:lnL w="11906" cap="flat" cmpd="sng" algn="ctr">
                      <a:solidFill>
                        <a:srgbClr val="000000"/>
                      </a:solidFill>
                      <a:prstDash val="solid"/>
                      <a:round/>
                      <a:headEnd type="none" w="med" len="med"/>
                      <a:tailEnd type="none" w="med" len="med"/>
                    </a:lnL>
                    <a:lnR w="11906" cap="flat" cmpd="sng" algn="ctr">
                      <a:solidFill>
                        <a:srgbClr val="000000"/>
                      </a:solidFill>
                      <a:prstDash val="solid"/>
                      <a:round/>
                      <a:headEnd type="none" w="med" len="med"/>
                      <a:tailEnd type="none" w="med" len="med"/>
                    </a:lnR>
                    <a:lnT w="11906" cap="flat" cmpd="sng" algn="ctr">
                      <a:solidFill>
                        <a:srgbClr val="000000"/>
                      </a:solidFill>
                      <a:prstDash val="solid"/>
                      <a:round/>
                      <a:headEnd type="none" w="med" len="med"/>
                      <a:tailEnd type="none" w="med" len="med"/>
                    </a:lnT>
                    <a:lnB w="11906" cap="flat" cmpd="sng" algn="ctr">
                      <a:solidFill>
                        <a:srgbClr val="000000"/>
                      </a:solidFill>
                      <a:prstDash val="solid"/>
                      <a:round/>
                      <a:headEnd type="none" w="med" len="med"/>
                      <a:tailEnd type="none" w="med" len="med"/>
                    </a:lnB>
                    <a:noFill/>
                  </a:tcPr>
                </a:tc>
                <a:tc>
                  <a:txBody>
                    <a:bodyPr/>
                    <a:lstStyle/>
                    <a:p>
                      <a:pPr marL="0" lvl="0" indent="0" algn="ctr">
                        <a:lnSpc>
                          <a:spcPts val="1650"/>
                        </a:lnSpc>
                        <a:buNone/>
                      </a:pPr>
                      <a:r>
                        <a:rPr lang="en-US" sz="800" b="0" i="0" u="none" strike="noStrike">
                          <a:solidFill>
                            <a:srgbClr val="000000"/>
                          </a:solidFill>
                          <a:effectLst/>
                          <a:latin typeface="Poppins Light"/>
                        </a:rPr>
                        <a:t>2260</a:t>
                      </a:r>
                      <a:endParaRPr lang="en-US" sz="800" b="0" i="0">
                        <a:solidFill>
                          <a:srgbClr val="000000"/>
                        </a:solidFill>
                        <a:effectLst/>
                      </a:endParaRPr>
                    </a:p>
                  </a:txBody>
                  <a:tcPr>
                    <a:lnL w="11906" cap="flat" cmpd="sng" algn="ctr">
                      <a:solidFill>
                        <a:srgbClr val="000000"/>
                      </a:solidFill>
                      <a:prstDash val="solid"/>
                      <a:round/>
                      <a:headEnd type="none" w="med" len="med"/>
                      <a:tailEnd type="none" w="med" len="med"/>
                    </a:lnL>
                    <a:lnR w="11906" cap="flat" cmpd="sng" algn="ctr">
                      <a:solidFill>
                        <a:srgbClr val="000000"/>
                      </a:solidFill>
                      <a:prstDash val="solid"/>
                      <a:round/>
                      <a:headEnd type="none" w="med" len="med"/>
                      <a:tailEnd type="none" w="med" len="med"/>
                    </a:lnR>
                    <a:lnT w="11906" cap="flat" cmpd="sng" algn="ctr">
                      <a:solidFill>
                        <a:srgbClr val="000000"/>
                      </a:solidFill>
                      <a:prstDash val="solid"/>
                      <a:round/>
                      <a:headEnd type="none" w="med" len="med"/>
                      <a:tailEnd type="none" w="med" len="med"/>
                    </a:lnT>
                    <a:lnB w="11906"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98595649"/>
                  </a:ext>
                </a:extLst>
              </a:tr>
              <a:tr h="457200">
                <a:tc>
                  <a:txBody>
                    <a:bodyPr/>
                    <a:lstStyle/>
                    <a:p>
                      <a:pPr marL="0" lvl="0" indent="0" algn="l">
                        <a:lnSpc>
                          <a:spcPts val="1425"/>
                        </a:lnSpc>
                        <a:buNone/>
                      </a:pPr>
                      <a:r>
                        <a:rPr lang="en-US" sz="700" b="1" i="0">
                          <a:solidFill>
                            <a:srgbClr val="000000"/>
                          </a:solidFill>
                          <a:effectLst/>
                          <a:latin typeface="Poppins"/>
                          <a:cs typeface="Poppins"/>
                        </a:rPr>
                        <a:t>Unique Concepts</a:t>
                      </a:r>
                      <a:endParaRPr lang="en-US" sz="700" b="0" i="0">
                        <a:solidFill>
                          <a:srgbClr val="000000"/>
                        </a:solidFill>
                        <a:effectLst/>
                        <a:latin typeface="Poppins"/>
                        <a:cs typeface="Poppins"/>
                      </a:endParaRPr>
                    </a:p>
                  </a:txBody>
                  <a:tcPr>
                    <a:lnL w="11906" cap="flat" cmpd="sng" algn="ctr">
                      <a:solidFill>
                        <a:srgbClr val="000000"/>
                      </a:solidFill>
                      <a:prstDash val="solid"/>
                      <a:round/>
                      <a:headEnd type="none" w="med" len="med"/>
                      <a:tailEnd type="none" w="med" len="med"/>
                    </a:lnL>
                    <a:lnR w="11906" cap="flat" cmpd="sng" algn="ctr">
                      <a:solidFill>
                        <a:srgbClr val="000000"/>
                      </a:solidFill>
                      <a:prstDash val="solid"/>
                      <a:round/>
                      <a:headEnd type="none" w="med" len="med"/>
                      <a:tailEnd type="none" w="med" len="med"/>
                    </a:lnR>
                    <a:lnT w="11906" cap="flat" cmpd="sng" algn="ctr">
                      <a:solidFill>
                        <a:srgbClr val="000000"/>
                      </a:solidFill>
                      <a:prstDash val="solid"/>
                      <a:round/>
                      <a:headEnd type="none" w="med" len="med"/>
                      <a:tailEnd type="none" w="med" len="med"/>
                    </a:lnT>
                    <a:lnB w="11906" cap="flat" cmpd="sng" algn="ctr">
                      <a:solidFill>
                        <a:srgbClr val="000000"/>
                      </a:solidFill>
                      <a:prstDash val="solid"/>
                      <a:round/>
                      <a:headEnd type="none" w="med" len="med"/>
                      <a:tailEnd type="none" w="med" len="med"/>
                    </a:lnB>
                    <a:noFill/>
                  </a:tcPr>
                </a:tc>
                <a:tc>
                  <a:txBody>
                    <a:bodyPr/>
                    <a:lstStyle/>
                    <a:p>
                      <a:pPr marL="0" lvl="0" indent="0" algn="ctr">
                        <a:lnSpc>
                          <a:spcPts val="1650"/>
                        </a:lnSpc>
                        <a:buNone/>
                      </a:pPr>
                      <a:r>
                        <a:rPr lang="en-US" sz="800" b="0" i="0" u="none" strike="noStrike">
                          <a:solidFill>
                            <a:srgbClr val="000000"/>
                          </a:solidFill>
                          <a:effectLst/>
                          <a:latin typeface="Poppins Light"/>
                        </a:rPr>
                        <a:t>610</a:t>
                      </a:r>
                      <a:endParaRPr lang="en-US" sz="800" b="0" i="0">
                        <a:solidFill>
                          <a:srgbClr val="000000"/>
                        </a:solidFill>
                        <a:effectLst/>
                      </a:endParaRPr>
                    </a:p>
                  </a:txBody>
                  <a:tcPr anchor="ctr">
                    <a:lnL w="11906" cap="flat" cmpd="sng" algn="ctr">
                      <a:solidFill>
                        <a:srgbClr val="000000"/>
                      </a:solidFill>
                      <a:prstDash val="solid"/>
                      <a:round/>
                      <a:headEnd type="none" w="med" len="med"/>
                      <a:tailEnd type="none" w="med" len="med"/>
                    </a:lnL>
                    <a:lnR w="11906" cap="flat" cmpd="sng" algn="ctr">
                      <a:solidFill>
                        <a:srgbClr val="000000"/>
                      </a:solidFill>
                      <a:prstDash val="solid"/>
                      <a:round/>
                      <a:headEnd type="none" w="med" len="med"/>
                      <a:tailEnd type="none" w="med" len="med"/>
                    </a:lnR>
                    <a:lnT w="11906" cap="flat" cmpd="sng" algn="ctr">
                      <a:solidFill>
                        <a:srgbClr val="000000"/>
                      </a:solidFill>
                      <a:prstDash val="solid"/>
                      <a:round/>
                      <a:headEnd type="none" w="med" len="med"/>
                      <a:tailEnd type="none" w="med" len="med"/>
                    </a:lnT>
                    <a:lnB w="11906" cap="flat" cmpd="sng" algn="ctr">
                      <a:solidFill>
                        <a:srgbClr val="000000"/>
                      </a:solidFill>
                      <a:prstDash val="solid"/>
                      <a:round/>
                      <a:headEnd type="none" w="med" len="med"/>
                      <a:tailEnd type="none" w="med" len="med"/>
                    </a:lnB>
                    <a:noFill/>
                  </a:tcPr>
                </a:tc>
                <a:tc>
                  <a:txBody>
                    <a:bodyPr/>
                    <a:lstStyle/>
                    <a:p>
                      <a:pPr marL="0" lvl="0" indent="0" algn="ctr">
                        <a:lnSpc>
                          <a:spcPts val="1650"/>
                        </a:lnSpc>
                        <a:buNone/>
                      </a:pPr>
                      <a:r>
                        <a:rPr lang="en-US" sz="800" b="0" i="0" u="none" strike="noStrike">
                          <a:solidFill>
                            <a:srgbClr val="000000"/>
                          </a:solidFill>
                          <a:effectLst/>
                          <a:latin typeface="Poppins Light"/>
                        </a:rPr>
                        <a:t>765</a:t>
                      </a:r>
                      <a:endParaRPr lang="en-US" sz="800" b="0" i="0">
                        <a:solidFill>
                          <a:srgbClr val="000000"/>
                        </a:solidFill>
                        <a:effectLst/>
                      </a:endParaRPr>
                    </a:p>
                  </a:txBody>
                  <a:tcPr anchor="ctr">
                    <a:lnL w="11906" cap="flat" cmpd="sng" algn="ctr">
                      <a:solidFill>
                        <a:srgbClr val="000000"/>
                      </a:solidFill>
                      <a:prstDash val="solid"/>
                      <a:round/>
                      <a:headEnd type="none" w="med" len="med"/>
                      <a:tailEnd type="none" w="med" len="med"/>
                    </a:lnL>
                    <a:lnR w="11906" cap="flat" cmpd="sng" algn="ctr">
                      <a:solidFill>
                        <a:srgbClr val="000000"/>
                      </a:solidFill>
                      <a:prstDash val="solid"/>
                      <a:round/>
                      <a:headEnd type="none" w="med" len="med"/>
                      <a:tailEnd type="none" w="med" len="med"/>
                    </a:lnR>
                    <a:lnT w="11906" cap="flat" cmpd="sng" algn="ctr">
                      <a:solidFill>
                        <a:srgbClr val="000000"/>
                      </a:solidFill>
                      <a:prstDash val="solid"/>
                      <a:round/>
                      <a:headEnd type="none" w="med" len="med"/>
                      <a:tailEnd type="none" w="med" len="med"/>
                    </a:lnT>
                    <a:lnB w="11906" cap="flat" cmpd="sng" algn="ctr">
                      <a:solidFill>
                        <a:srgbClr val="000000"/>
                      </a:solidFill>
                      <a:prstDash val="solid"/>
                      <a:round/>
                      <a:headEnd type="none" w="med" len="med"/>
                      <a:tailEnd type="none" w="med" len="med"/>
                    </a:lnB>
                    <a:noFill/>
                  </a:tcPr>
                </a:tc>
                <a:tc>
                  <a:txBody>
                    <a:bodyPr/>
                    <a:lstStyle/>
                    <a:p>
                      <a:pPr marL="0" lvl="0" indent="0" algn="ctr">
                        <a:lnSpc>
                          <a:spcPts val="1650"/>
                        </a:lnSpc>
                        <a:buNone/>
                      </a:pPr>
                      <a:r>
                        <a:rPr lang="en-US" sz="800" b="0" i="0" u="none" strike="noStrike">
                          <a:solidFill>
                            <a:srgbClr val="000000"/>
                          </a:solidFill>
                          <a:effectLst/>
                          <a:latin typeface="Poppins Light"/>
                        </a:rPr>
                        <a:t>1098</a:t>
                      </a:r>
                      <a:endParaRPr lang="en-US" sz="800" b="0" i="0">
                        <a:solidFill>
                          <a:srgbClr val="000000"/>
                        </a:solidFill>
                        <a:effectLst/>
                      </a:endParaRPr>
                    </a:p>
                  </a:txBody>
                  <a:tcPr anchor="ctr">
                    <a:lnL w="11906" cap="flat" cmpd="sng" algn="ctr">
                      <a:solidFill>
                        <a:srgbClr val="000000"/>
                      </a:solidFill>
                      <a:prstDash val="solid"/>
                      <a:round/>
                      <a:headEnd type="none" w="med" len="med"/>
                      <a:tailEnd type="none" w="med" len="med"/>
                    </a:lnL>
                    <a:lnR w="11906" cap="flat" cmpd="sng" algn="ctr">
                      <a:solidFill>
                        <a:srgbClr val="000000"/>
                      </a:solidFill>
                      <a:prstDash val="solid"/>
                      <a:round/>
                      <a:headEnd type="none" w="med" len="med"/>
                      <a:tailEnd type="none" w="med" len="med"/>
                    </a:lnR>
                    <a:lnT w="11906" cap="flat" cmpd="sng" algn="ctr">
                      <a:solidFill>
                        <a:srgbClr val="000000"/>
                      </a:solidFill>
                      <a:prstDash val="solid"/>
                      <a:round/>
                      <a:headEnd type="none" w="med" len="med"/>
                      <a:tailEnd type="none" w="med" len="med"/>
                    </a:lnT>
                    <a:lnB w="11906"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50544402"/>
                  </a:ext>
                </a:extLst>
              </a:tr>
            </a:tbl>
          </a:graphicData>
        </a:graphic>
      </p:graphicFrame>
      <p:sp>
        <p:nvSpPr>
          <p:cNvPr id="45" name="Content Placeholder 2">
            <a:extLst>
              <a:ext uri="{FF2B5EF4-FFF2-40B4-BE49-F238E27FC236}">
                <a16:creationId xmlns:a16="http://schemas.microsoft.com/office/drawing/2014/main" id="{AEA7F9E4-F217-78BA-CB57-CE40C489B21A}"/>
              </a:ext>
            </a:extLst>
          </p:cNvPr>
          <p:cNvSpPr txBox="1">
            <a:spLocks/>
          </p:cNvSpPr>
          <p:nvPr/>
        </p:nvSpPr>
        <p:spPr>
          <a:xfrm>
            <a:off x="5721872" y="521939"/>
            <a:ext cx="1736560" cy="232756"/>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defRPr sz="2200"/>
            </a:pPr>
            <a:r>
              <a:rPr lang="en-US" sz="1400" b="1">
                <a:solidFill>
                  <a:schemeClr val="tx1"/>
                </a:solidFill>
                <a:latin typeface="Calibri Light"/>
                <a:ea typeface="Calibri Light"/>
                <a:cs typeface="Calibri Light"/>
              </a:rPr>
              <a:t>Total Chunks</a:t>
            </a:r>
            <a:r>
              <a:rPr lang="en-US" sz="1400">
                <a:solidFill>
                  <a:schemeClr val="tx1"/>
                </a:solidFill>
              </a:rPr>
              <a:t>: </a:t>
            </a:r>
            <a:r>
              <a:rPr lang="en-US" sz="1400" b="1">
                <a:solidFill>
                  <a:schemeClr val="tx1"/>
                </a:solidFill>
              </a:rPr>
              <a:t>4084 </a:t>
            </a:r>
            <a:endParaRPr lang="en-US" b="1">
              <a:solidFill>
                <a:schemeClr val="tx1"/>
              </a:solidFill>
            </a:endParaRPr>
          </a:p>
        </p:txBody>
      </p:sp>
      <p:sp>
        <p:nvSpPr>
          <p:cNvPr id="47" name="Content Placeholder 2">
            <a:extLst>
              <a:ext uri="{FF2B5EF4-FFF2-40B4-BE49-F238E27FC236}">
                <a16:creationId xmlns:a16="http://schemas.microsoft.com/office/drawing/2014/main" id="{58D658A5-0B94-BA4D-444D-BD0E02A89219}"/>
              </a:ext>
            </a:extLst>
          </p:cNvPr>
          <p:cNvSpPr txBox="1">
            <a:spLocks/>
          </p:cNvSpPr>
          <p:nvPr/>
        </p:nvSpPr>
        <p:spPr>
          <a:xfrm>
            <a:off x="7523459" y="2002395"/>
            <a:ext cx="430276" cy="155812"/>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defRPr sz="2200"/>
            </a:pPr>
            <a:r>
              <a:rPr lang="en-US" sz="900" b="1">
                <a:solidFill>
                  <a:schemeClr val="tx1"/>
                </a:solidFill>
              </a:rPr>
              <a:t>+25.41%</a:t>
            </a:r>
            <a:endParaRPr lang="en-US" sz="900" b="1">
              <a:solidFill>
                <a:schemeClr val="tx1"/>
              </a:solidFill>
              <a:ea typeface="Calibri"/>
            </a:endParaRPr>
          </a:p>
        </p:txBody>
      </p:sp>
      <p:sp>
        <p:nvSpPr>
          <p:cNvPr id="49" name="Content Placeholder 2">
            <a:extLst>
              <a:ext uri="{FF2B5EF4-FFF2-40B4-BE49-F238E27FC236}">
                <a16:creationId xmlns:a16="http://schemas.microsoft.com/office/drawing/2014/main" id="{1FFAF81B-8F39-5B29-213B-83E6A29E8336}"/>
              </a:ext>
            </a:extLst>
          </p:cNvPr>
          <p:cNvSpPr txBox="1">
            <a:spLocks/>
          </p:cNvSpPr>
          <p:nvPr/>
        </p:nvSpPr>
        <p:spPr>
          <a:xfrm>
            <a:off x="8345329" y="1996951"/>
            <a:ext cx="424833" cy="155812"/>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defRPr sz="2200"/>
            </a:pPr>
            <a:r>
              <a:rPr lang="en-US" sz="900" b="1">
                <a:solidFill>
                  <a:schemeClr val="tx1"/>
                </a:solidFill>
              </a:rPr>
              <a:t>+43.53%</a:t>
            </a:r>
            <a:endParaRPr lang="en-US" sz="900" b="1">
              <a:solidFill>
                <a:schemeClr val="tx1"/>
              </a:solidFill>
              <a:ea typeface="Calibri"/>
            </a:endParaRPr>
          </a:p>
        </p:txBody>
      </p:sp>
      <p:sp>
        <p:nvSpPr>
          <p:cNvPr id="51" name="Content Placeholder 2">
            <a:extLst>
              <a:ext uri="{FF2B5EF4-FFF2-40B4-BE49-F238E27FC236}">
                <a16:creationId xmlns:a16="http://schemas.microsoft.com/office/drawing/2014/main" id="{DA8B15D0-8E19-68E7-3A2B-2F31564032FF}"/>
              </a:ext>
            </a:extLst>
          </p:cNvPr>
          <p:cNvSpPr txBox="1">
            <a:spLocks/>
          </p:cNvSpPr>
          <p:nvPr/>
        </p:nvSpPr>
        <p:spPr>
          <a:xfrm>
            <a:off x="5721873" y="2220110"/>
            <a:ext cx="3173476" cy="355867"/>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lgn="ctr">
              <a:defRPr sz="2200"/>
            </a:pPr>
            <a:r>
              <a:rPr lang="en-US" sz="1100">
                <a:solidFill>
                  <a:schemeClr val="tx1"/>
                </a:solidFill>
              </a:rPr>
              <a:t>Overall, from </a:t>
            </a:r>
            <a:r>
              <a:rPr lang="en-US" sz="1100" b="1">
                <a:solidFill>
                  <a:schemeClr val="tx1"/>
                </a:solidFill>
                <a:latin typeface="Poppins"/>
                <a:cs typeface="Poppins"/>
              </a:rPr>
              <a:t>1000</a:t>
            </a:r>
            <a:r>
              <a:rPr lang="en-US" sz="1100" b="1">
                <a:solidFill>
                  <a:schemeClr val="tx1"/>
                </a:solidFill>
              </a:rPr>
              <a:t> </a:t>
            </a:r>
            <a:r>
              <a:rPr lang="en-US" sz="1100">
                <a:solidFill>
                  <a:schemeClr val="tx1"/>
                </a:solidFill>
              </a:rPr>
              <a:t>to </a:t>
            </a:r>
            <a:r>
              <a:rPr lang="en-US" sz="1100" b="1">
                <a:solidFill>
                  <a:schemeClr val="tx1"/>
                </a:solidFill>
                <a:latin typeface="Poppins"/>
                <a:cs typeface="Poppins"/>
              </a:rPr>
              <a:t>4084</a:t>
            </a:r>
            <a:r>
              <a:rPr lang="en-US" sz="1100">
                <a:solidFill>
                  <a:schemeClr val="tx1"/>
                </a:solidFill>
                <a:latin typeface="Poppins"/>
                <a:cs typeface="Poppins"/>
              </a:rPr>
              <a:t> </a:t>
            </a:r>
            <a:r>
              <a:rPr lang="en-US" sz="1100">
                <a:solidFill>
                  <a:schemeClr val="tx1"/>
                </a:solidFill>
              </a:rPr>
              <a:t>chunks, Concepts grew by </a:t>
            </a:r>
            <a:r>
              <a:rPr lang="en-US" sz="1100" b="1">
                <a:solidFill>
                  <a:schemeClr val="tx1"/>
                </a:solidFill>
                <a:latin typeface="Poppins"/>
                <a:cs typeface="Poppins"/>
              </a:rPr>
              <a:t>117.5%</a:t>
            </a:r>
            <a:r>
              <a:rPr lang="en-US" sz="1100">
                <a:solidFill>
                  <a:schemeClr val="tx1"/>
                </a:solidFill>
              </a:rPr>
              <a:t> and Unique Concepts grew by</a:t>
            </a:r>
            <a:r>
              <a:rPr lang="en-US" sz="1100">
                <a:solidFill>
                  <a:schemeClr val="tx1"/>
                </a:solidFill>
                <a:latin typeface="Poppins"/>
                <a:cs typeface="Poppins"/>
              </a:rPr>
              <a:t> </a:t>
            </a:r>
            <a:r>
              <a:rPr lang="en-US" sz="1100" b="1">
                <a:solidFill>
                  <a:schemeClr val="tx1"/>
                </a:solidFill>
                <a:latin typeface="Poppins"/>
                <a:cs typeface="Poppins"/>
              </a:rPr>
              <a:t>80.0%</a:t>
            </a:r>
            <a:endParaRPr lang="en-US" sz="1100" b="1">
              <a:solidFill>
                <a:schemeClr val="tx1"/>
              </a:solidFill>
              <a:latin typeface="Poppins"/>
              <a:ea typeface="Calibri"/>
              <a:cs typeface="Poppins"/>
            </a:endParaRPr>
          </a:p>
        </p:txBody>
      </p:sp>
      <p:sp>
        <p:nvSpPr>
          <p:cNvPr id="53" name="Subtitle 11">
            <a:extLst>
              <a:ext uri="{FF2B5EF4-FFF2-40B4-BE49-F238E27FC236}">
                <a16:creationId xmlns:a16="http://schemas.microsoft.com/office/drawing/2014/main" id="{A7F989E1-E6DE-3884-562D-482A3B8DC170}"/>
              </a:ext>
            </a:extLst>
          </p:cNvPr>
          <p:cNvSpPr txBox="1">
            <a:spLocks/>
          </p:cNvSpPr>
          <p:nvPr/>
        </p:nvSpPr>
        <p:spPr>
          <a:xfrm>
            <a:off x="5906143" y="4158298"/>
            <a:ext cx="2932244" cy="199216"/>
          </a:xfrm>
          <a:prstGeom prst="rect">
            <a:avLst/>
          </a:prstGeom>
        </p:spPr>
        <p:txBody>
          <a:bodyPr lIns="91440" tIns="45720" rIns="91440" bIns="45720" anchor="t">
            <a:no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1"/>
                </a:solidFill>
                <a:latin typeface="+mn-lt"/>
                <a:ea typeface="+mn-ea"/>
                <a:cs typeface="Poppins Light" pitchFamily="2" charset="77"/>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mn-lt"/>
                <a:ea typeface="+mn-ea"/>
                <a:cs typeface="Poppins Light" pitchFamily="2" charset="77"/>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1"/>
                </a:solidFill>
                <a:latin typeface="+mn-lt"/>
                <a:ea typeface="+mn-ea"/>
                <a:cs typeface="Poppins Light" pitchFamily="2" charset="77"/>
              </a:defRPr>
            </a:lvl3pPr>
            <a:lvl4pPr marL="685800" indent="0" algn="l" defTabSz="914400" rtl="0" eaLnBrk="1" latinLnBrk="0" hangingPunct="1">
              <a:lnSpc>
                <a:spcPct val="100000"/>
              </a:lnSpc>
              <a:spcBef>
                <a:spcPts val="500"/>
              </a:spcBef>
              <a:buFont typeface="Arial" panose="020B0604020202020204" pitchFamily="34" charset="0"/>
              <a:buNone/>
              <a:defRPr sz="1200" b="0" i="0" kern="1200">
                <a:solidFill>
                  <a:schemeClr val="tx1"/>
                </a:solidFill>
                <a:latin typeface="Poppins Light" pitchFamily="2" charset="77"/>
                <a:ea typeface="+mn-ea"/>
                <a:cs typeface="Poppins Light" pitchFamily="2" charset="77"/>
              </a:defRPr>
            </a:lvl4pPr>
            <a:lvl5pPr marL="914400" indent="0" algn="l" defTabSz="914400" rtl="0" eaLnBrk="1" latinLnBrk="0" hangingPunct="1">
              <a:lnSpc>
                <a:spcPct val="100000"/>
              </a:lnSpc>
              <a:spcBef>
                <a:spcPts val="500"/>
              </a:spcBef>
              <a:buFont typeface="Arial" panose="020B0604020202020204" pitchFamily="34" charset="0"/>
              <a:buNone/>
              <a:defRPr sz="1100" b="0" i="0" kern="1200">
                <a:solidFill>
                  <a:schemeClr val="tx1"/>
                </a:solidFill>
                <a:latin typeface="Poppins Light" pitchFamily="2" charset="77"/>
                <a:ea typeface="+mn-ea"/>
                <a:cs typeface="Poppins Light"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a:ea typeface="+mn-lt"/>
                <a:cs typeface="+mn-lt"/>
              </a:rPr>
              <a:t>Total </a:t>
            </a:r>
            <a:r>
              <a:rPr lang="en-US" sz="1400" b="1">
                <a:ea typeface="+mn-lt"/>
                <a:cs typeface="+mn-lt"/>
              </a:rPr>
              <a:t>Nodes: 632 </a:t>
            </a:r>
            <a:r>
              <a:rPr lang="en-US" sz="1400">
                <a:ea typeface="+mn-lt"/>
                <a:cs typeface="+mn-lt"/>
              </a:rPr>
              <a:t>|</a:t>
            </a:r>
            <a:r>
              <a:rPr lang="en-US" sz="1400" b="1">
                <a:ea typeface="+mn-lt"/>
                <a:cs typeface="+mn-lt"/>
              </a:rPr>
              <a:t> </a:t>
            </a:r>
            <a:r>
              <a:rPr lang="en-US" sz="1400">
                <a:cs typeface="Poppins Light"/>
              </a:rPr>
              <a:t>Total </a:t>
            </a:r>
            <a:r>
              <a:rPr lang="en-US" sz="1400" b="1">
                <a:cs typeface="Poppins Light"/>
              </a:rPr>
              <a:t>Edges: 2168</a:t>
            </a:r>
            <a:endParaRPr lang="en-US" sz="1400">
              <a:ea typeface="Calibri Light"/>
              <a:cs typeface="Poppins Light"/>
            </a:endParaRPr>
          </a:p>
        </p:txBody>
      </p:sp>
      <p:sp>
        <p:nvSpPr>
          <p:cNvPr id="54" name="Content Placeholder 2">
            <a:extLst>
              <a:ext uri="{FF2B5EF4-FFF2-40B4-BE49-F238E27FC236}">
                <a16:creationId xmlns:a16="http://schemas.microsoft.com/office/drawing/2014/main" id="{B5E79A29-00C7-C278-8397-42FB86CDDE9A}"/>
              </a:ext>
            </a:extLst>
          </p:cNvPr>
          <p:cNvSpPr txBox="1">
            <a:spLocks/>
          </p:cNvSpPr>
          <p:nvPr/>
        </p:nvSpPr>
        <p:spPr>
          <a:xfrm>
            <a:off x="6113758" y="3983594"/>
            <a:ext cx="2656402" cy="232756"/>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defRPr sz="2200"/>
            </a:pPr>
            <a:r>
              <a:rPr lang="en-US" sz="1400">
                <a:solidFill>
                  <a:schemeClr val="tx1"/>
                </a:solidFill>
              </a:rPr>
              <a:t>Knowledge Graph (For 1k Chunks) </a:t>
            </a:r>
            <a:endParaRPr lang="en-US" sz="1400">
              <a:solidFill>
                <a:schemeClr val="tx1"/>
              </a:solidFill>
              <a:ea typeface="Calibri"/>
            </a:endParaRPr>
          </a:p>
        </p:txBody>
      </p:sp>
      <p:graphicFrame>
        <p:nvGraphicFramePr>
          <p:cNvPr id="57" name="Table 56">
            <a:extLst>
              <a:ext uri="{FF2B5EF4-FFF2-40B4-BE49-F238E27FC236}">
                <a16:creationId xmlns:a16="http://schemas.microsoft.com/office/drawing/2014/main" id="{7EF47DCA-6350-27CB-AB73-3A3DB7EC886F}"/>
              </a:ext>
            </a:extLst>
          </p:cNvPr>
          <p:cNvGraphicFramePr>
            <a:graphicFrameLocks noGrp="1"/>
          </p:cNvGraphicFramePr>
          <p:nvPr>
            <p:extLst>
              <p:ext uri="{D42A27DB-BD31-4B8C-83A1-F6EECF244321}">
                <p14:modId xmlns:p14="http://schemas.microsoft.com/office/powerpoint/2010/main" val="2206962499"/>
              </p:ext>
            </p:extLst>
          </p:nvPr>
        </p:nvGraphicFramePr>
        <p:xfrm>
          <a:off x="223156" y="794656"/>
          <a:ext cx="5120640" cy="3464560"/>
        </p:xfrm>
        <a:graphic>
          <a:graphicData uri="http://schemas.openxmlformats.org/drawingml/2006/table">
            <a:tbl>
              <a:tblPr firstRow="1" bandRow="1">
                <a:tableStyleId>{5C22544A-7EE6-4342-B048-85BDC9FD1C3A}</a:tableStyleId>
              </a:tblPr>
              <a:tblGrid>
                <a:gridCol w="1706880">
                  <a:extLst>
                    <a:ext uri="{9D8B030D-6E8A-4147-A177-3AD203B41FA5}">
                      <a16:colId xmlns:a16="http://schemas.microsoft.com/office/drawing/2014/main" val="604818386"/>
                    </a:ext>
                  </a:extLst>
                </a:gridCol>
                <a:gridCol w="1706880">
                  <a:extLst>
                    <a:ext uri="{9D8B030D-6E8A-4147-A177-3AD203B41FA5}">
                      <a16:colId xmlns:a16="http://schemas.microsoft.com/office/drawing/2014/main" val="1251081600"/>
                    </a:ext>
                  </a:extLst>
                </a:gridCol>
                <a:gridCol w="1706880">
                  <a:extLst>
                    <a:ext uri="{9D8B030D-6E8A-4147-A177-3AD203B41FA5}">
                      <a16:colId xmlns:a16="http://schemas.microsoft.com/office/drawing/2014/main" val="1899603286"/>
                    </a:ext>
                  </a:extLst>
                </a:gridCol>
              </a:tblGrid>
              <a:tr h="396240">
                <a:tc>
                  <a:txBody>
                    <a:bodyPr/>
                    <a:lstStyle/>
                    <a:p>
                      <a:pPr lvl="0" algn="ctr">
                        <a:buNone/>
                      </a:pPr>
                      <a:r>
                        <a:rPr lang="en-US" sz="1100" b="1" i="0" u="none" strike="noStrike" noProof="0">
                          <a:solidFill>
                            <a:srgbClr val="000000"/>
                          </a:solidFill>
                          <a:latin typeface="Arial"/>
                          <a:cs typeface="Arial"/>
                        </a:rPr>
                        <a:t>Metric</a:t>
                      </a:r>
                      <a:endParaRPr lang="en-US" sz="1100">
                        <a:solidFill>
                          <a:srgbClr val="00B0F0"/>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1">
                        <a:lumMod val="60000"/>
                        <a:lumOff val="40000"/>
                      </a:schemeClr>
                    </a:solidFill>
                  </a:tcPr>
                </a:tc>
                <a:tc>
                  <a:txBody>
                    <a:bodyPr/>
                    <a:lstStyle/>
                    <a:p>
                      <a:pPr lvl="0" algn="ctr">
                        <a:buNone/>
                      </a:pPr>
                      <a:r>
                        <a:rPr lang="en-US" sz="1100" b="1" i="0" u="none" strike="noStrike" noProof="0">
                          <a:solidFill>
                            <a:srgbClr val="000000"/>
                          </a:solidFill>
                          <a:latin typeface="Arial"/>
                          <a:cs typeface="Arial"/>
                        </a:rPr>
                        <a:t>Lexical Mapping</a:t>
                      </a:r>
                      <a:endParaRPr lang="en-US" sz="1100"/>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1">
                        <a:lumMod val="60000"/>
                        <a:lumOff val="40000"/>
                      </a:schemeClr>
                    </a:solidFill>
                  </a:tcPr>
                </a:tc>
                <a:tc>
                  <a:txBody>
                    <a:bodyPr/>
                    <a:lstStyle/>
                    <a:p>
                      <a:pPr lvl="0" algn="ctr">
                        <a:lnSpc>
                          <a:spcPct val="100000"/>
                        </a:lnSpc>
                        <a:spcBef>
                          <a:spcPts val="0"/>
                        </a:spcBef>
                        <a:spcAft>
                          <a:spcPts val="0"/>
                        </a:spcAft>
                        <a:buNone/>
                      </a:pPr>
                      <a:r>
                        <a:rPr lang="en-US" sz="1100" b="1" i="0" u="none" strike="noStrike" noProof="0">
                          <a:solidFill>
                            <a:srgbClr val="000000"/>
                          </a:solidFill>
                          <a:latin typeface="Arial"/>
                          <a:cs typeface="Arial"/>
                        </a:rPr>
                        <a:t>Semantic Embedding</a:t>
                      </a:r>
                      <a:endParaRPr lang="en-US" sz="1100" b="0" i="0" u="none" strike="noStrike" noProof="0">
                        <a:solidFill>
                          <a:srgbClr val="000000"/>
                        </a:solidFill>
                        <a:latin typeface="Arial"/>
                        <a:cs typeface="Aria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1">
                        <a:lumMod val="60000"/>
                        <a:lumOff val="40000"/>
                      </a:schemeClr>
                    </a:solidFill>
                  </a:tcPr>
                </a:tc>
                <a:extLst>
                  <a:ext uri="{0D108BD9-81ED-4DB2-BD59-A6C34878D82A}">
                    <a16:rowId xmlns:a16="http://schemas.microsoft.com/office/drawing/2014/main" val="3195100036"/>
                  </a:ext>
                </a:extLst>
              </a:tr>
              <a:tr h="370840">
                <a:tc>
                  <a:txBody>
                    <a:bodyPr/>
                    <a:lstStyle/>
                    <a:p>
                      <a:pPr algn="ctr"/>
                      <a:r>
                        <a:rPr lang="en-US" sz="1000" b="0">
                          <a:latin typeface="Poppins"/>
                          <a:cs typeface="Poppins"/>
                        </a:rPr>
                        <a:t>Concepts with Chunks</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00" b="1">
                          <a:latin typeface="Poppins Light"/>
                          <a:cs typeface="Poppins Light"/>
                        </a:rPr>
                        <a:t>540</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00" b="1">
                          <a:latin typeface="Poppins Light"/>
                          <a:cs typeface="Poppins Light"/>
                        </a:rPr>
                        <a:t>610</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073072642"/>
                  </a:ext>
                </a:extLst>
              </a:tr>
              <a:tr h="370840">
                <a:tc>
                  <a:txBody>
                    <a:bodyPr/>
                    <a:lstStyle/>
                    <a:p>
                      <a:pPr lvl="0" algn="ctr">
                        <a:buNone/>
                      </a:pPr>
                      <a:r>
                        <a:rPr lang="en-US" sz="1000" b="0" i="0" u="none" strike="noStrike" noProof="0">
                          <a:latin typeface="Poppins"/>
                          <a:ea typeface="Calibri Light"/>
                          <a:cs typeface="Poppins"/>
                        </a:rPr>
                        <a:t>Zero-Match Concepts </a:t>
                      </a:r>
                      <a:endParaRPr lang="en-US" b="0">
                        <a:latin typeface="Poppins"/>
                        <a:cs typeface="Poppins"/>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00" b="1">
                          <a:latin typeface="Poppins Light"/>
                          <a:cs typeface="Poppins Light"/>
                        </a:rPr>
                        <a:t>70</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00" b="1">
                          <a:latin typeface="Poppins Light"/>
                          <a:cs typeface="Poppins Light"/>
                        </a:rPr>
                        <a:t>0</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804909926"/>
                  </a:ext>
                </a:extLst>
              </a:tr>
              <a:tr h="370840">
                <a:tc>
                  <a:txBody>
                    <a:bodyPr/>
                    <a:lstStyle/>
                    <a:p>
                      <a:pPr lvl="0" algn="ctr">
                        <a:buNone/>
                      </a:pPr>
                      <a:r>
                        <a:rPr lang="en-US" sz="1000" b="0" i="0" u="none" strike="noStrike" noProof="0">
                          <a:latin typeface="Poppins"/>
                          <a:ea typeface="Calibri Light"/>
                          <a:cs typeface="Poppins"/>
                        </a:rPr>
                        <a:t>Unique Chunks Used </a:t>
                      </a:r>
                      <a:endParaRPr lang="en-US" b="0">
                        <a:latin typeface="Poppins"/>
                        <a:cs typeface="Poppins"/>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1000" b="1" i="0" u="none" strike="noStrike" noProof="0">
                          <a:latin typeface="Poppins Light"/>
                          <a:ea typeface="Calibri Light"/>
                          <a:cs typeface="Poppins Light"/>
                        </a:rPr>
                        <a:t>2893</a:t>
                      </a:r>
                      <a:endParaRPr lang="en-US" b="1">
                        <a:latin typeface="Poppins Light"/>
                        <a:cs typeface="Poppins Light"/>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00" b="1">
                          <a:latin typeface="Poppins Light"/>
                          <a:cs typeface="Poppins Light"/>
                        </a:rPr>
                        <a:t>2241</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313746189"/>
                  </a:ext>
                </a:extLst>
              </a:tr>
              <a:tr h="370840">
                <a:tc>
                  <a:txBody>
                    <a:bodyPr/>
                    <a:lstStyle/>
                    <a:p>
                      <a:pPr lvl="0" algn="ctr">
                        <a:buNone/>
                      </a:pPr>
                      <a:r>
                        <a:rPr lang="en-US" sz="1000" b="0" i="0" u="none" strike="noStrike" noProof="0">
                          <a:latin typeface="Poppins"/>
                          <a:ea typeface="Calibri Light"/>
                          <a:cs typeface="Poppins"/>
                        </a:rPr>
                        <a:t>Average Chunks per Concept</a:t>
                      </a:r>
                      <a:endParaRPr lang="en-US" b="0">
                        <a:latin typeface="Poppins"/>
                        <a:cs typeface="Poppins"/>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00" b="1">
                          <a:latin typeface="Poppins Light"/>
                          <a:cs typeface="Poppins Light"/>
                        </a:rPr>
                        <a:t>24.69</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00" b="1">
                          <a:latin typeface="Poppins Light"/>
                          <a:cs typeface="Poppins Light"/>
                        </a:rPr>
                        <a:t>25</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820772532"/>
                  </a:ext>
                </a:extLst>
              </a:tr>
              <a:tr h="370840">
                <a:tc>
                  <a:txBody>
                    <a:bodyPr/>
                    <a:lstStyle/>
                    <a:p>
                      <a:pPr lvl="0" algn="ctr">
                        <a:buNone/>
                      </a:pPr>
                      <a:r>
                        <a:rPr lang="en-US" sz="1000" b="0" i="0" u="none" strike="noStrike" noProof="0">
                          <a:latin typeface="Poppins"/>
                          <a:ea typeface="Calibri Light"/>
                          <a:cs typeface="Poppins"/>
                        </a:rPr>
                        <a:t>Median Chunks per Concept</a:t>
                      </a:r>
                      <a:endParaRPr lang="en-US" b="0">
                        <a:latin typeface="Poppins"/>
                        <a:cs typeface="Poppins"/>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00" b="1">
                          <a:latin typeface="Poppins Light"/>
                          <a:cs typeface="Poppins Light"/>
                        </a:rPr>
                        <a:t>5</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00" b="1">
                          <a:latin typeface="Poppins Light"/>
                          <a:cs typeface="Poppins Light"/>
                        </a:rPr>
                        <a:t>25</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4979815"/>
                  </a:ext>
                </a:extLst>
              </a:tr>
              <a:tr h="370840">
                <a:tc>
                  <a:txBody>
                    <a:bodyPr/>
                    <a:lstStyle/>
                    <a:p>
                      <a:pPr lvl="0" algn="ctr">
                        <a:buNone/>
                      </a:pPr>
                      <a:r>
                        <a:rPr lang="en-US" sz="1000" b="0" i="0" u="none" strike="noStrike" noProof="0">
                          <a:latin typeface="Poppins"/>
                          <a:ea typeface="Calibri Light"/>
                          <a:cs typeface="Poppins"/>
                        </a:rPr>
                        <a:t>Max Chunks for one Concept </a:t>
                      </a:r>
                      <a:endParaRPr lang="en-US" b="0">
                        <a:latin typeface="Poppins"/>
                        <a:cs typeface="Poppins"/>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00" b="1">
                          <a:latin typeface="Poppins Light"/>
                          <a:cs typeface="Poppins Light"/>
                        </a:rPr>
                        <a:t>945</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00" b="1">
                          <a:latin typeface="Poppins Light"/>
                          <a:cs typeface="Poppins Light"/>
                        </a:rPr>
                        <a:t>25</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382858696"/>
                  </a:ext>
                </a:extLst>
              </a:tr>
              <a:tr h="370840">
                <a:tc>
                  <a:txBody>
                    <a:bodyPr/>
                    <a:lstStyle/>
                    <a:p>
                      <a:pPr lvl="0" algn="ctr">
                        <a:buNone/>
                      </a:pPr>
                      <a:r>
                        <a:rPr lang="en-US" sz="1000" b="0" i="0" u="none" strike="noStrike" noProof="0">
                          <a:latin typeface="Poppins"/>
                          <a:ea typeface="Calibri Light"/>
                          <a:cs typeface="Poppins"/>
                        </a:rPr>
                        <a:t>Average Chunk Reuse </a:t>
                      </a:r>
                      <a:endParaRPr lang="en-US" b="0">
                        <a:latin typeface="Poppins"/>
                        <a:cs typeface="Poppins"/>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000" b="1">
                          <a:latin typeface="Poppins Light"/>
                          <a:cs typeface="Poppins Light"/>
                        </a:rPr>
                        <a:t>5.22</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000" b="1">
                          <a:latin typeface="Poppins Light"/>
                          <a:cs typeface="Poppins Light"/>
                        </a:rPr>
                        <a:t>6.84</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95473117"/>
                  </a:ext>
                </a:extLst>
              </a:tr>
              <a:tr h="370839">
                <a:tc>
                  <a:txBody>
                    <a:bodyPr/>
                    <a:lstStyle/>
                    <a:p>
                      <a:pPr lvl="0" algn="ctr">
                        <a:buNone/>
                      </a:pPr>
                      <a:r>
                        <a:rPr lang="en-US" sz="1000" b="0" i="0" u="none" strike="noStrike" noProof="0">
                          <a:latin typeface="Poppins"/>
                          <a:cs typeface="Poppins"/>
                        </a:rPr>
                        <a:t>Chunks reused by &gt;20 Concepts</a:t>
                      </a:r>
                      <a:endParaRPr lang="en-US" b="0">
                        <a:latin typeface="Poppins"/>
                        <a:cs typeface="Poppins"/>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1000" b="1">
                          <a:latin typeface="Poppins Light"/>
                          <a:cs typeface="Poppins Light"/>
                        </a:rPr>
                        <a:t>14</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1000" b="1">
                          <a:latin typeface="Poppins Light"/>
                          <a:cs typeface="Poppins Light"/>
                        </a:rPr>
                        <a:t>177</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23212487"/>
                  </a:ext>
                </a:extLst>
              </a:tr>
            </a:tbl>
          </a:graphicData>
        </a:graphic>
      </p:graphicFrame>
      <p:sp>
        <p:nvSpPr>
          <p:cNvPr id="59" name="Subtitle 11">
            <a:extLst>
              <a:ext uri="{FF2B5EF4-FFF2-40B4-BE49-F238E27FC236}">
                <a16:creationId xmlns:a16="http://schemas.microsoft.com/office/drawing/2014/main" id="{6FED271D-554E-74D3-EA36-BA89A321DE8F}"/>
              </a:ext>
            </a:extLst>
          </p:cNvPr>
          <p:cNvSpPr txBox="1">
            <a:spLocks/>
          </p:cNvSpPr>
          <p:nvPr/>
        </p:nvSpPr>
        <p:spPr>
          <a:xfrm>
            <a:off x="225614" y="455345"/>
            <a:ext cx="1330232" cy="271781"/>
          </a:xfrm>
          <a:prstGeom prst="rect">
            <a:avLst/>
          </a:prstGeom>
        </p:spPr>
        <p:txBody>
          <a:bodyPr lIns="91440" tIns="45720" rIns="91440" bIns="45720" anchor="t">
            <a:no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1"/>
                </a:solidFill>
                <a:latin typeface="+mn-lt"/>
                <a:ea typeface="+mn-ea"/>
                <a:cs typeface="Poppins Light" pitchFamily="2" charset="77"/>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mn-lt"/>
                <a:ea typeface="+mn-ea"/>
                <a:cs typeface="Poppins Light" pitchFamily="2" charset="77"/>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1"/>
                </a:solidFill>
                <a:latin typeface="+mn-lt"/>
                <a:ea typeface="+mn-ea"/>
                <a:cs typeface="Poppins Light" pitchFamily="2" charset="77"/>
              </a:defRPr>
            </a:lvl3pPr>
            <a:lvl4pPr marL="685800" indent="0" algn="l" defTabSz="914400" rtl="0" eaLnBrk="1" latinLnBrk="0" hangingPunct="1">
              <a:lnSpc>
                <a:spcPct val="100000"/>
              </a:lnSpc>
              <a:spcBef>
                <a:spcPts val="500"/>
              </a:spcBef>
              <a:buFont typeface="Arial" panose="020B0604020202020204" pitchFamily="34" charset="0"/>
              <a:buNone/>
              <a:defRPr sz="1200" b="0" i="0" kern="1200">
                <a:solidFill>
                  <a:schemeClr val="tx1"/>
                </a:solidFill>
                <a:latin typeface="Poppins Light" pitchFamily="2" charset="77"/>
                <a:ea typeface="+mn-ea"/>
                <a:cs typeface="Poppins Light" pitchFamily="2" charset="77"/>
              </a:defRPr>
            </a:lvl4pPr>
            <a:lvl5pPr marL="914400" indent="0" algn="l" defTabSz="914400" rtl="0" eaLnBrk="1" latinLnBrk="0" hangingPunct="1">
              <a:lnSpc>
                <a:spcPct val="100000"/>
              </a:lnSpc>
              <a:spcBef>
                <a:spcPts val="500"/>
              </a:spcBef>
              <a:buFont typeface="Arial" panose="020B0604020202020204" pitchFamily="34" charset="0"/>
              <a:buNone/>
              <a:defRPr sz="1100" b="0" i="0" kern="1200">
                <a:solidFill>
                  <a:schemeClr val="tx1"/>
                </a:solidFill>
                <a:latin typeface="Poppins Light" pitchFamily="2" charset="77"/>
                <a:ea typeface="+mn-ea"/>
                <a:cs typeface="Poppins Light"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1">
                <a:ea typeface="+mn-lt"/>
                <a:cs typeface="+mn-lt"/>
              </a:rPr>
              <a:t>Comparison</a:t>
            </a:r>
            <a:endParaRPr lang="en-US" sz="1600" b="1">
              <a:ea typeface="Calibri Light"/>
              <a:cs typeface="Calibri Light"/>
            </a:endParaRPr>
          </a:p>
        </p:txBody>
      </p:sp>
      <p:cxnSp>
        <p:nvCxnSpPr>
          <p:cNvPr id="61" name="Straight Arrow Connector 60">
            <a:extLst>
              <a:ext uri="{FF2B5EF4-FFF2-40B4-BE49-F238E27FC236}">
                <a16:creationId xmlns:a16="http://schemas.microsoft.com/office/drawing/2014/main" id="{9C341777-D733-990B-4E1B-A327F38E9F4B}"/>
              </a:ext>
            </a:extLst>
          </p:cNvPr>
          <p:cNvCxnSpPr/>
          <p:nvPr/>
        </p:nvCxnSpPr>
        <p:spPr>
          <a:xfrm>
            <a:off x="6524384" y="2095819"/>
            <a:ext cx="941294" cy="7620"/>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EF5F82A0-92A8-F02B-1097-154DB14C76E4}"/>
              </a:ext>
            </a:extLst>
          </p:cNvPr>
          <p:cNvCxnSpPr/>
          <p:nvPr/>
        </p:nvCxnSpPr>
        <p:spPr>
          <a:xfrm>
            <a:off x="7961779" y="2105904"/>
            <a:ext cx="327852" cy="217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Subtitle 11">
            <a:extLst>
              <a:ext uri="{FF2B5EF4-FFF2-40B4-BE49-F238E27FC236}">
                <a16:creationId xmlns:a16="http://schemas.microsoft.com/office/drawing/2014/main" id="{27ECEFF7-7F94-A6D5-3D05-411EAC16F31D}"/>
              </a:ext>
            </a:extLst>
          </p:cNvPr>
          <p:cNvSpPr txBox="1">
            <a:spLocks/>
          </p:cNvSpPr>
          <p:nvPr/>
        </p:nvSpPr>
        <p:spPr>
          <a:xfrm>
            <a:off x="1457512" y="4328845"/>
            <a:ext cx="6225175" cy="493125"/>
          </a:xfrm>
          <a:prstGeom prst="rect">
            <a:avLst/>
          </a:prstGeom>
        </p:spPr>
        <p:txBody>
          <a:bodyPr lIns="91440" tIns="45720" rIns="91440" bIns="45720" anchor="t">
            <a:no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1"/>
                </a:solidFill>
                <a:latin typeface="+mn-lt"/>
                <a:ea typeface="+mn-ea"/>
                <a:cs typeface="Poppins Light" pitchFamily="2" charset="77"/>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mn-lt"/>
                <a:ea typeface="+mn-ea"/>
                <a:cs typeface="Poppins Light" pitchFamily="2" charset="77"/>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1"/>
                </a:solidFill>
                <a:latin typeface="+mn-lt"/>
                <a:ea typeface="+mn-ea"/>
                <a:cs typeface="Poppins Light" pitchFamily="2" charset="77"/>
              </a:defRPr>
            </a:lvl3pPr>
            <a:lvl4pPr marL="685800" indent="0" algn="l" defTabSz="914400" rtl="0" eaLnBrk="1" latinLnBrk="0" hangingPunct="1">
              <a:lnSpc>
                <a:spcPct val="100000"/>
              </a:lnSpc>
              <a:spcBef>
                <a:spcPts val="500"/>
              </a:spcBef>
              <a:buFont typeface="Arial" panose="020B0604020202020204" pitchFamily="34" charset="0"/>
              <a:buNone/>
              <a:defRPr sz="1200" b="0" i="0" kern="1200">
                <a:solidFill>
                  <a:schemeClr val="tx1"/>
                </a:solidFill>
                <a:latin typeface="Poppins Light" pitchFamily="2" charset="77"/>
                <a:ea typeface="+mn-ea"/>
                <a:cs typeface="Poppins Light" pitchFamily="2" charset="77"/>
              </a:defRPr>
            </a:lvl4pPr>
            <a:lvl5pPr marL="914400" indent="0" algn="l" defTabSz="914400" rtl="0" eaLnBrk="1" latinLnBrk="0" hangingPunct="1">
              <a:lnSpc>
                <a:spcPct val="100000"/>
              </a:lnSpc>
              <a:spcBef>
                <a:spcPts val="500"/>
              </a:spcBef>
              <a:buFont typeface="Arial" panose="020B0604020202020204" pitchFamily="34" charset="0"/>
              <a:buNone/>
              <a:defRPr sz="1100" b="0" i="0" kern="1200">
                <a:solidFill>
                  <a:schemeClr val="tx1"/>
                </a:solidFill>
                <a:latin typeface="Poppins Light" pitchFamily="2" charset="77"/>
                <a:ea typeface="+mn-ea"/>
                <a:cs typeface="Poppins Light"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Char char="•"/>
            </a:pPr>
            <a:r>
              <a:rPr lang="en-US" sz="1050">
                <a:latin typeface="Poppins Light"/>
                <a:ea typeface="Calibri"/>
                <a:cs typeface="Poppins Light"/>
              </a:rPr>
              <a:t>Average </a:t>
            </a:r>
            <a:r>
              <a:rPr lang="en-US" sz="1050" b="1">
                <a:latin typeface="Poppins Light"/>
                <a:ea typeface="Calibri"/>
                <a:cs typeface="Poppins Light"/>
              </a:rPr>
              <a:t>Jaccard overlap </a:t>
            </a:r>
            <a:r>
              <a:rPr lang="en-US" sz="1050">
                <a:latin typeface="Poppins Light"/>
                <a:ea typeface="Calibri"/>
                <a:cs typeface="Poppins Light"/>
              </a:rPr>
              <a:t>=</a:t>
            </a:r>
            <a:r>
              <a:rPr lang="en-US" sz="1050" b="1">
                <a:latin typeface="Poppins Light"/>
                <a:ea typeface="Calibri"/>
                <a:cs typeface="Poppins Light"/>
              </a:rPr>
              <a:t> 0.0856</a:t>
            </a:r>
            <a:endParaRPr lang="en-US" sz="1050">
              <a:latin typeface="Poppins Light"/>
              <a:ea typeface="Calibri"/>
              <a:cs typeface="Poppins Light"/>
            </a:endParaRPr>
          </a:p>
          <a:p>
            <a:pPr marL="514350" lvl="1" indent="-285750">
              <a:buFont typeface="Courier New" panose="020B0604020202020204" pitchFamily="34" charset="0"/>
              <a:buChar char="o"/>
            </a:pPr>
            <a:r>
              <a:rPr lang="en-US" sz="1050">
                <a:latin typeface="Poppins Light"/>
                <a:ea typeface="Calibri"/>
                <a:cs typeface="Poppins Light"/>
              </a:rPr>
              <a:t>Semantic mapping retrieved different chunks than lexical mapping</a:t>
            </a:r>
            <a:endParaRPr lang="en-US" sz="1050" b="1">
              <a:latin typeface="Poppins Light"/>
              <a:ea typeface="Calibri"/>
              <a:cs typeface="Poppins Light"/>
            </a:endParaRPr>
          </a:p>
        </p:txBody>
      </p:sp>
      <p:sp>
        <p:nvSpPr>
          <p:cNvPr id="4" name="Slide Number Placeholder 1">
            <a:extLst>
              <a:ext uri="{FF2B5EF4-FFF2-40B4-BE49-F238E27FC236}">
                <a16:creationId xmlns:a16="http://schemas.microsoft.com/office/drawing/2014/main" id="{4DE43DF0-A34B-8828-5242-028675B9E059}"/>
              </a:ext>
            </a:extLst>
          </p:cNvPr>
          <p:cNvSpPr>
            <a:spLocks noGrp="1"/>
          </p:cNvSpPr>
          <p:nvPr>
            <p:ph type="sldNum" sz="quarter" idx="12"/>
          </p:nvPr>
        </p:nvSpPr>
        <p:spPr>
          <a:xfrm>
            <a:off x="4312604" y="4923599"/>
            <a:ext cx="300588" cy="127170"/>
          </a:xfrm>
        </p:spPr>
        <p:txBody>
          <a:bodyPr/>
          <a:lstStyle/>
          <a:p>
            <a:fld id="{662A0901-ACEF-4BE9-9C8C-C119B421173E}" type="slidenum">
              <a:rPr lang="en-US" smtClean="0"/>
              <a:pPr/>
              <a:t>8</a:t>
            </a:fld>
            <a:endParaRPr lang="en-US"/>
          </a:p>
        </p:txBody>
      </p:sp>
      <p:sp>
        <p:nvSpPr>
          <p:cNvPr id="6" name="Footer Placeholder 2">
            <a:extLst>
              <a:ext uri="{FF2B5EF4-FFF2-40B4-BE49-F238E27FC236}">
                <a16:creationId xmlns:a16="http://schemas.microsoft.com/office/drawing/2014/main" id="{FF60973D-0490-053B-BEDC-CFA0A1F6A5DA}"/>
              </a:ext>
            </a:extLst>
          </p:cNvPr>
          <p:cNvSpPr>
            <a:spLocks noGrp="1"/>
          </p:cNvSpPr>
          <p:nvPr>
            <p:ph type="ftr" sz="quarter" idx="13"/>
          </p:nvPr>
        </p:nvSpPr>
        <p:spPr>
          <a:xfrm>
            <a:off x="4570610" y="4923599"/>
            <a:ext cx="1603957" cy="127170"/>
          </a:xfrm>
        </p:spPr>
        <p:txBody>
          <a:bodyPr/>
          <a:lstStyle/>
          <a:p>
            <a:pPr defTabSz="914355"/>
            <a:r>
              <a:rPr lang="en-US"/>
              <a:t>TCS confidential</a:t>
            </a:r>
          </a:p>
        </p:txBody>
      </p:sp>
      <p:pic>
        <p:nvPicPr>
          <p:cNvPr id="3" name="Picture 2">
            <a:extLst>
              <a:ext uri="{FF2B5EF4-FFF2-40B4-BE49-F238E27FC236}">
                <a16:creationId xmlns:a16="http://schemas.microsoft.com/office/drawing/2014/main" id="{FEE04F26-FF1C-CA55-78A4-9A0F84C381AC}"/>
              </a:ext>
            </a:extLst>
          </p:cNvPr>
          <p:cNvPicPr>
            <a:picLocks noChangeAspect="1"/>
          </p:cNvPicPr>
          <p:nvPr/>
        </p:nvPicPr>
        <p:blipFill>
          <a:blip r:embed="rId3"/>
          <a:stretch>
            <a:fillRect/>
          </a:stretch>
        </p:blipFill>
        <p:spPr>
          <a:xfrm>
            <a:off x="5774870" y="2635628"/>
            <a:ext cx="3200402" cy="1303716"/>
          </a:xfrm>
          <a:prstGeom prst="rect">
            <a:avLst/>
          </a:prstGeom>
        </p:spPr>
      </p:pic>
    </p:spTree>
    <p:extLst>
      <p:ext uri="{BB962C8B-B14F-4D97-AF65-F5344CB8AC3E}">
        <p14:creationId xmlns:p14="http://schemas.microsoft.com/office/powerpoint/2010/main" val="27643387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7AAC9-8207-0C33-C48E-CDF2CDFA9616}"/>
            </a:ext>
          </a:extLst>
        </p:cNvPr>
        <p:cNvGrpSpPr/>
        <p:nvPr/>
      </p:nvGrpSpPr>
      <p:grpSpPr>
        <a:xfrm>
          <a:off x="0" y="0"/>
          <a:ext cx="0" cy="0"/>
          <a:chOff x="0" y="0"/>
          <a:chExt cx="0" cy="0"/>
        </a:xfrm>
      </p:grpSpPr>
      <p:sp>
        <p:nvSpPr>
          <p:cNvPr id="8" name="Slide Number Placeholder 1">
            <a:extLst>
              <a:ext uri="{FF2B5EF4-FFF2-40B4-BE49-F238E27FC236}">
                <a16:creationId xmlns:a16="http://schemas.microsoft.com/office/drawing/2014/main" id="{C15B0394-ABDB-D626-16B3-DABE8E089FBA}"/>
              </a:ext>
            </a:extLst>
          </p:cNvPr>
          <p:cNvSpPr txBox="1">
            <a:spLocks/>
          </p:cNvSpPr>
          <p:nvPr/>
        </p:nvSpPr>
        <p:spPr>
          <a:xfrm>
            <a:off x="4252734" y="4945372"/>
            <a:ext cx="131861" cy="176153"/>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62A0901-ACEF-4BE9-9C8C-C119B421173E}" type="slidenum">
              <a:rPr lang="en-US" sz="800" b="1" dirty="0" smtClean="0">
                <a:solidFill>
                  <a:schemeClr val="bg2">
                    <a:lumMod val="49000"/>
                  </a:schemeClr>
                </a:solidFill>
              </a:rPr>
              <a:pPr/>
              <a:t>9</a:t>
            </a:fld>
            <a:endParaRPr lang="en-US" sz="800" b="1">
              <a:solidFill>
                <a:schemeClr val="bg2">
                  <a:lumMod val="49000"/>
                </a:schemeClr>
              </a:solidFill>
              <a:ea typeface="Calibri Light"/>
              <a:cs typeface="Calibri Light"/>
            </a:endParaRPr>
          </a:p>
        </p:txBody>
      </p:sp>
      <p:sp>
        <p:nvSpPr>
          <p:cNvPr id="10" name="Footer Placeholder 2">
            <a:extLst>
              <a:ext uri="{FF2B5EF4-FFF2-40B4-BE49-F238E27FC236}">
                <a16:creationId xmlns:a16="http://schemas.microsoft.com/office/drawing/2014/main" id="{AAE0031D-B9AC-9B4A-9D01-C68AE233F0E5}"/>
              </a:ext>
            </a:extLst>
          </p:cNvPr>
          <p:cNvSpPr txBox="1">
            <a:spLocks/>
          </p:cNvSpPr>
          <p:nvPr/>
        </p:nvSpPr>
        <p:spPr>
          <a:xfrm>
            <a:off x="4429095" y="4950814"/>
            <a:ext cx="885500" cy="159827"/>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355"/>
            <a:r>
              <a:rPr lang="en-US" sz="800" b="1">
                <a:solidFill>
                  <a:srgbClr val="7F7F7F"/>
                </a:solidFill>
              </a:rPr>
              <a:t>TCS confidential</a:t>
            </a:r>
            <a:endParaRPr lang="en-US" sz="800" b="1">
              <a:solidFill>
                <a:srgbClr val="7F7F7F"/>
              </a:solidFill>
              <a:ea typeface="Calibri Light"/>
              <a:cs typeface="Calibri Light"/>
            </a:endParaRPr>
          </a:p>
        </p:txBody>
      </p:sp>
      <p:cxnSp>
        <p:nvCxnSpPr>
          <p:cNvPr id="12" name="Straight Arrow Connector 11">
            <a:extLst>
              <a:ext uri="{FF2B5EF4-FFF2-40B4-BE49-F238E27FC236}">
                <a16:creationId xmlns:a16="http://schemas.microsoft.com/office/drawing/2014/main" id="{304D63C7-7FA4-6244-E131-683F4B14E0B2}"/>
              </a:ext>
            </a:extLst>
          </p:cNvPr>
          <p:cNvCxnSpPr>
            <a:cxnSpLocks/>
          </p:cNvCxnSpPr>
          <p:nvPr/>
        </p:nvCxnSpPr>
        <p:spPr>
          <a:xfrm>
            <a:off x="4443548" y="5028115"/>
            <a:ext cx="1087" cy="66401"/>
          </a:xfrm>
          <a:prstGeom prst="straightConnector1">
            <a:avLst/>
          </a:prstGeom>
          <a:ln>
            <a:solidFill>
              <a:schemeClr val="bg2">
                <a:lumMod val="65000"/>
              </a:schemeClr>
            </a:solidFill>
          </a:ln>
        </p:spPr>
        <p:style>
          <a:lnRef idx="1">
            <a:schemeClr val="accent1"/>
          </a:lnRef>
          <a:fillRef idx="0">
            <a:schemeClr val="accent1"/>
          </a:fillRef>
          <a:effectRef idx="0">
            <a:schemeClr val="accent1"/>
          </a:effectRef>
          <a:fontRef idx="minor">
            <a:schemeClr val="tx1"/>
          </a:fontRef>
        </p:style>
      </p:cxnSp>
      <p:sp>
        <p:nvSpPr>
          <p:cNvPr id="9" name="Subtitle 11">
            <a:extLst>
              <a:ext uri="{FF2B5EF4-FFF2-40B4-BE49-F238E27FC236}">
                <a16:creationId xmlns:a16="http://schemas.microsoft.com/office/drawing/2014/main" id="{62E488D8-2DED-BB20-C14F-7967A1DFA8AD}"/>
              </a:ext>
            </a:extLst>
          </p:cNvPr>
          <p:cNvSpPr txBox="1">
            <a:spLocks/>
          </p:cNvSpPr>
          <p:nvPr/>
        </p:nvSpPr>
        <p:spPr>
          <a:xfrm>
            <a:off x="1940114" y="994189"/>
            <a:ext cx="5374272" cy="674552"/>
          </a:xfrm>
          <a:prstGeom prst="rect">
            <a:avLst/>
          </a:prstGeom>
        </p:spPr>
        <p:txBody>
          <a:bodyPr lIns="91440" tIns="45720" rIns="91440" bIns="45720" anchor="ctr">
            <a:no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1"/>
                </a:solidFill>
                <a:latin typeface="+mn-lt"/>
                <a:ea typeface="+mn-ea"/>
                <a:cs typeface="Poppins Light" pitchFamily="2" charset="77"/>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mn-lt"/>
                <a:ea typeface="+mn-ea"/>
                <a:cs typeface="Poppins Light" pitchFamily="2" charset="77"/>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1"/>
                </a:solidFill>
                <a:latin typeface="+mn-lt"/>
                <a:ea typeface="+mn-ea"/>
                <a:cs typeface="Poppins Light" pitchFamily="2" charset="77"/>
              </a:defRPr>
            </a:lvl3pPr>
            <a:lvl4pPr marL="685800" indent="0" algn="l" defTabSz="914400" rtl="0" eaLnBrk="1" latinLnBrk="0" hangingPunct="1">
              <a:lnSpc>
                <a:spcPct val="100000"/>
              </a:lnSpc>
              <a:spcBef>
                <a:spcPts val="500"/>
              </a:spcBef>
              <a:buFont typeface="Arial" panose="020B0604020202020204" pitchFamily="34" charset="0"/>
              <a:buNone/>
              <a:defRPr sz="1200" b="0" i="0" kern="1200">
                <a:solidFill>
                  <a:schemeClr val="tx1"/>
                </a:solidFill>
                <a:latin typeface="Poppins Light" pitchFamily="2" charset="77"/>
                <a:ea typeface="+mn-ea"/>
                <a:cs typeface="Poppins Light" pitchFamily="2" charset="77"/>
              </a:defRPr>
            </a:lvl4pPr>
            <a:lvl5pPr marL="914400" indent="0" algn="l" defTabSz="914400" rtl="0" eaLnBrk="1" latinLnBrk="0" hangingPunct="1">
              <a:lnSpc>
                <a:spcPct val="100000"/>
              </a:lnSpc>
              <a:spcBef>
                <a:spcPts val="500"/>
              </a:spcBef>
              <a:buFont typeface="Arial" panose="020B0604020202020204" pitchFamily="34" charset="0"/>
              <a:buNone/>
              <a:defRPr sz="1100" b="0" i="0" kern="1200">
                <a:solidFill>
                  <a:schemeClr val="tx1"/>
                </a:solidFill>
                <a:latin typeface="Poppins Light" pitchFamily="2" charset="77"/>
                <a:ea typeface="+mn-ea"/>
                <a:cs typeface="Poppins Light"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000" b="1">
                <a:latin typeface="Poppins"/>
                <a:ea typeface="+mn-lt"/>
                <a:cs typeface="Poppins"/>
              </a:rPr>
              <a:t>Learner Simulation Results: </a:t>
            </a:r>
            <a:br>
              <a:rPr lang="en-US" sz="2000" b="1" dirty="0">
                <a:latin typeface="Poppins"/>
                <a:ea typeface="+mn-lt"/>
                <a:cs typeface="Poppins"/>
              </a:rPr>
            </a:br>
            <a:r>
              <a:rPr lang="en-US" sz="2000" b="1">
                <a:latin typeface="Poppins"/>
                <a:ea typeface="+mn-lt"/>
                <a:cs typeface="Poppins"/>
              </a:rPr>
              <a:t>Weak vs Strong Learner</a:t>
            </a:r>
          </a:p>
        </p:txBody>
      </p:sp>
      <p:sp>
        <p:nvSpPr>
          <p:cNvPr id="3" name="Subtitle 11">
            <a:extLst>
              <a:ext uri="{FF2B5EF4-FFF2-40B4-BE49-F238E27FC236}">
                <a16:creationId xmlns:a16="http://schemas.microsoft.com/office/drawing/2014/main" id="{5B01BC2E-3694-DAFE-17B5-2D8ECAB3CFA3}"/>
              </a:ext>
            </a:extLst>
          </p:cNvPr>
          <p:cNvSpPr txBox="1">
            <a:spLocks/>
          </p:cNvSpPr>
          <p:nvPr/>
        </p:nvSpPr>
        <p:spPr>
          <a:xfrm>
            <a:off x="1765943" y="2572619"/>
            <a:ext cx="1107073" cy="298994"/>
          </a:xfrm>
          <a:prstGeom prst="rect">
            <a:avLst/>
          </a:prstGeom>
        </p:spPr>
        <p:txBody>
          <a:bodyPr lIns="91440" tIns="45720" rIns="91440" bIns="45720" anchor="t">
            <a:no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1"/>
                </a:solidFill>
                <a:latin typeface="+mn-lt"/>
                <a:ea typeface="+mn-ea"/>
                <a:cs typeface="Poppins Light" pitchFamily="2" charset="77"/>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mn-lt"/>
                <a:ea typeface="+mn-ea"/>
                <a:cs typeface="Poppins Light" pitchFamily="2" charset="77"/>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1"/>
                </a:solidFill>
                <a:latin typeface="+mn-lt"/>
                <a:ea typeface="+mn-ea"/>
                <a:cs typeface="Poppins Light" pitchFamily="2" charset="77"/>
              </a:defRPr>
            </a:lvl3pPr>
            <a:lvl4pPr marL="685800" indent="0" algn="l" defTabSz="914400" rtl="0" eaLnBrk="1" latinLnBrk="0" hangingPunct="1">
              <a:lnSpc>
                <a:spcPct val="100000"/>
              </a:lnSpc>
              <a:spcBef>
                <a:spcPts val="500"/>
              </a:spcBef>
              <a:buFont typeface="Arial" panose="020B0604020202020204" pitchFamily="34" charset="0"/>
              <a:buNone/>
              <a:defRPr sz="1200" b="0" i="0" kern="1200">
                <a:solidFill>
                  <a:schemeClr val="tx1"/>
                </a:solidFill>
                <a:latin typeface="Poppins Light" pitchFamily="2" charset="77"/>
                <a:ea typeface="+mn-ea"/>
                <a:cs typeface="Poppins Light" pitchFamily="2" charset="77"/>
              </a:defRPr>
            </a:lvl4pPr>
            <a:lvl5pPr marL="914400" indent="0" algn="l" defTabSz="914400" rtl="0" eaLnBrk="1" latinLnBrk="0" hangingPunct="1">
              <a:lnSpc>
                <a:spcPct val="100000"/>
              </a:lnSpc>
              <a:spcBef>
                <a:spcPts val="500"/>
              </a:spcBef>
              <a:buFont typeface="Arial" panose="020B0604020202020204" pitchFamily="34" charset="0"/>
              <a:buNone/>
              <a:defRPr sz="1100" b="0" i="0" kern="1200">
                <a:solidFill>
                  <a:schemeClr val="tx1"/>
                </a:solidFill>
                <a:latin typeface="Poppins Light" pitchFamily="2" charset="77"/>
                <a:ea typeface="+mn-ea"/>
                <a:cs typeface="Poppins Light"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ea typeface="+mn-lt"/>
                <a:cs typeface="+mn-lt"/>
              </a:rPr>
              <a:t>With BKT</a:t>
            </a:r>
            <a:endParaRPr lang="en-US"/>
          </a:p>
        </p:txBody>
      </p:sp>
      <p:sp>
        <p:nvSpPr>
          <p:cNvPr id="4" name="Subtitle 11">
            <a:extLst>
              <a:ext uri="{FF2B5EF4-FFF2-40B4-BE49-F238E27FC236}">
                <a16:creationId xmlns:a16="http://schemas.microsoft.com/office/drawing/2014/main" id="{8050FD1D-1D2B-1272-F54D-1FF67474645A}"/>
              </a:ext>
            </a:extLst>
          </p:cNvPr>
          <p:cNvSpPr txBox="1">
            <a:spLocks/>
          </p:cNvSpPr>
          <p:nvPr/>
        </p:nvSpPr>
        <p:spPr>
          <a:xfrm>
            <a:off x="5309243" y="2534519"/>
            <a:ext cx="2418801" cy="674551"/>
          </a:xfrm>
          <a:prstGeom prst="rect">
            <a:avLst/>
          </a:prstGeom>
        </p:spPr>
        <p:txBody>
          <a:bodyPr lIns="91440" tIns="45720" rIns="91440" bIns="45720" anchor="ctr">
            <a:no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1"/>
                </a:solidFill>
                <a:latin typeface="+mn-lt"/>
                <a:ea typeface="+mn-ea"/>
                <a:cs typeface="Poppins Light" pitchFamily="2" charset="77"/>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mn-lt"/>
                <a:ea typeface="+mn-ea"/>
                <a:cs typeface="Poppins Light" pitchFamily="2" charset="77"/>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1"/>
                </a:solidFill>
                <a:latin typeface="+mn-lt"/>
                <a:ea typeface="+mn-ea"/>
                <a:cs typeface="Poppins Light" pitchFamily="2" charset="77"/>
              </a:defRPr>
            </a:lvl3pPr>
            <a:lvl4pPr marL="685800" indent="0" algn="l" defTabSz="914400" rtl="0" eaLnBrk="1" latinLnBrk="0" hangingPunct="1">
              <a:lnSpc>
                <a:spcPct val="100000"/>
              </a:lnSpc>
              <a:spcBef>
                <a:spcPts val="500"/>
              </a:spcBef>
              <a:buFont typeface="Arial" panose="020B0604020202020204" pitchFamily="34" charset="0"/>
              <a:buNone/>
              <a:defRPr sz="1200" b="0" i="0" kern="1200">
                <a:solidFill>
                  <a:schemeClr val="tx1"/>
                </a:solidFill>
                <a:latin typeface="Poppins Light" pitchFamily="2" charset="77"/>
                <a:ea typeface="+mn-ea"/>
                <a:cs typeface="Poppins Light" pitchFamily="2" charset="77"/>
              </a:defRPr>
            </a:lvl4pPr>
            <a:lvl5pPr marL="914400" indent="0" algn="l" defTabSz="914400" rtl="0" eaLnBrk="1" latinLnBrk="0" hangingPunct="1">
              <a:lnSpc>
                <a:spcPct val="100000"/>
              </a:lnSpc>
              <a:spcBef>
                <a:spcPts val="500"/>
              </a:spcBef>
              <a:buFont typeface="Arial" panose="020B0604020202020204" pitchFamily="34" charset="0"/>
              <a:buNone/>
              <a:defRPr sz="1100" b="0" i="0" kern="1200">
                <a:solidFill>
                  <a:schemeClr val="tx1"/>
                </a:solidFill>
                <a:latin typeface="Poppins Light" pitchFamily="2" charset="77"/>
                <a:ea typeface="+mn-ea"/>
                <a:cs typeface="Poppins Light"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b="1">
                <a:ea typeface="+mn-lt"/>
                <a:cs typeface="+mn-lt"/>
              </a:rPr>
              <a:t>With BKT + Confidence on BKT</a:t>
            </a:r>
            <a:endParaRPr lang="en-US">
              <a:ea typeface="Calibri Light"/>
            </a:endParaRPr>
          </a:p>
        </p:txBody>
      </p:sp>
      <p:cxnSp>
        <p:nvCxnSpPr>
          <p:cNvPr id="5" name="Straight Arrow Connector 4">
            <a:extLst>
              <a:ext uri="{FF2B5EF4-FFF2-40B4-BE49-F238E27FC236}">
                <a16:creationId xmlns:a16="http://schemas.microsoft.com/office/drawing/2014/main" id="{A4FF2DCF-A7AC-3E25-005C-6DD64B1ED358}"/>
              </a:ext>
            </a:extLst>
          </p:cNvPr>
          <p:cNvCxnSpPr/>
          <p:nvPr/>
        </p:nvCxnSpPr>
        <p:spPr>
          <a:xfrm>
            <a:off x="4473614" y="1643605"/>
            <a:ext cx="5787" cy="457200"/>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C3F58B12-611B-0ED2-AA69-8B306C561068}"/>
              </a:ext>
            </a:extLst>
          </p:cNvPr>
          <p:cNvCxnSpPr/>
          <p:nvPr/>
        </p:nvCxnSpPr>
        <p:spPr>
          <a:xfrm flipH="1" flipV="1">
            <a:off x="2274425" y="2095017"/>
            <a:ext cx="2210764" cy="578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11D460A9-38C4-2272-2444-BC99C8EF99C1}"/>
              </a:ext>
            </a:extLst>
          </p:cNvPr>
          <p:cNvCxnSpPr/>
          <p:nvPr/>
        </p:nvCxnSpPr>
        <p:spPr>
          <a:xfrm flipV="1">
            <a:off x="4473615" y="2095017"/>
            <a:ext cx="1921397" cy="578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522B6E3-FEC5-E0ED-3C78-4EFA292A7B23}"/>
              </a:ext>
            </a:extLst>
          </p:cNvPr>
          <p:cNvCxnSpPr/>
          <p:nvPr/>
        </p:nvCxnSpPr>
        <p:spPr>
          <a:xfrm>
            <a:off x="2280972" y="2095582"/>
            <a:ext cx="5787" cy="43276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CEB6883A-BFCB-6FBC-0749-31985C79720E}"/>
              </a:ext>
            </a:extLst>
          </p:cNvPr>
          <p:cNvCxnSpPr>
            <a:cxnSpLocks/>
          </p:cNvCxnSpPr>
          <p:nvPr/>
        </p:nvCxnSpPr>
        <p:spPr>
          <a:xfrm>
            <a:off x="6390329" y="2095582"/>
            <a:ext cx="5787" cy="43276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11886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A83C6-FF07-850E-38E5-9768E663A4E2}"/>
            </a:ext>
          </a:extLst>
        </p:cNvPr>
        <p:cNvGrpSpPr/>
        <p:nvPr/>
      </p:nvGrpSpPr>
      <p:grpSpPr>
        <a:xfrm>
          <a:off x="0" y="0"/>
          <a:ext cx="0" cy="0"/>
          <a:chOff x="0" y="0"/>
          <a:chExt cx="0" cy="0"/>
        </a:xfrm>
      </p:grpSpPr>
      <p:sp>
        <p:nvSpPr>
          <p:cNvPr id="35" name="Content Placeholder 2">
            <a:extLst>
              <a:ext uri="{FF2B5EF4-FFF2-40B4-BE49-F238E27FC236}">
                <a16:creationId xmlns:a16="http://schemas.microsoft.com/office/drawing/2014/main" id="{BBFCAFA1-52A1-A02A-499C-A9DB10109E23}"/>
              </a:ext>
            </a:extLst>
          </p:cNvPr>
          <p:cNvSpPr txBox="1">
            <a:spLocks/>
          </p:cNvSpPr>
          <p:nvPr/>
        </p:nvSpPr>
        <p:spPr>
          <a:xfrm>
            <a:off x="137506" y="1588743"/>
            <a:ext cx="2868671" cy="386644"/>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171450" indent="-171450">
              <a:buChar char="•"/>
              <a:defRPr sz="2200"/>
            </a:pPr>
            <a:r>
              <a:rPr lang="en-US" sz="1200">
                <a:solidFill>
                  <a:schemeClr val="tx1"/>
                </a:solidFill>
                <a:ea typeface="Calibri"/>
              </a:rPr>
              <a:t>After wrong responses, the system moves backward to </a:t>
            </a:r>
            <a:r>
              <a:rPr lang="en-US" sz="1200" b="1">
                <a:solidFill>
                  <a:schemeClr val="tx1"/>
                </a:solidFill>
                <a:ea typeface="Calibri"/>
              </a:rPr>
              <a:t>prerequisite concepts</a:t>
            </a:r>
            <a:endParaRPr lang="en-US" b="1">
              <a:solidFill>
                <a:schemeClr val="tx1"/>
              </a:solidFill>
              <a:ea typeface="Calibri"/>
            </a:endParaRPr>
          </a:p>
        </p:txBody>
      </p:sp>
      <p:sp>
        <p:nvSpPr>
          <p:cNvPr id="5" name="Subtitle 11">
            <a:extLst>
              <a:ext uri="{FF2B5EF4-FFF2-40B4-BE49-F238E27FC236}">
                <a16:creationId xmlns:a16="http://schemas.microsoft.com/office/drawing/2014/main" id="{1D4AC647-4608-E25F-61CC-05F12E1AA1CE}"/>
              </a:ext>
            </a:extLst>
          </p:cNvPr>
          <p:cNvSpPr txBox="1">
            <a:spLocks/>
          </p:cNvSpPr>
          <p:nvPr/>
        </p:nvSpPr>
        <p:spPr>
          <a:xfrm>
            <a:off x="100429" y="85231"/>
            <a:ext cx="6582587" cy="288109"/>
          </a:xfrm>
          <a:prstGeom prst="rect">
            <a:avLst/>
          </a:prstGeom>
        </p:spPr>
        <p:txBody>
          <a:bodyPr lIns="91440" tIns="45720" rIns="91440" bIns="45720" anchor="t">
            <a:no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1"/>
                </a:solidFill>
                <a:latin typeface="+mn-lt"/>
                <a:ea typeface="+mn-ea"/>
                <a:cs typeface="Poppins Light" pitchFamily="2" charset="77"/>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mn-lt"/>
                <a:ea typeface="+mn-ea"/>
                <a:cs typeface="Poppins Light" pitchFamily="2" charset="77"/>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1"/>
                </a:solidFill>
                <a:latin typeface="+mn-lt"/>
                <a:ea typeface="+mn-ea"/>
                <a:cs typeface="Poppins Light" pitchFamily="2" charset="77"/>
              </a:defRPr>
            </a:lvl3pPr>
            <a:lvl4pPr marL="685800" indent="0" algn="l" defTabSz="914400" rtl="0" eaLnBrk="1" latinLnBrk="0" hangingPunct="1">
              <a:lnSpc>
                <a:spcPct val="100000"/>
              </a:lnSpc>
              <a:spcBef>
                <a:spcPts val="500"/>
              </a:spcBef>
              <a:buFont typeface="Arial" panose="020B0604020202020204" pitchFamily="34" charset="0"/>
              <a:buNone/>
              <a:defRPr sz="1200" b="0" i="0" kern="1200">
                <a:solidFill>
                  <a:schemeClr val="tx1"/>
                </a:solidFill>
                <a:latin typeface="Poppins Light" pitchFamily="2" charset="77"/>
                <a:ea typeface="+mn-ea"/>
                <a:cs typeface="Poppins Light" pitchFamily="2" charset="77"/>
              </a:defRPr>
            </a:lvl4pPr>
            <a:lvl5pPr marL="914400" indent="0" algn="l" defTabSz="914400" rtl="0" eaLnBrk="1" latinLnBrk="0" hangingPunct="1">
              <a:lnSpc>
                <a:spcPct val="100000"/>
              </a:lnSpc>
              <a:spcBef>
                <a:spcPts val="500"/>
              </a:spcBef>
              <a:buFont typeface="Arial" panose="020B0604020202020204" pitchFamily="34" charset="0"/>
              <a:buNone/>
              <a:defRPr sz="1100" b="0" i="0" kern="1200">
                <a:solidFill>
                  <a:schemeClr val="tx1"/>
                </a:solidFill>
                <a:latin typeface="Poppins Light" pitchFamily="2" charset="77"/>
                <a:ea typeface="+mn-ea"/>
                <a:cs typeface="Poppins Light"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1">
                <a:latin typeface="Poppins"/>
                <a:ea typeface="+mn-lt"/>
                <a:cs typeface="Poppins"/>
              </a:rPr>
              <a:t>With BKT:-</a:t>
            </a:r>
            <a:endParaRPr lang="en-US"/>
          </a:p>
        </p:txBody>
      </p:sp>
      <p:sp>
        <p:nvSpPr>
          <p:cNvPr id="8" name="Subtitle 11">
            <a:extLst>
              <a:ext uri="{FF2B5EF4-FFF2-40B4-BE49-F238E27FC236}">
                <a16:creationId xmlns:a16="http://schemas.microsoft.com/office/drawing/2014/main" id="{A0C6A247-71DD-173F-08EE-44383CFA1356}"/>
              </a:ext>
            </a:extLst>
          </p:cNvPr>
          <p:cNvSpPr txBox="1">
            <a:spLocks/>
          </p:cNvSpPr>
          <p:nvPr/>
        </p:nvSpPr>
        <p:spPr>
          <a:xfrm>
            <a:off x="105872" y="498890"/>
            <a:ext cx="2549430" cy="298994"/>
          </a:xfrm>
          <a:prstGeom prst="rect">
            <a:avLst/>
          </a:prstGeom>
        </p:spPr>
        <p:txBody>
          <a:bodyPr lIns="91440" tIns="45720" rIns="91440" bIns="45720" anchor="t">
            <a:no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1"/>
                </a:solidFill>
                <a:latin typeface="+mn-lt"/>
                <a:ea typeface="+mn-ea"/>
                <a:cs typeface="Poppins Light" pitchFamily="2" charset="77"/>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mn-lt"/>
                <a:ea typeface="+mn-ea"/>
                <a:cs typeface="Poppins Light" pitchFamily="2" charset="77"/>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1"/>
                </a:solidFill>
                <a:latin typeface="+mn-lt"/>
                <a:ea typeface="+mn-ea"/>
                <a:cs typeface="Poppins Light" pitchFamily="2" charset="77"/>
              </a:defRPr>
            </a:lvl3pPr>
            <a:lvl4pPr marL="685800" indent="0" algn="l" defTabSz="914400" rtl="0" eaLnBrk="1" latinLnBrk="0" hangingPunct="1">
              <a:lnSpc>
                <a:spcPct val="100000"/>
              </a:lnSpc>
              <a:spcBef>
                <a:spcPts val="500"/>
              </a:spcBef>
              <a:buFont typeface="Arial" panose="020B0604020202020204" pitchFamily="34" charset="0"/>
              <a:buNone/>
              <a:defRPr sz="1200" b="0" i="0" kern="1200">
                <a:solidFill>
                  <a:schemeClr val="tx1"/>
                </a:solidFill>
                <a:latin typeface="Poppins Light" pitchFamily="2" charset="77"/>
                <a:ea typeface="+mn-ea"/>
                <a:cs typeface="Poppins Light" pitchFamily="2" charset="77"/>
              </a:defRPr>
            </a:lvl4pPr>
            <a:lvl5pPr marL="914400" indent="0" algn="l" defTabSz="914400" rtl="0" eaLnBrk="1" latinLnBrk="0" hangingPunct="1">
              <a:lnSpc>
                <a:spcPct val="100000"/>
              </a:lnSpc>
              <a:spcBef>
                <a:spcPts val="500"/>
              </a:spcBef>
              <a:buFont typeface="Arial" panose="020B0604020202020204" pitchFamily="34" charset="0"/>
              <a:buNone/>
              <a:defRPr sz="1100" b="0" i="0" kern="1200">
                <a:solidFill>
                  <a:schemeClr val="tx1"/>
                </a:solidFill>
                <a:latin typeface="Poppins Light" pitchFamily="2" charset="77"/>
                <a:ea typeface="+mn-ea"/>
                <a:cs typeface="Poppins Light"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ea typeface="+mn-lt"/>
                <a:cs typeface="+mn-lt"/>
              </a:rPr>
              <a:t>Case 1: Weak Learner</a:t>
            </a:r>
            <a:endParaRPr lang="en-US" b="1">
              <a:ea typeface="Calibri Light"/>
              <a:cs typeface="Calibri Light"/>
            </a:endParaRPr>
          </a:p>
        </p:txBody>
      </p:sp>
      <p:cxnSp>
        <p:nvCxnSpPr>
          <p:cNvPr id="9" name="Straight Arrow Connector 8">
            <a:extLst>
              <a:ext uri="{FF2B5EF4-FFF2-40B4-BE49-F238E27FC236}">
                <a16:creationId xmlns:a16="http://schemas.microsoft.com/office/drawing/2014/main" id="{82FD0F5D-5236-6756-E150-9573EF84A923}"/>
              </a:ext>
            </a:extLst>
          </p:cNvPr>
          <p:cNvCxnSpPr/>
          <p:nvPr/>
        </p:nvCxnSpPr>
        <p:spPr>
          <a:xfrm>
            <a:off x="5443" y="2593521"/>
            <a:ext cx="9138556" cy="5444"/>
          </a:xfrm>
          <a:prstGeom prst="straightConnector1">
            <a:avLst/>
          </a:prstGeom>
          <a:ln w="9525"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Subtitle 11">
            <a:extLst>
              <a:ext uri="{FF2B5EF4-FFF2-40B4-BE49-F238E27FC236}">
                <a16:creationId xmlns:a16="http://schemas.microsoft.com/office/drawing/2014/main" id="{38FE1B98-BCFF-FCFB-1C6D-C7778DE3757A}"/>
              </a:ext>
            </a:extLst>
          </p:cNvPr>
          <p:cNvSpPr txBox="1">
            <a:spLocks/>
          </p:cNvSpPr>
          <p:nvPr/>
        </p:nvSpPr>
        <p:spPr>
          <a:xfrm>
            <a:off x="154857" y="2632488"/>
            <a:ext cx="2614745" cy="309880"/>
          </a:xfrm>
          <a:prstGeom prst="rect">
            <a:avLst/>
          </a:prstGeom>
        </p:spPr>
        <p:txBody>
          <a:bodyPr lIns="91440" tIns="45720" rIns="91440" bIns="45720" anchor="t">
            <a:no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1"/>
                </a:solidFill>
                <a:latin typeface="+mn-lt"/>
                <a:ea typeface="+mn-ea"/>
                <a:cs typeface="Poppins Light" pitchFamily="2" charset="77"/>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mn-lt"/>
                <a:ea typeface="+mn-ea"/>
                <a:cs typeface="Poppins Light" pitchFamily="2" charset="77"/>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1"/>
                </a:solidFill>
                <a:latin typeface="+mn-lt"/>
                <a:ea typeface="+mn-ea"/>
                <a:cs typeface="Poppins Light" pitchFamily="2" charset="77"/>
              </a:defRPr>
            </a:lvl3pPr>
            <a:lvl4pPr marL="685800" indent="0" algn="l" defTabSz="914400" rtl="0" eaLnBrk="1" latinLnBrk="0" hangingPunct="1">
              <a:lnSpc>
                <a:spcPct val="100000"/>
              </a:lnSpc>
              <a:spcBef>
                <a:spcPts val="500"/>
              </a:spcBef>
              <a:buFont typeface="Arial" panose="020B0604020202020204" pitchFamily="34" charset="0"/>
              <a:buNone/>
              <a:defRPr sz="1200" b="0" i="0" kern="1200">
                <a:solidFill>
                  <a:schemeClr val="tx1"/>
                </a:solidFill>
                <a:latin typeface="Poppins Light" pitchFamily="2" charset="77"/>
                <a:ea typeface="+mn-ea"/>
                <a:cs typeface="Poppins Light" pitchFamily="2" charset="77"/>
              </a:defRPr>
            </a:lvl4pPr>
            <a:lvl5pPr marL="914400" indent="0" algn="l" defTabSz="914400" rtl="0" eaLnBrk="1" latinLnBrk="0" hangingPunct="1">
              <a:lnSpc>
                <a:spcPct val="100000"/>
              </a:lnSpc>
              <a:spcBef>
                <a:spcPts val="500"/>
              </a:spcBef>
              <a:buFont typeface="Arial" panose="020B0604020202020204" pitchFamily="34" charset="0"/>
              <a:buNone/>
              <a:defRPr sz="1100" b="0" i="0" kern="1200">
                <a:solidFill>
                  <a:schemeClr val="tx1"/>
                </a:solidFill>
                <a:latin typeface="Poppins Light" pitchFamily="2" charset="77"/>
                <a:ea typeface="+mn-ea"/>
                <a:cs typeface="Poppins Light"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ea typeface="+mn-lt"/>
                <a:cs typeface="+mn-lt"/>
              </a:rPr>
              <a:t>Case 2: Strong Learner</a:t>
            </a:r>
            <a:endParaRPr lang="en-US" b="1">
              <a:ea typeface="Calibri Light"/>
              <a:cs typeface="Calibri Light"/>
            </a:endParaRPr>
          </a:p>
        </p:txBody>
      </p:sp>
      <p:sp>
        <p:nvSpPr>
          <p:cNvPr id="14" name="Content Placeholder 2">
            <a:extLst>
              <a:ext uri="{FF2B5EF4-FFF2-40B4-BE49-F238E27FC236}">
                <a16:creationId xmlns:a16="http://schemas.microsoft.com/office/drawing/2014/main" id="{D4809493-D1CE-6F8C-3573-78760BBF8596}"/>
              </a:ext>
            </a:extLst>
          </p:cNvPr>
          <p:cNvSpPr txBox="1">
            <a:spLocks/>
          </p:cNvSpPr>
          <p:nvPr/>
        </p:nvSpPr>
        <p:spPr>
          <a:xfrm>
            <a:off x="137505" y="897500"/>
            <a:ext cx="2988415" cy="386644"/>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171450" indent="-171450">
              <a:buChar char="•"/>
              <a:defRPr sz="2200"/>
            </a:pPr>
            <a:r>
              <a:rPr lang="en-US" sz="1200">
                <a:solidFill>
                  <a:schemeClr val="tx1"/>
                </a:solidFill>
                <a:ea typeface="Calibri"/>
              </a:rPr>
              <a:t>Simulated with </a:t>
            </a:r>
            <a:r>
              <a:rPr lang="en-US" sz="1200" b="1">
                <a:solidFill>
                  <a:schemeClr val="tx1"/>
                </a:solidFill>
                <a:ea typeface="Calibri"/>
              </a:rPr>
              <a:t>low correct</a:t>
            </a:r>
            <a:r>
              <a:rPr lang="en-US" sz="1200">
                <a:solidFill>
                  <a:schemeClr val="tx1"/>
                </a:solidFill>
                <a:ea typeface="Calibri"/>
              </a:rPr>
              <a:t>-</a:t>
            </a:r>
            <a:r>
              <a:rPr lang="en-US" sz="1200" b="1">
                <a:solidFill>
                  <a:schemeClr val="tx1"/>
                </a:solidFill>
                <a:ea typeface="Calibri"/>
              </a:rPr>
              <a:t>answer </a:t>
            </a:r>
            <a:r>
              <a:rPr lang="en-US" sz="1200">
                <a:solidFill>
                  <a:schemeClr val="tx1"/>
                </a:solidFill>
                <a:ea typeface="Calibri"/>
              </a:rPr>
              <a:t>probability</a:t>
            </a:r>
            <a:endParaRPr lang="en-US">
              <a:solidFill>
                <a:schemeClr val="tx1"/>
              </a:solidFill>
              <a:ea typeface="Calibri"/>
            </a:endParaRPr>
          </a:p>
        </p:txBody>
      </p:sp>
      <p:graphicFrame>
        <p:nvGraphicFramePr>
          <p:cNvPr id="24" name="Table 23">
            <a:extLst>
              <a:ext uri="{FF2B5EF4-FFF2-40B4-BE49-F238E27FC236}">
                <a16:creationId xmlns:a16="http://schemas.microsoft.com/office/drawing/2014/main" id="{72C29AEF-A943-DF01-8EDD-73D0E4D16FC6}"/>
              </a:ext>
            </a:extLst>
          </p:cNvPr>
          <p:cNvGraphicFramePr>
            <a:graphicFrameLocks noGrp="1"/>
          </p:cNvGraphicFramePr>
          <p:nvPr/>
        </p:nvGraphicFramePr>
        <p:xfrm>
          <a:off x="4217404" y="580295"/>
          <a:ext cx="4820724" cy="1935480"/>
        </p:xfrm>
        <a:graphic>
          <a:graphicData uri="http://schemas.openxmlformats.org/drawingml/2006/table">
            <a:tbl>
              <a:tblPr firstRow="1" bandRow="1">
                <a:tableStyleId>{5C22544A-7EE6-4342-B048-85BDC9FD1C3A}</a:tableStyleId>
              </a:tblPr>
              <a:tblGrid>
                <a:gridCol w="540344">
                  <a:extLst>
                    <a:ext uri="{9D8B030D-6E8A-4147-A177-3AD203B41FA5}">
                      <a16:colId xmlns:a16="http://schemas.microsoft.com/office/drawing/2014/main" val="4003705907"/>
                    </a:ext>
                  </a:extLst>
                </a:gridCol>
                <a:gridCol w="813624">
                  <a:extLst>
                    <a:ext uri="{9D8B030D-6E8A-4147-A177-3AD203B41FA5}">
                      <a16:colId xmlns:a16="http://schemas.microsoft.com/office/drawing/2014/main" val="3086982395"/>
                    </a:ext>
                  </a:extLst>
                </a:gridCol>
                <a:gridCol w="1211813">
                  <a:extLst>
                    <a:ext uri="{9D8B030D-6E8A-4147-A177-3AD203B41FA5}">
                      <a16:colId xmlns:a16="http://schemas.microsoft.com/office/drawing/2014/main" val="2019035273"/>
                    </a:ext>
                  </a:extLst>
                </a:gridCol>
                <a:gridCol w="736409">
                  <a:extLst>
                    <a:ext uri="{9D8B030D-6E8A-4147-A177-3AD203B41FA5}">
                      <a16:colId xmlns:a16="http://schemas.microsoft.com/office/drawing/2014/main" val="2576846301"/>
                    </a:ext>
                  </a:extLst>
                </a:gridCol>
                <a:gridCol w="1518534">
                  <a:extLst>
                    <a:ext uri="{9D8B030D-6E8A-4147-A177-3AD203B41FA5}">
                      <a16:colId xmlns:a16="http://schemas.microsoft.com/office/drawing/2014/main" val="2145055987"/>
                    </a:ext>
                  </a:extLst>
                </a:gridCol>
              </a:tblGrid>
              <a:tr h="396857">
                <a:tc>
                  <a:txBody>
                    <a:bodyPr/>
                    <a:lstStyle/>
                    <a:p>
                      <a:pPr lvl="0" algn="ctr">
                        <a:buNone/>
                      </a:pPr>
                      <a:r>
                        <a:rPr lang="en-US" sz="1100" b="1">
                          <a:solidFill>
                            <a:schemeClr val="tx1"/>
                          </a:solidFill>
                          <a:latin typeface="Calibri"/>
                          <a:ea typeface="Calibri"/>
                          <a:cs typeface="Calibri"/>
                        </a:rPr>
                        <a:t>Step</a:t>
                      </a:r>
                      <a:endParaRPr lang="en-US" sz="1100" b="1">
                        <a:latin typeface="Calibri"/>
                        <a:ea typeface="Calibri"/>
                        <a:cs typeface="Calibri"/>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100" b="1">
                          <a:solidFill>
                            <a:schemeClr val="tx1"/>
                          </a:solidFill>
                          <a:latin typeface="Calibri"/>
                          <a:ea typeface="Calibri"/>
                          <a:cs typeface="Calibri"/>
                        </a:rPr>
                        <a:t>Learner Response</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100" b="1">
                          <a:solidFill>
                            <a:schemeClr val="tx1"/>
                          </a:solidFill>
                          <a:latin typeface="Calibri"/>
                          <a:ea typeface="Calibri"/>
                          <a:cs typeface="Calibri"/>
                        </a:rPr>
                        <a:t>Updated</a:t>
                      </a:r>
                    </a:p>
                    <a:p>
                      <a:pPr algn="ctr"/>
                      <a:r>
                        <a:rPr lang="en-US" sz="1100" b="1">
                          <a:solidFill>
                            <a:schemeClr val="tx1"/>
                          </a:solidFill>
                          <a:latin typeface="Calibri"/>
                          <a:ea typeface="Calibri"/>
                          <a:cs typeface="Calibri"/>
                        </a:rPr>
                        <a:t> P(Learning Rate)</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100" b="1">
                          <a:solidFill>
                            <a:schemeClr val="tx1"/>
                          </a:solidFill>
                          <a:latin typeface="Calibri"/>
                          <a:ea typeface="Calibri"/>
                          <a:cs typeface="Calibri"/>
                        </a:rPr>
                        <a:t>Difficulty State</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1100" b="1">
                          <a:solidFill>
                            <a:schemeClr val="tx1"/>
                          </a:solidFill>
                          <a:latin typeface="Calibri"/>
                          <a:ea typeface="Calibri"/>
                          <a:cs typeface="Calibri"/>
                        </a:rPr>
                        <a:t>Current Concept</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823281158"/>
                  </a:ext>
                </a:extLst>
              </a:tr>
              <a:tr h="242524">
                <a:tc>
                  <a:txBody>
                    <a:bodyPr/>
                    <a:lstStyle/>
                    <a:p>
                      <a:pPr algn="ctr"/>
                      <a:r>
                        <a:rPr lang="en-US" sz="1050">
                          <a:solidFill>
                            <a:schemeClr val="tx1"/>
                          </a:solidFill>
                        </a:rPr>
                        <a:t>Start</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050" b="0" i="0" u="none" strike="noStrike" noProof="0">
                          <a:solidFill>
                            <a:schemeClr val="tx1"/>
                          </a:solidFill>
                          <a:latin typeface="Segoe UI"/>
                          <a:cs typeface="Segoe UI"/>
                        </a:rPr>
                        <a:t>—</a:t>
                      </a:r>
                      <a:endParaRPr lang="en-US" sz="1050"/>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0.200</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Easy</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1050">
                          <a:solidFill>
                            <a:schemeClr val="tx1"/>
                          </a:solidFill>
                        </a:rPr>
                        <a:t>3NF</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243746617"/>
                  </a:ext>
                </a:extLst>
              </a:tr>
              <a:tr h="242524">
                <a:tc>
                  <a:txBody>
                    <a:bodyPr/>
                    <a:lstStyle/>
                    <a:p>
                      <a:pPr algn="ctr"/>
                      <a:r>
                        <a:rPr lang="en-US" sz="1050">
                          <a:solidFill>
                            <a:schemeClr val="tx1"/>
                          </a:solidFill>
                        </a:rPr>
                        <a:t>Q1</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Wrong</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0.127</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Easy</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1050">
                          <a:solidFill>
                            <a:schemeClr val="tx1"/>
                          </a:solidFill>
                        </a:rPr>
                        <a:t>3NF</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295843585"/>
                  </a:ext>
                </a:extLst>
              </a:tr>
              <a:tr h="242524">
                <a:tc>
                  <a:txBody>
                    <a:bodyPr/>
                    <a:lstStyle/>
                    <a:p>
                      <a:pPr algn="ctr"/>
                      <a:r>
                        <a:rPr lang="en-US" sz="1050">
                          <a:solidFill>
                            <a:schemeClr val="tx1"/>
                          </a:solidFill>
                        </a:rPr>
                        <a:t>Q2</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Wrong</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0.116</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Easy</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1050">
                          <a:solidFill>
                            <a:schemeClr val="tx1"/>
                          </a:solidFill>
                        </a:rPr>
                        <a:t>Functional Dependency</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4027417252"/>
                  </a:ext>
                </a:extLst>
              </a:tr>
              <a:tr h="242524">
                <a:tc>
                  <a:txBody>
                    <a:bodyPr/>
                    <a:lstStyle/>
                    <a:p>
                      <a:pPr algn="ctr"/>
                      <a:r>
                        <a:rPr lang="en-US" sz="1050">
                          <a:solidFill>
                            <a:schemeClr val="tx1"/>
                          </a:solidFill>
                        </a:rPr>
                        <a:t>Q3</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Wrong</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0.115</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Easy</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1050">
                          <a:solidFill>
                            <a:schemeClr val="tx1"/>
                          </a:solidFill>
                        </a:rPr>
                        <a:t>Attribute</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730767867"/>
                  </a:ext>
                </a:extLst>
              </a:tr>
              <a:tr h="242524">
                <a:tc>
                  <a:txBody>
                    <a:bodyPr/>
                    <a:lstStyle/>
                    <a:p>
                      <a:pPr algn="ctr"/>
                      <a:r>
                        <a:rPr lang="en-US" sz="1050">
                          <a:solidFill>
                            <a:schemeClr val="tx1"/>
                          </a:solidFill>
                        </a:rPr>
                        <a:t>Q4</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Correct</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0.431</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Medium</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1050">
                          <a:solidFill>
                            <a:schemeClr val="tx1"/>
                          </a:solidFill>
                        </a:rPr>
                        <a:t>Attribute</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685444993"/>
                  </a:ext>
                </a:extLst>
              </a:tr>
              <a:tr h="242524">
                <a:tc>
                  <a:txBody>
                    <a:bodyPr/>
                    <a:lstStyle/>
                    <a:p>
                      <a:pPr algn="ctr"/>
                      <a:r>
                        <a:rPr lang="en-US" sz="1050">
                          <a:solidFill>
                            <a:schemeClr val="tx1"/>
                          </a:solidFill>
                        </a:rPr>
                        <a:t>Q5</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Wrong</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0.178</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Easy</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1050">
                          <a:solidFill>
                            <a:schemeClr val="tx1"/>
                          </a:solidFill>
                        </a:rPr>
                        <a:t>Attribute</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553600230"/>
                  </a:ext>
                </a:extLst>
              </a:tr>
            </a:tbl>
          </a:graphicData>
        </a:graphic>
      </p:graphicFrame>
      <p:cxnSp>
        <p:nvCxnSpPr>
          <p:cNvPr id="27" name="Straight Arrow Connector 26">
            <a:extLst>
              <a:ext uri="{FF2B5EF4-FFF2-40B4-BE49-F238E27FC236}">
                <a16:creationId xmlns:a16="http://schemas.microsoft.com/office/drawing/2014/main" id="{EC09F421-D8A7-9F6A-FB9F-796B12C22D51}"/>
              </a:ext>
            </a:extLst>
          </p:cNvPr>
          <p:cNvCxnSpPr/>
          <p:nvPr/>
        </p:nvCxnSpPr>
        <p:spPr>
          <a:xfrm flipV="1">
            <a:off x="3401784" y="1515836"/>
            <a:ext cx="658588" cy="0"/>
          </a:xfrm>
          <a:prstGeom prst="straightConnector1">
            <a:avLst/>
          </a:prstGeom>
          <a:ln w="9525"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Subtitle 11">
            <a:extLst>
              <a:ext uri="{FF2B5EF4-FFF2-40B4-BE49-F238E27FC236}">
                <a16:creationId xmlns:a16="http://schemas.microsoft.com/office/drawing/2014/main" id="{19D2ADA3-5B49-1650-A8ED-CC8189835F43}"/>
              </a:ext>
            </a:extLst>
          </p:cNvPr>
          <p:cNvSpPr txBox="1">
            <a:spLocks/>
          </p:cNvSpPr>
          <p:nvPr/>
        </p:nvSpPr>
        <p:spPr>
          <a:xfrm>
            <a:off x="3257285" y="1271776"/>
            <a:ext cx="960119" cy="250008"/>
          </a:xfrm>
          <a:prstGeom prst="rect">
            <a:avLst/>
          </a:prstGeom>
        </p:spPr>
        <p:txBody>
          <a:bodyPr lIns="91440" tIns="45720" rIns="91440" bIns="45720" anchor="t">
            <a:no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1"/>
                </a:solidFill>
                <a:latin typeface="+mn-lt"/>
                <a:ea typeface="+mn-ea"/>
                <a:cs typeface="Poppins Light" pitchFamily="2" charset="77"/>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mn-lt"/>
                <a:ea typeface="+mn-ea"/>
                <a:cs typeface="Poppins Light" pitchFamily="2" charset="77"/>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1"/>
                </a:solidFill>
                <a:latin typeface="+mn-lt"/>
                <a:ea typeface="+mn-ea"/>
                <a:cs typeface="Poppins Light" pitchFamily="2" charset="77"/>
              </a:defRPr>
            </a:lvl3pPr>
            <a:lvl4pPr marL="685800" indent="0" algn="l" defTabSz="914400" rtl="0" eaLnBrk="1" latinLnBrk="0" hangingPunct="1">
              <a:lnSpc>
                <a:spcPct val="100000"/>
              </a:lnSpc>
              <a:spcBef>
                <a:spcPts val="500"/>
              </a:spcBef>
              <a:buFont typeface="Arial" panose="020B0604020202020204" pitchFamily="34" charset="0"/>
              <a:buNone/>
              <a:defRPr sz="1200" b="0" i="0" kern="1200">
                <a:solidFill>
                  <a:schemeClr val="tx1"/>
                </a:solidFill>
                <a:latin typeface="Poppins Light" pitchFamily="2" charset="77"/>
                <a:ea typeface="+mn-ea"/>
                <a:cs typeface="Poppins Light" pitchFamily="2" charset="77"/>
              </a:defRPr>
            </a:lvl4pPr>
            <a:lvl5pPr marL="914400" indent="0" algn="l" defTabSz="914400" rtl="0" eaLnBrk="1" latinLnBrk="0" hangingPunct="1">
              <a:lnSpc>
                <a:spcPct val="100000"/>
              </a:lnSpc>
              <a:spcBef>
                <a:spcPts val="500"/>
              </a:spcBef>
              <a:buFont typeface="Arial" panose="020B0604020202020204" pitchFamily="34" charset="0"/>
              <a:buNone/>
              <a:defRPr sz="1100" b="0" i="0" kern="1200">
                <a:solidFill>
                  <a:schemeClr val="tx1"/>
                </a:solidFill>
                <a:latin typeface="Poppins Light" pitchFamily="2" charset="77"/>
                <a:ea typeface="+mn-ea"/>
                <a:cs typeface="Poppins Light"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50" b="1">
                <a:ea typeface="+mn-lt"/>
                <a:cs typeface="+mn-lt"/>
              </a:rPr>
              <a:t>Interpretation</a:t>
            </a:r>
            <a:endParaRPr lang="en-US" sz="1050">
              <a:ea typeface="Calibri Light"/>
            </a:endParaRPr>
          </a:p>
        </p:txBody>
      </p:sp>
      <p:sp>
        <p:nvSpPr>
          <p:cNvPr id="30" name="Content Placeholder 2">
            <a:extLst>
              <a:ext uri="{FF2B5EF4-FFF2-40B4-BE49-F238E27FC236}">
                <a16:creationId xmlns:a16="http://schemas.microsoft.com/office/drawing/2014/main" id="{A50F57BE-A7EC-A38C-65E8-33F711F109FA}"/>
              </a:ext>
            </a:extLst>
          </p:cNvPr>
          <p:cNvSpPr txBox="1">
            <a:spLocks/>
          </p:cNvSpPr>
          <p:nvPr/>
        </p:nvSpPr>
        <p:spPr>
          <a:xfrm>
            <a:off x="137505" y="1332928"/>
            <a:ext cx="3091830" cy="201978"/>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171450" indent="-171450">
              <a:buChar char="•"/>
              <a:defRPr sz="2200"/>
            </a:pPr>
            <a:r>
              <a:rPr lang="en-US" sz="1200">
                <a:solidFill>
                  <a:schemeClr val="tx1"/>
                </a:solidFill>
                <a:ea typeface="Calibri"/>
              </a:rPr>
              <a:t>The learner </a:t>
            </a:r>
            <a:r>
              <a:rPr lang="en-US" sz="1200" b="1">
                <a:solidFill>
                  <a:schemeClr val="tx1"/>
                </a:solidFill>
                <a:ea typeface="Calibri"/>
              </a:rPr>
              <a:t>starts with 3NF</a:t>
            </a:r>
            <a:endParaRPr lang="en-US" b="1">
              <a:solidFill>
                <a:schemeClr val="tx1"/>
              </a:solidFill>
              <a:ea typeface="Calibri"/>
            </a:endParaRPr>
          </a:p>
        </p:txBody>
      </p:sp>
      <p:sp>
        <p:nvSpPr>
          <p:cNvPr id="37" name="Content Placeholder 2">
            <a:extLst>
              <a:ext uri="{FF2B5EF4-FFF2-40B4-BE49-F238E27FC236}">
                <a16:creationId xmlns:a16="http://schemas.microsoft.com/office/drawing/2014/main" id="{C3C9FB86-F906-1FC5-6055-B92EA70FAF69}"/>
              </a:ext>
            </a:extLst>
          </p:cNvPr>
          <p:cNvSpPr txBox="1">
            <a:spLocks/>
          </p:cNvSpPr>
          <p:nvPr/>
        </p:nvSpPr>
        <p:spPr>
          <a:xfrm>
            <a:off x="137505" y="2051384"/>
            <a:ext cx="2732601" cy="386644"/>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171450" indent="-171450">
              <a:buChar char="•"/>
              <a:defRPr sz="2200"/>
            </a:pPr>
            <a:r>
              <a:rPr lang="en-US" sz="1200">
                <a:solidFill>
                  <a:schemeClr val="tx1"/>
                </a:solidFill>
                <a:ea typeface="Calibri"/>
              </a:rPr>
              <a:t>Difficulty mostly remains Easy because mastery stays low</a:t>
            </a:r>
            <a:endParaRPr lang="en-US">
              <a:solidFill>
                <a:schemeClr val="tx1"/>
              </a:solidFill>
              <a:ea typeface="Calibri"/>
            </a:endParaRPr>
          </a:p>
        </p:txBody>
      </p:sp>
      <p:graphicFrame>
        <p:nvGraphicFramePr>
          <p:cNvPr id="2" name="Table 1">
            <a:extLst>
              <a:ext uri="{FF2B5EF4-FFF2-40B4-BE49-F238E27FC236}">
                <a16:creationId xmlns:a16="http://schemas.microsoft.com/office/drawing/2014/main" id="{2AEA12E5-4E1B-48AE-CF9B-868767A92D27}"/>
              </a:ext>
            </a:extLst>
          </p:cNvPr>
          <p:cNvGraphicFramePr>
            <a:graphicFrameLocks noGrp="1"/>
          </p:cNvGraphicFramePr>
          <p:nvPr/>
        </p:nvGraphicFramePr>
        <p:xfrm>
          <a:off x="4229099" y="2683328"/>
          <a:ext cx="4788282" cy="1973580"/>
        </p:xfrm>
        <a:graphic>
          <a:graphicData uri="http://schemas.openxmlformats.org/drawingml/2006/table">
            <a:tbl>
              <a:tblPr firstRow="1" bandRow="1">
                <a:tableStyleId>{5C22544A-7EE6-4342-B048-85BDC9FD1C3A}</a:tableStyleId>
              </a:tblPr>
              <a:tblGrid>
                <a:gridCol w="527727">
                  <a:extLst>
                    <a:ext uri="{9D8B030D-6E8A-4147-A177-3AD203B41FA5}">
                      <a16:colId xmlns:a16="http://schemas.microsoft.com/office/drawing/2014/main" val="4003705907"/>
                    </a:ext>
                  </a:extLst>
                </a:gridCol>
                <a:gridCol w="817123">
                  <a:extLst>
                    <a:ext uri="{9D8B030D-6E8A-4147-A177-3AD203B41FA5}">
                      <a16:colId xmlns:a16="http://schemas.microsoft.com/office/drawing/2014/main" val="3086982395"/>
                    </a:ext>
                  </a:extLst>
                </a:gridCol>
                <a:gridCol w="1225685">
                  <a:extLst>
                    <a:ext uri="{9D8B030D-6E8A-4147-A177-3AD203B41FA5}">
                      <a16:colId xmlns:a16="http://schemas.microsoft.com/office/drawing/2014/main" val="2019035273"/>
                    </a:ext>
                  </a:extLst>
                </a:gridCol>
                <a:gridCol w="739302">
                  <a:extLst>
                    <a:ext uri="{9D8B030D-6E8A-4147-A177-3AD203B41FA5}">
                      <a16:colId xmlns:a16="http://schemas.microsoft.com/office/drawing/2014/main" val="2576846301"/>
                    </a:ext>
                  </a:extLst>
                </a:gridCol>
                <a:gridCol w="1478445">
                  <a:extLst>
                    <a:ext uri="{9D8B030D-6E8A-4147-A177-3AD203B41FA5}">
                      <a16:colId xmlns:a16="http://schemas.microsoft.com/office/drawing/2014/main" val="2145055987"/>
                    </a:ext>
                  </a:extLst>
                </a:gridCol>
              </a:tblGrid>
              <a:tr h="396857">
                <a:tc>
                  <a:txBody>
                    <a:bodyPr/>
                    <a:lstStyle/>
                    <a:p>
                      <a:pPr lvl="0" algn="ctr">
                        <a:buNone/>
                      </a:pPr>
                      <a:r>
                        <a:rPr lang="en-US" sz="1100" b="1">
                          <a:solidFill>
                            <a:schemeClr val="tx1"/>
                          </a:solidFill>
                          <a:latin typeface="Calibri"/>
                          <a:ea typeface="Calibri"/>
                          <a:cs typeface="Calibri"/>
                        </a:rPr>
                        <a:t>Step</a:t>
                      </a:r>
                      <a:endParaRPr lang="en-US" sz="1100" b="1">
                        <a:latin typeface="Calibri"/>
                        <a:ea typeface="Calibri"/>
                        <a:cs typeface="Calibri"/>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100" b="1">
                          <a:solidFill>
                            <a:schemeClr val="tx1"/>
                          </a:solidFill>
                          <a:latin typeface="Calibri"/>
                          <a:ea typeface="Calibri"/>
                          <a:cs typeface="Calibri"/>
                        </a:rPr>
                        <a:t>Learner Response</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100" b="1">
                          <a:solidFill>
                            <a:schemeClr val="tx1"/>
                          </a:solidFill>
                          <a:latin typeface="Calibri"/>
                          <a:ea typeface="Calibri"/>
                          <a:cs typeface="Calibri"/>
                        </a:rPr>
                        <a:t>Updated</a:t>
                      </a:r>
                    </a:p>
                    <a:p>
                      <a:pPr algn="ctr"/>
                      <a:r>
                        <a:rPr lang="en-US" sz="1100" b="1">
                          <a:solidFill>
                            <a:schemeClr val="tx1"/>
                          </a:solidFill>
                          <a:latin typeface="Calibri"/>
                          <a:ea typeface="Calibri"/>
                          <a:cs typeface="Calibri"/>
                        </a:rPr>
                        <a:t> P(Learning Rate)</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100" b="1">
                          <a:solidFill>
                            <a:schemeClr val="tx1"/>
                          </a:solidFill>
                          <a:latin typeface="Calibri"/>
                          <a:ea typeface="Calibri"/>
                          <a:cs typeface="Calibri"/>
                        </a:rPr>
                        <a:t>Difficulty State</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1100" b="1">
                          <a:solidFill>
                            <a:schemeClr val="tx1"/>
                          </a:solidFill>
                          <a:latin typeface="Calibri"/>
                          <a:ea typeface="Calibri"/>
                          <a:cs typeface="Calibri"/>
                        </a:rPr>
                        <a:t>Current Concept</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823281158"/>
                  </a:ext>
                </a:extLst>
              </a:tr>
              <a:tr h="242524">
                <a:tc>
                  <a:txBody>
                    <a:bodyPr/>
                    <a:lstStyle/>
                    <a:p>
                      <a:pPr algn="ctr"/>
                      <a:r>
                        <a:rPr lang="en-US" sz="1050">
                          <a:solidFill>
                            <a:schemeClr val="tx1"/>
                          </a:solidFill>
                        </a:rPr>
                        <a:t>Start</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050" b="0" i="0" u="none" strike="noStrike" noProof="0">
                          <a:solidFill>
                            <a:schemeClr val="tx1"/>
                          </a:solidFill>
                          <a:latin typeface="Segoe UI"/>
                          <a:cs typeface="Segoe UI"/>
                        </a:rPr>
                        <a:t>—</a:t>
                      </a:r>
                      <a:endParaRPr lang="en-US" sz="1050"/>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0.200</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Easy</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1050">
                          <a:solidFill>
                            <a:schemeClr val="tx1"/>
                          </a:solidFill>
                        </a:rPr>
                        <a:t>3NF</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243746617"/>
                  </a:ext>
                </a:extLst>
              </a:tr>
              <a:tr h="242524">
                <a:tc>
                  <a:txBody>
                    <a:bodyPr/>
                    <a:lstStyle/>
                    <a:p>
                      <a:pPr algn="ctr"/>
                      <a:r>
                        <a:rPr lang="en-US" sz="1050">
                          <a:solidFill>
                            <a:schemeClr val="tx1"/>
                          </a:solidFill>
                        </a:rPr>
                        <a:t>Q1</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1100" b="0" i="0" u="none" strike="noStrike" noProof="0">
                          <a:solidFill>
                            <a:schemeClr val="tx1"/>
                          </a:solidFill>
                          <a:latin typeface="Calibri Light"/>
                          <a:ea typeface="Calibri Light"/>
                          <a:cs typeface="Calibri Light"/>
                        </a:rPr>
                        <a:t>Correct</a:t>
                      </a:r>
                      <a:endParaRPr lang="en-US" sz="105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0.576</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Medium</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1050">
                          <a:solidFill>
                            <a:schemeClr val="tx1"/>
                          </a:solidFill>
                        </a:rPr>
                        <a:t>3NF</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295843585"/>
                  </a:ext>
                </a:extLst>
              </a:tr>
              <a:tr h="242524">
                <a:tc>
                  <a:txBody>
                    <a:bodyPr/>
                    <a:lstStyle/>
                    <a:p>
                      <a:pPr algn="ctr"/>
                      <a:r>
                        <a:rPr lang="en-US" sz="1050">
                          <a:solidFill>
                            <a:schemeClr val="tx1"/>
                          </a:solidFill>
                        </a:rPr>
                        <a:t>Q2</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1100" b="0" i="0" u="none" strike="noStrike" noProof="0">
                          <a:solidFill>
                            <a:schemeClr val="tx1"/>
                          </a:solidFill>
                          <a:latin typeface="Calibri Light"/>
                          <a:ea typeface="Calibri Light"/>
                          <a:cs typeface="Calibri Light"/>
                        </a:rPr>
                        <a:t>Correct</a:t>
                      </a:r>
                      <a:endParaRPr lang="en-US" sz="105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0.874</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Hard</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1050">
                          <a:solidFill>
                            <a:schemeClr val="tx1"/>
                          </a:solidFill>
                        </a:rPr>
                        <a:t>BCNF</a:t>
                      </a:r>
                      <a:endParaRPr lang="en-US"/>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4027417252"/>
                  </a:ext>
                </a:extLst>
              </a:tr>
              <a:tr h="242524">
                <a:tc>
                  <a:txBody>
                    <a:bodyPr/>
                    <a:lstStyle/>
                    <a:p>
                      <a:pPr algn="ctr"/>
                      <a:r>
                        <a:rPr lang="en-US" sz="1050">
                          <a:solidFill>
                            <a:schemeClr val="tx1"/>
                          </a:solidFill>
                        </a:rPr>
                        <a:t>Q3</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1100" b="0" i="0" u="none" strike="noStrike" noProof="0">
                          <a:solidFill>
                            <a:schemeClr val="tx1"/>
                          </a:solidFill>
                          <a:latin typeface="Calibri Light"/>
                          <a:ea typeface="Calibri Light"/>
                          <a:cs typeface="Calibri Light"/>
                        </a:rPr>
                        <a:t>Correct</a:t>
                      </a:r>
                      <a:endParaRPr lang="en-US" sz="105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0.972</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Hard</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1050">
                          <a:solidFill>
                            <a:schemeClr val="tx1"/>
                          </a:solidFill>
                        </a:rPr>
                        <a:t>BCNF</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730767867"/>
                  </a:ext>
                </a:extLst>
              </a:tr>
              <a:tr h="242524">
                <a:tc>
                  <a:txBody>
                    <a:bodyPr/>
                    <a:lstStyle/>
                    <a:p>
                      <a:pPr algn="ctr"/>
                      <a:r>
                        <a:rPr lang="en-US" sz="1050">
                          <a:solidFill>
                            <a:schemeClr val="tx1"/>
                          </a:solidFill>
                        </a:rPr>
                        <a:t>Q4</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1100" b="0" i="0" u="none" strike="noStrike" noProof="0">
                          <a:solidFill>
                            <a:schemeClr val="tx1"/>
                          </a:solidFill>
                          <a:latin typeface="Calibri Light"/>
                          <a:ea typeface="Calibri Light"/>
                          <a:cs typeface="Calibri Light"/>
                        </a:rPr>
                        <a:t>Correct</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0.994</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Hard</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1050">
                          <a:solidFill>
                            <a:schemeClr val="tx1"/>
                          </a:solidFill>
                        </a:rPr>
                        <a:t>4NF</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685444993"/>
                  </a:ext>
                </a:extLst>
              </a:tr>
              <a:tr h="242524">
                <a:tc>
                  <a:txBody>
                    <a:bodyPr/>
                    <a:lstStyle/>
                    <a:p>
                      <a:pPr algn="ctr"/>
                      <a:r>
                        <a:rPr lang="en-US" sz="1050">
                          <a:solidFill>
                            <a:schemeClr val="tx1"/>
                          </a:solidFill>
                        </a:rPr>
                        <a:t>Q5</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1100" b="0" i="0" u="none" strike="noStrike" noProof="0">
                          <a:solidFill>
                            <a:schemeClr val="tx1"/>
                          </a:solidFill>
                          <a:latin typeface="Calibri Light"/>
                          <a:ea typeface="Calibri Light"/>
                          <a:cs typeface="Calibri Light"/>
                        </a:rPr>
                        <a:t>Correct</a:t>
                      </a:r>
                      <a:endParaRPr lang="en-US" sz="105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0.998</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50">
                          <a:solidFill>
                            <a:schemeClr val="tx1"/>
                          </a:solidFill>
                        </a:rPr>
                        <a:t>Hard</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1050">
                          <a:solidFill>
                            <a:schemeClr val="tx1"/>
                          </a:solidFill>
                        </a:rPr>
                        <a:t>4NF</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553600230"/>
                  </a:ext>
                </a:extLst>
              </a:tr>
            </a:tbl>
          </a:graphicData>
        </a:graphic>
      </p:graphicFrame>
      <p:sp>
        <p:nvSpPr>
          <p:cNvPr id="3" name="Content Placeholder 2">
            <a:extLst>
              <a:ext uri="{FF2B5EF4-FFF2-40B4-BE49-F238E27FC236}">
                <a16:creationId xmlns:a16="http://schemas.microsoft.com/office/drawing/2014/main" id="{38AA264F-B264-1D50-0965-2F397E9451EA}"/>
              </a:ext>
            </a:extLst>
          </p:cNvPr>
          <p:cNvSpPr txBox="1">
            <a:spLocks/>
          </p:cNvSpPr>
          <p:nvPr/>
        </p:nvSpPr>
        <p:spPr>
          <a:xfrm>
            <a:off x="126619" y="3014771"/>
            <a:ext cx="3004744" cy="386644"/>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171450" indent="-171450">
              <a:buChar char="•"/>
              <a:defRPr sz="2200"/>
            </a:pPr>
            <a:r>
              <a:rPr lang="en-US" sz="1200">
                <a:solidFill>
                  <a:schemeClr val="tx1"/>
                </a:solidFill>
                <a:ea typeface="Calibri"/>
              </a:rPr>
              <a:t>Simulated with </a:t>
            </a:r>
            <a:r>
              <a:rPr lang="en-US" sz="1200" b="1">
                <a:solidFill>
                  <a:schemeClr val="tx1"/>
                </a:solidFill>
                <a:ea typeface="Calibri"/>
              </a:rPr>
              <a:t>high correct</a:t>
            </a:r>
            <a:r>
              <a:rPr lang="en-US" sz="1200">
                <a:solidFill>
                  <a:schemeClr val="tx1"/>
                </a:solidFill>
                <a:ea typeface="Calibri"/>
              </a:rPr>
              <a:t>-</a:t>
            </a:r>
            <a:r>
              <a:rPr lang="en-US" sz="1200" b="1">
                <a:solidFill>
                  <a:schemeClr val="tx1"/>
                </a:solidFill>
                <a:ea typeface="Calibri"/>
              </a:rPr>
              <a:t>answer </a:t>
            </a:r>
            <a:r>
              <a:rPr lang="en-US" sz="1200">
                <a:solidFill>
                  <a:schemeClr val="tx1"/>
                </a:solidFill>
                <a:ea typeface="Calibri"/>
              </a:rPr>
              <a:t>probability</a:t>
            </a:r>
            <a:endParaRPr lang="en-US">
              <a:solidFill>
                <a:schemeClr val="tx1"/>
              </a:solidFill>
              <a:ea typeface="Calibri"/>
            </a:endParaRPr>
          </a:p>
        </p:txBody>
      </p:sp>
      <p:sp>
        <p:nvSpPr>
          <p:cNvPr id="11" name="Content Placeholder 2">
            <a:extLst>
              <a:ext uri="{FF2B5EF4-FFF2-40B4-BE49-F238E27FC236}">
                <a16:creationId xmlns:a16="http://schemas.microsoft.com/office/drawing/2014/main" id="{1C2C1A8A-F87B-1DD7-0218-211677F1F222}"/>
              </a:ext>
            </a:extLst>
          </p:cNvPr>
          <p:cNvSpPr txBox="1">
            <a:spLocks/>
          </p:cNvSpPr>
          <p:nvPr/>
        </p:nvSpPr>
        <p:spPr>
          <a:xfrm>
            <a:off x="126618" y="3439313"/>
            <a:ext cx="3091830" cy="201978"/>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171450" indent="-171450">
              <a:buChar char="•"/>
              <a:defRPr sz="2200"/>
            </a:pPr>
            <a:r>
              <a:rPr lang="en-US" sz="1200">
                <a:solidFill>
                  <a:schemeClr val="tx1"/>
                </a:solidFill>
                <a:ea typeface="Calibri"/>
              </a:rPr>
              <a:t>The learner </a:t>
            </a:r>
            <a:r>
              <a:rPr lang="en-US" sz="1200" b="1">
                <a:solidFill>
                  <a:schemeClr val="tx1"/>
                </a:solidFill>
                <a:ea typeface="Calibri"/>
              </a:rPr>
              <a:t>starts with 3NF</a:t>
            </a:r>
            <a:endParaRPr lang="en-US" b="1">
              <a:solidFill>
                <a:schemeClr val="tx1"/>
              </a:solidFill>
              <a:ea typeface="Calibri"/>
            </a:endParaRPr>
          </a:p>
        </p:txBody>
      </p:sp>
      <p:sp>
        <p:nvSpPr>
          <p:cNvPr id="12" name="Content Placeholder 2">
            <a:extLst>
              <a:ext uri="{FF2B5EF4-FFF2-40B4-BE49-F238E27FC236}">
                <a16:creationId xmlns:a16="http://schemas.microsoft.com/office/drawing/2014/main" id="{39C9DDDC-3B93-A309-9899-EF3B46A9A94E}"/>
              </a:ext>
            </a:extLst>
          </p:cNvPr>
          <p:cNvSpPr txBox="1">
            <a:spLocks/>
          </p:cNvSpPr>
          <p:nvPr/>
        </p:nvSpPr>
        <p:spPr>
          <a:xfrm>
            <a:off x="121176" y="3640698"/>
            <a:ext cx="3091830" cy="201978"/>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171450" indent="-171450">
              <a:buChar char="•"/>
              <a:defRPr sz="2200"/>
            </a:pPr>
            <a:r>
              <a:rPr lang="en-US" sz="1200">
                <a:solidFill>
                  <a:schemeClr val="tx1"/>
                </a:solidFill>
                <a:ea typeface="Calibri"/>
              </a:rPr>
              <a:t>Correct answers </a:t>
            </a:r>
            <a:r>
              <a:rPr lang="en-US" sz="1200" b="1">
                <a:solidFill>
                  <a:schemeClr val="tx1"/>
                </a:solidFill>
                <a:ea typeface="Calibri"/>
              </a:rPr>
              <a:t>quickly increase P(L)</a:t>
            </a:r>
            <a:endParaRPr lang="en-US" b="1">
              <a:solidFill>
                <a:schemeClr val="tx1"/>
              </a:solidFill>
              <a:ea typeface="Calibri"/>
            </a:endParaRPr>
          </a:p>
        </p:txBody>
      </p:sp>
      <p:sp>
        <p:nvSpPr>
          <p:cNvPr id="13" name="Content Placeholder 2">
            <a:extLst>
              <a:ext uri="{FF2B5EF4-FFF2-40B4-BE49-F238E27FC236}">
                <a16:creationId xmlns:a16="http://schemas.microsoft.com/office/drawing/2014/main" id="{B01E2E6E-7402-178E-D87B-F86941AF20BA}"/>
              </a:ext>
            </a:extLst>
          </p:cNvPr>
          <p:cNvSpPr txBox="1">
            <a:spLocks/>
          </p:cNvSpPr>
          <p:nvPr/>
        </p:nvSpPr>
        <p:spPr>
          <a:xfrm>
            <a:off x="126617" y="4233970"/>
            <a:ext cx="2161103" cy="392086"/>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171450" indent="-171450">
              <a:buChar char="•"/>
              <a:defRPr sz="2200"/>
            </a:pPr>
            <a:r>
              <a:rPr lang="en-US" sz="1200">
                <a:solidFill>
                  <a:schemeClr val="tx1"/>
                </a:solidFill>
                <a:ea typeface="Calibri"/>
              </a:rPr>
              <a:t>The learner progresses from </a:t>
            </a:r>
            <a:r>
              <a:rPr lang="en-US" sz="1200" b="1">
                <a:solidFill>
                  <a:schemeClr val="tx1"/>
                </a:solidFill>
                <a:ea typeface="Calibri"/>
              </a:rPr>
              <a:t>3NF → BCNF → 4NF</a:t>
            </a:r>
            <a:endParaRPr lang="en-US" b="1">
              <a:solidFill>
                <a:schemeClr val="tx1"/>
              </a:solidFill>
              <a:ea typeface="Calibri"/>
            </a:endParaRPr>
          </a:p>
        </p:txBody>
      </p:sp>
      <p:sp>
        <p:nvSpPr>
          <p:cNvPr id="15" name="Content Placeholder 2">
            <a:extLst>
              <a:ext uri="{FF2B5EF4-FFF2-40B4-BE49-F238E27FC236}">
                <a16:creationId xmlns:a16="http://schemas.microsoft.com/office/drawing/2014/main" id="{D40B0997-E6AC-C787-90E0-5D1D9DC37E32}"/>
              </a:ext>
            </a:extLst>
          </p:cNvPr>
          <p:cNvSpPr txBox="1">
            <a:spLocks/>
          </p:cNvSpPr>
          <p:nvPr/>
        </p:nvSpPr>
        <p:spPr>
          <a:xfrm>
            <a:off x="121176" y="3842084"/>
            <a:ext cx="2754373" cy="392086"/>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171450" indent="-171450">
              <a:buChar char="•"/>
              <a:defRPr sz="2200"/>
            </a:pPr>
            <a:r>
              <a:rPr lang="en-US" sz="1200">
                <a:solidFill>
                  <a:schemeClr val="tx1"/>
                </a:solidFill>
                <a:ea typeface="Calibri"/>
              </a:rPr>
              <a:t>Once mastery crosses </a:t>
            </a:r>
            <a:r>
              <a:rPr lang="en-US" sz="1200" b="1">
                <a:solidFill>
                  <a:schemeClr val="tx1"/>
                </a:solidFill>
                <a:ea typeface="Calibri"/>
              </a:rPr>
              <a:t>0.8</a:t>
            </a:r>
            <a:r>
              <a:rPr lang="en-US" sz="1200">
                <a:solidFill>
                  <a:schemeClr val="tx1"/>
                </a:solidFill>
                <a:ea typeface="Calibri"/>
              </a:rPr>
              <a:t>, system moves to successor concepts</a:t>
            </a:r>
            <a:endParaRPr lang="en-US">
              <a:solidFill>
                <a:schemeClr val="tx1"/>
              </a:solidFill>
              <a:ea typeface="Calibri"/>
            </a:endParaRPr>
          </a:p>
        </p:txBody>
      </p:sp>
      <p:sp>
        <p:nvSpPr>
          <p:cNvPr id="16" name="Left Brace 15">
            <a:extLst>
              <a:ext uri="{FF2B5EF4-FFF2-40B4-BE49-F238E27FC236}">
                <a16:creationId xmlns:a16="http://schemas.microsoft.com/office/drawing/2014/main" id="{F41D6A13-EDFD-F0BA-DE5A-F7069544BC9C}"/>
              </a:ext>
            </a:extLst>
          </p:cNvPr>
          <p:cNvSpPr/>
          <p:nvPr/>
        </p:nvSpPr>
        <p:spPr>
          <a:xfrm>
            <a:off x="3220646" y="568779"/>
            <a:ext cx="122791" cy="1872340"/>
          </a:xfrm>
          <a:prstGeom prst="leftBrace">
            <a:avLst/>
          </a:prstGeom>
          <a:ln w="9525" cap="rnd">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Left Brace 16">
            <a:extLst>
              <a:ext uri="{FF2B5EF4-FFF2-40B4-BE49-F238E27FC236}">
                <a16:creationId xmlns:a16="http://schemas.microsoft.com/office/drawing/2014/main" id="{DEC0CBBF-C840-2DCC-441E-CFD8B8E1F87F}"/>
              </a:ext>
            </a:extLst>
          </p:cNvPr>
          <p:cNvSpPr/>
          <p:nvPr/>
        </p:nvSpPr>
        <p:spPr>
          <a:xfrm>
            <a:off x="3187988" y="2691494"/>
            <a:ext cx="150005" cy="1943096"/>
          </a:xfrm>
          <a:prstGeom prst="leftBrace">
            <a:avLst/>
          </a:prstGeom>
          <a:ln w="9525" cap="rnd">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7EF1C0E8-047F-AD0D-8A8D-A924CE846109}"/>
              </a:ext>
            </a:extLst>
          </p:cNvPr>
          <p:cNvCxnSpPr>
            <a:cxnSpLocks/>
          </p:cNvCxnSpPr>
          <p:nvPr/>
        </p:nvCxnSpPr>
        <p:spPr>
          <a:xfrm flipV="1">
            <a:off x="3390898" y="3654878"/>
            <a:ext cx="658588" cy="0"/>
          </a:xfrm>
          <a:prstGeom prst="straightConnector1">
            <a:avLst/>
          </a:prstGeom>
          <a:ln w="9525"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Subtitle 11">
            <a:extLst>
              <a:ext uri="{FF2B5EF4-FFF2-40B4-BE49-F238E27FC236}">
                <a16:creationId xmlns:a16="http://schemas.microsoft.com/office/drawing/2014/main" id="{3E5117DD-317F-5021-2D42-1C46BF505BB7}"/>
              </a:ext>
            </a:extLst>
          </p:cNvPr>
          <p:cNvSpPr txBox="1">
            <a:spLocks/>
          </p:cNvSpPr>
          <p:nvPr/>
        </p:nvSpPr>
        <p:spPr>
          <a:xfrm>
            <a:off x="3246399" y="3410818"/>
            <a:ext cx="960119" cy="250008"/>
          </a:xfrm>
          <a:prstGeom prst="rect">
            <a:avLst/>
          </a:prstGeom>
        </p:spPr>
        <p:txBody>
          <a:bodyPr lIns="91440" tIns="45720" rIns="91440" bIns="45720" anchor="t">
            <a:no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1"/>
                </a:solidFill>
                <a:latin typeface="+mn-lt"/>
                <a:ea typeface="+mn-ea"/>
                <a:cs typeface="Poppins Light" pitchFamily="2" charset="77"/>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mn-lt"/>
                <a:ea typeface="+mn-ea"/>
                <a:cs typeface="Poppins Light" pitchFamily="2" charset="77"/>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1"/>
                </a:solidFill>
                <a:latin typeface="+mn-lt"/>
                <a:ea typeface="+mn-ea"/>
                <a:cs typeface="Poppins Light" pitchFamily="2" charset="77"/>
              </a:defRPr>
            </a:lvl3pPr>
            <a:lvl4pPr marL="685800" indent="0" algn="l" defTabSz="914400" rtl="0" eaLnBrk="1" latinLnBrk="0" hangingPunct="1">
              <a:lnSpc>
                <a:spcPct val="100000"/>
              </a:lnSpc>
              <a:spcBef>
                <a:spcPts val="500"/>
              </a:spcBef>
              <a:buFont typeface="Arial" panose="020B0604020202020204" pitchFamily="34" charset="0"/>
              <a:buNone/>
              <a:defRPr sz="1200" b="0" i="0" kern="1200">
                <a:solidFill>
                  <a:schemeClr val="tx1"/>
                </a:solidFill>
                <a:latin typeface="Poppins Light" pitchFamily="2" charset="77"/>
                <a:ea typeface="+mn-ea"/>
                <a:cs typeface="Poppins Light" pitchFamily="2" charset="77"/>
              </a:defRPr>
            </a:lvl4pPr>
            <a:lvl5pPr marL="914400" indent="0" algn="l" defTabSz="914400" rtl="0" eaLnBrk="1" latinLnBrk="0" hangingPunct="1">
              <a:lnSpc>
                <a:spcPct val="100000"/>
              </a:lnSpc>
              <a:spcBef>
                <a:spcPts val="500"/>
              </a:spcBef>
              <a:buFont typeface="Arial" panose="020B0604020202020204" pitchFamily="34" charset="0"/>
              <a:buNone/>
              <a:defRPr sz="1100" b="0" i="0" kern="1200">
                <a:solidFill>
                  <a:schemeClr val="tx1"/>
                </a:solidFill>
                <a:latin typeface="Poppins Light" pitchFamily="2" charset="77"/>
                <a:ea typeface="+mn-ea"/>
                <a:cs typeface="Poppins Light"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50" b="1">
                <a:ea typeface="+mn-lt"/>
                <a:cs typeface="+mn-lt"/>
              </a:rPr>
              <a:t>Interpretation</a:t>
            </a:r>
            <a:endParaRPr lang="en-US" sz="1050">
              <a:ea typeface="Calibri Light"/>
            </a:endParaRPr>
          </a:p>
        </p:txBody>
      </p:sp>
      <p:sp>
        <p:nvSpPr>
          <p:cNvPr id="6" name="Slide Number Placeholder 1">
            <a:extLst>
              <a:ext uri="{FF2B5EF4-FFF2-40B4-BE49-F238E27FC236}">
                <a16:creationId xmlns:a16="http://schemas.microsoft.com/office/drawing/2014/main" id="{FE07E6E3-9405-9000-FA2F-A91F3AD41BC5}"/>
              </a:ext>
            </a:extLst>
          </p:cNvPr>
          <p:cNvSpPr>
            <a:spLocks noGrp="1"/>
          </p:cNvSpPr>
          <p:nvPr>
            <p:ph type="sldNum" sz="quarter" idx="12"/>
          </p:nvPr>
        </p:nvSpPr>
        <p:spPr>
          <a:xfrm>
            <a:off x="4312604" y="4923599"/>
            <a:ext cx="300588" cy="127170"/>
          </a:xfrm>
        </p:spPr>
        <p:txBody>
          <a:bodyPr/>
          <a:lstStyle/>
          <a:p>
            <a:fld id="{662A0901-ACEF-4BE9-9C8C-C119B421173E}" type="slidenum">
              <a:rPr lang="en-US" smtClean="0"/>
              <a:pPr/>
              <a:t>10</a:t>
            </a:fld>
            <a:endParaRPr lang="en-US"/>
          </a:p>
        </p:txBody>
      </p:sp>
      <p:sp>
        <p:nvSpPr>
          <p:cNvPr id="20" name="Footer Placeholder 2">
            <a:extLst>
              <a:ext uri="{FF2B5EF4-FFF2-40B4-BE49-F238E27FC236}">
                <a16:creationId xmlns:a16="http://schemas.microsoft.com/office/drawing/2014/main" id="{2ECADC2B-25C3-484E-9831-ABDB48CE5CB5}"/>
              </a:ext>
            </a:extLst>
          </p:cNvPr>
          <p:cNvSpPr>
            <a:spLocks noGrp="1"/>
          </p:cNvSpPr>
          <p:nvPr>
            <p:ph type="ftr" sz="quarter" idx="13"/>
          </p:nvPr>
        </p:nvSpPr>
        <p:spPr>
          <a:xfrm>
            <a:off x="4570610" y="4923599"/>
            <a:ext cx="1603957" cy="127170"/>
          </a:xfrm>
        </p:spPr>
        <p:txBody>
          <a:bodyPr/>
          <a:lstStyle/>
          <a:p>
            <a:pPr defTabSz="914355"/>
            <a:r>
              <a:rPr lang="en-US"/>
              <a:t>TCS confidential</a:t>
            </a:r>
          </a:p>
        </p:txBody>
      </p:sp>
    </p:spTree>
    <p:extLst>
      <p:ext uri="{BB962C8B-B14F-4D97-AF65-F5344CB8AC3E}">
        <p14:creationId xmlns:p14="http://schemas.microsoft.com/office/powerpoint/2010/main" val="19060044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18A88-DA1A-4B91-80D2-C8E421FED0F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1AC12DC-91F9-C94A-D940-2CBA62E909D8}"/>
              </a:ext>
            </a:extLst>
          </p:cNvPr>
          <p:cNvSpPr>
            <a:spLocks noGrp="1"/>
          </p:cNvSpPr>
          <p:nvPr>
            <p:ph type="title"/>
          </p:nvPr>
        </p:nvSpPr>
        <p:spPr>
          <a:xfrm>
            <a:off x="338889" y="833617"/>
            <a:ext cx="3426492" cy="314622"/>
          </a:xfrm>
        </p:spPr>
        <p:txBody>
          <a:bodyPr vert="horz" wrap="square" lIns="0" tIns="12065" rIns="0" bIns="0" rtlCol="0" anchor="t">
            <a:noAutofit/>
          </a:bodyPr>
          <a:lstStyle/>
          <a:p>
            <a:r>
              <a:rPr lang="en-US" sz="2000" b="1">
                <a:latin typeface="Poppins"/>
                <a:cs typeface="Poppins"/>
              </a:rPr>
              <a:t>Interpretation:</a:t>
            </a:r>
          </a:p>
        </p:txBody>
      </p:sp>
      <p:sp>
        <p:nvSpPr>
          <p:cNvPr id="21" name="Slide Number Placeholder 1">
            <a:extLst>
              <a:ext uri="{FF2B5EF4-FFF2-40B4-BE49-F238E27FC236}">
                <a16:creationId xmlns:a16="http://schemas.microsoft.com/office/drawing/2014/main" id="{0809E248-03CE-2345-F38C-9279066D5578}"/>
              </a:ext>
            </a:extLst>
          </p:cNvPr>
          <p:cNvSpPr txBox="1">
            <a:spLocks/>
          </p:cNvSpPr>
          <p:nvPr/>
        </p:nvSpPr>
        <p:spPr>
          <a:xfrm>
            <a:off x="4252734" y="4945372"/>
            <a:ext cx="131861" cy="176153"/>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62A0901-ACEF-4BE9-9C8C-C119B421173E}" type="slidenum">
              <a:rPr lang="en-US" sz="800" b="1" dirty="0" smtClean="0">
                <a:solidFill>
                  <a:schemeClr val="bg2">
                    <a:lumMod val="49000"/>
                  </a:schemeClr>
                </a:solidFill>
              </a:rPr>
              <a:pPr/>
              <a:t>12</a:t>
            </a:fld>
            <a:endParaRPr lang="en-US" sz="800" b="1">
              <a:solidFill>
                <a:schemeClr val="bg2">
                  <a:lumMod val="49000"/>
                </a:schemeClr>
              </a:solidFill>
              <a:ea typeface="Calibri Light"/>
              <a:cs typeface="Calibri Light"/>
            </a:endParaRPr>
          </a:p>
        </p:txBody>
      </p:sp>
      <p:sp>
        <p:nvSpPr>
          <p:cNvPr id="23" name="Footer Placeholder 2">
            <a:extLst>
              <a:ext uri="{FF2B5EF4-FFF2-40B4-BE49-F238E27FC236}">
                <a16:creationId xmlns:a16="http://schemas.microsoft.com/office/drawing/2014/main" id="{26D120E9-F9F4-1141-6379-457F7E78A1AA}"/>
              </a:ext>
            </a:extLst>
          </p:cNvPr>
          <p:cNvSpPr txBox="1">
            <a:spLocks/>
          </p:cNvSpPr>
          <p:nvPr/>
        </p:nvSpPr>
        <p:spPr>
          <a:xfrm>
            <a:off x="4429095" y="4950814"/>
            <a:ext cx="885500" cy="159827"/>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355"/>
            <a:r>
              <a:rPr lang="en-US" sz="800" b="1">
                <a:solidFill>
                  <a:srgbClr val="7F7F7F"/>
                </a:solidFill>
              </a:rPr>
              <a:t>TCS confidential</a:t>
            </a:r>
            <a:endParaRPr lang="en-US" sz="800" b="1">
              <a:solidFill>
                <a:srgbClr val="7F7F7F"/>
              </a:solidFill>
              <a:ea typeface="Calibri Light"/>
              <a:cs typeface="Calibri Light"/>
            </a:endParaRPr>
          </a:p>
        </p:txBody>
      </p:sp>
      <p:cxnSp>
        <p:nvCxnSpPr>
          <p:cNvPr id="24" name="Straight Arrow Connector 23">
            <a:extLst>
              <a:ext uri="{FF2B5EF4-FFF2-40B4-BE49-F238E27FC236}">
                <a16:creationId xmlns:a16="http://schemas.microsoft.com/office/drawing/2014/main" id="{B3EAD518-3A05-60D7-8C23-023FE5C4E58D}"/>
              </a:ext>
            </a:extLst>
          </p:cNvPr>
          <p:cNvCxnSpPr>
            <a:cxnSpLocks/>
          </p:cNvCxnSpPr>
          <p:nvPr/>
        </p:nvCxnSpPr>
        <p:spPr>
          <a:xfrm>
            <a:off x="4443548" y="5028115"/>
            <a:ext cx="1087" cy="66401"/>
          </a:xfrm>
          <a:prstGeom prst="straightConnector1">
            <a:avLst/>
          </a:prstGeom>
          <a:ln>
            <a:solidFill>
              <a:schemeClr val="bg2">
                <a:lumMod val="6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BCA35AD-0055-EC4F-2C8E-5F267BF04336}"/>
              </a:ext>
            </a:extLst>
          </p:cNvPr>
          <p:cNvSpPr txBox="1">
            <a:spLocks/>
          </p:cNvSpPr>
          <p:nvPr/>
        </p:nvSpPr>
        <p:spPr>
          <a:xfrm>
            <a:off x="289905" y="1311157"/>
            <a:ext cx="7086886" cy="232756"/>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a:solidFill>
                  <a:schemeClr val="tx1"/>
                </a:solidFill>
                <a:ea typeface="Calibri"/>
              </a:rPr>
              <a:t>The simulation shows that BKT updates mastery very quickly, especially after correct answers</a:t>
            </a:r>
            <a:endParaRPr lang="en-US">
              <a:solidFill>
                <a:schemeClr val="tx1"/>
              </a:solidFill>
              <a:ea typeface="Calibri"/>
            </a:endParaRPr>
          </a:p>
        </p:txBody>
      </p:sp>
      <p:sp>
        <p:nvSpPr>
          <p:cNvPr id="6" name="Content Placeholder 2">
            <a:extLst>
              <a:ext uri="{FF2B5EF4-FFF2-40B4-BE49-F238E27FC236}">
                <a16:creationId xmlns:a16="http://schemas.microsoft.com/office/drawing/2014/main" id="{43573D7D-DB95-8F0E-8E31-5A6051B2405C}"/>
              </a:ext>
            </a:extLst>
          </p:cNvPr>
          <p:cNvSpPr txBox="1">
            <a:spLocks/>
          </p:cNvSpPr>
          <p:nvPr/>
        </p:nvSpPr>
        <p:spPr>
          <a:xfrm>
            <a:off x="289905" y="1621400"/>
            <a:ext cx="7086886" cy="448200"/>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a:solidFill>
                  <a:schemeClr val="tx1"/>
                </a:solidFill>
                <a:ea typeface="Calibri"/>
              </a:rPr>
              <a:t>Because of this fast transition, the system moves from Easy to Hard difficulty very early. </a:t>
            </a:r>
            <a:br>
              <a:rPr lang="en-US" sz="1400" dirty="0">
                <a:solidFill>
                  <a:schemeClr val="tx1"/>
                </a:solidFill>
                <a:ea typeface="Calibri"/>
              </a:rPr>
            </a:br>
            <a:r>
              <a:rPr lang="en-US" sz="1400">
                <a:solidFill>
                  <a:schemeClr val="tx1"/>
                </a:solidFill>
                <a:ea typeface="Calibri"/>
              </a:rPr>
              <a:t>This may not always reflect true learner readiness</a:t>
            </a:r>
            <a:endParaRPr lang="en-US">
              <a:solidFill>
                <a:schemeClr val="tx1"/>
              </a:solidFill>
              <a:ea typeface="Calibri"/>
            </a:endParaRPr>
          </a:p>
        </p:txBody>
      </p:sp>
      <p:sp>
        <p:nvSpPr>
          <p:cNvPr id="9" name="Content Placeholder 2">
            <a:extLst>
              <a:ext uri="{FF2B5EF4-FFF2-40B4-BE49-F238E27FC236}">
                <a16:creationId xmlns:a16="http://schemas.microsoft.com/office/drawing/2014/main" id="{CB55EC6A-D175-A0E2-6C54-388BA73581B3}"/>
              </a:ext>
            </a:extLst>
          </p:cNvPr>
          <p:cNvSpPr txBox="1">
            <a:spLocks/>
          </p:cNvSpPr>
          <p:nvPr/>
        </p:nvSpPr>
        <p:spPr>
          <a:xfrm>
            <a:off x="289905" y="2176571"/>
            <a:ext cx="7086886" cy="448200"/>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dirty="0">
                <a:solidFill>
                  <a:schemeClr val="tx1"/>
                </a:solidFill>
                <a:ea typeface="Calibri"/>
              </a:rPr>
              <a:t>The current </a:t>
            </a:r>
            <a:r>
              <a:rPr lang="en-US" sz="1400" b="1" dirty="0" err="1">
                <a:solidFill>
                  <a:schemeClr val="tx1"/>
                </a:solidFill>
                <a:ea typeface="Calibri"/>
              </a:rPr>
              <a:t>p_know</a:t>
            </a:r>
            <a:r>
              <a:rPr lang="en-US" sz="1400" dirty="0">
                <a:solidFill>
                  <a:schemeClr val="tx1"/>
                </a:solidFill>
                <a:ea typeface="Calibri"/>
              </a:rPr>
              <a:t> value should be treated as a </a:t>
            </a:r>
            <a:r>
              <a:rPr lang="en-US" sz="1400" b="1" dirty="0">
                <a:solidFill>
                  <a:schemeClr val="tx1"/>
                </a:solidFill>
                <a:ea typeface="Calibri"/>
              </a:rPr>
              <a:t>probabilistic estimate</a:t>
            </a:r>
            <a:r>
              <a:rPr lang="en-US" sz="1400" dirty="0">
                <a:solidFill>
                  <a:schemeClr val="tx1"/>
                </a:solidFill>
                <a:ea typeface="Calibri"/>
              </a:rPr>
              <a:t>, not a guaranteed reflection of actual learner understanding.</a:t>
            </a:r>
            <a:endParaRPr lang="en-US" dirty="0">
              <a:solidFill>
                <a:schemeClr val="tx1"/>
              </a:solidFill>
              <a:ea typeface="Calibri"/>
            </a:endParaRPr>
          </a:p>
        </p:txBody>
      </p:sp>
      <p:sp>
        <p:nvSpPr>
          <p:cNvPr id="10" name="Content Placeholder 2">
            <a:extLst>
              <a:ext uri="{FF2B5EF4-FFF2-40B4-BE49-F238E27FC236}">
                <a16:creationId xmlns:a16="http://schemas.microsoft.com/office/drawing/2014/main" id="{97D1AE20-F66E-C8CE-51FF-864A8C9A4BEA}"/>
              </a:ext>
            </a:extLst>
          </p:cNvPr>
          <p:cNvSpPr txBox="1">
            <a:spLocks/>
          </p:cNvSpPr>
          <p:nvPr/>
        </p:nvSpPr>
        <p:spPr>
          <a:xfrm>
            <a:off x="289905" y="2764399"/>
            <a:ext cx="7462443" cy="448200"/>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dirty="0">
                <a:solidFill>
                  <a:schemeClr val="tx1"/>
                </a:solidFill>
                <a:ea typeface="Calibri"/>
              </a:rPr>
              <a:t>Therefore BKT should not only output </a:t>
            </a:r>
            <a:r>
              <a:rPr lang="en-US" sz="1400" dirty="0" err="1">
                <a:solidFill>
                  <a:schemeClr val="tx1"/>
                </a:solidFill>
                <a:ea typeface="Calibri"/>
              </a:rPr>
              <a:t>p_know</a:t>
            </a:r>
            <a:r>
              <a:rPr lang="en-US" sz="1400" dirty="0">
                <a:solidFill>
                  <a:schemeClr val="tx1"/>
                </a:solidFill>
                <a:ea typeface="Calibri"/>
              </a:rPr>
              <a:t>, but also a </a:t>
            </a:r>
            <a:r>
              <a:rPr lang="en-US" sz="1400" b="1" dirty="0">
                <a:solidFill>
                  <a:schemeClr val="tx1"/>
                </a:solidFill>
                <a:ea typeface="Calibri"/>
              </a:rPr>
              <a:t>confidence</a:t>
            </a:r>
            <a:r>
              <a:rPr lang="en-US" sz="1400" dirty="0">
                <a:solidFill>
                  <a:schemeClr val="tx1"/>
                </a:solidFill>
                <a:ea typeface="Calibri"/>
              </a:rPr>
              <a:t> level to show how reliable the mastery estimate is, especially when decisions are based on only a few responses.</a:t>
            </a:r>
            <a:endParaRPr lang="en-US" dirty="0">
              <a:solidFill>
                <a:schemeClr val="tx1"/>
              </a:solidFill>
              <a:ea typeface="Calibri"/>
            </a:endParaRPr>
          </a:p>
        </p:txBody>
      </p:sp>
    </p:spTree>
    <p:extLst>
      <p:ext uri="{BB962C8B-B14F-4D97-AF65-F5344CB8AC3E}">
        <p14:creationId xmlns:p14="http://schemas.microsoft.com/office/powerpoint/2010/main" val="497494273"/>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F3A37-9CB6-33EF-9E60-5A792A1F809C}"/>
            </a:ext>
          </a:extLst>
        </p:cNvPr>
        <p:cNvGrpSpPr/>
        <p:nvPr/>
      </p:nvGrpSpPr>
      <p:grpSpPr>
        <a:xfrm>
          <a:off x="0" y="0"/>
          <a:ext cx="0" cy="0"/>
          <a:chOff x="0" y="0"/>
          <a:chExt cx="0" cy="0"/>
        </a:xfrm>
      </p:grpSpPr>
      <p:graphicFrame>
        <p:nvGraphicFramePr>
          <p:cNvPr id="24" name="Table 23">
            <a:extLst>
              <a:ext uri="{FF2B5EF4-FFF2-40B4-BE49-F238E27FC236}">
                <a16:creationId xmlns:a16="http://schemas.microsoft.com/office/drawing/2014/main" id="{36C234C5-32BF-9DFB-DDEF-55CDD8BE2E73}"/>
              </a:ext>
            </a:extLst>
          </p:cNvPr>
          <p:cNvGraphicFramePr>
            <a:graphicFrameLocks noGrp="1"/>
          </p:cNvGraphicFramePr>
          <p:nvPr>
            <p:extLst>
              <p:ext uri="{D42A27DB-BD31-4B8C-83A1-F6EECF244321}">
                <p14:modId xmlns:p14="http://schemas.microsoft.com/office/powerpoint/2010/main" val="724688769"/>
              </p:ext>
            </p:extLst>
          </p:nvPr>
        </p:nvGraphicFramePr>
        <p:xfrm>
          <a:off x="1458685" y="419100"/>
          <a:ext cx="6797034" cy="4267816"/>
        </p:xfrm>
        <a:graphic>
          <a:graphicData uri="http://schemas.openxmlformats.org/drawingml/2006/table">
            <a:tbl>
              <a:tblPr firstRow="1" bandRow="1">
                <a:tableStyleId>{5C22544A-7EE6-4342-B048-85BDC9FD1C3A}</a:tableStyleId>
              </a:tblPr>
              <a:tblGrid>
                <a:gridCol w="586739">
                  <a:extLst>
                    <a:ext uri="{9D8B030D-6E8A-4147-A177-3AD203B41FA5}">
                      <a16:colId xmlns:a16="http://schemas.microsoft.com/office/drawing/2014/main" val="4003705907"/>
                    </a:ext>
                  </a:extLst>
                </a:gridCol>
                <a:gridCol w="746759">
                  <a:extLst>
                    <a:ext uri="{9D8B030D-6E8A-4147-A177-3AD203B41FA5}">
                      <a16:colId xmlns:a16="http://schemas.microsoft.com/office/drawing/2014/main" val="3086982395"/>
                    </a:ext>
                  </a:extLst>
                </a:gridCol>
                <a:gridCol w="1927860">
                  <a:extLst>
                    <a:ext uri="{9D8B030D-6E8A-4147-A177-3AD203B41FA5}">
                      <a16:colId xmlns:a16="http://schemas.microsoft.com/office/drawing/2014/main" val="2019035273"/>
                    </a:ext>
                  </a:extLst>
                </a:gridCol>
                <a:gridCol w="960117">
                  <a:extLst>
                    <a:ext uri="{9D8B030D-6E8A-4147-A177-3AD203B41FA5}">
                      <a16:colId xmlns:a16="http://schemas.microsoft.com/office/drawing/2014/main" val="1698221698"/>
                    </a:ext>
                  </a:extLst>
                </a:gridCol>
                <a:gridCol w="746759">
                  <a:extLst>
                    <a:ext uri="{9D8B030D-6E8A-4147-A177-3AD203B41FA5}">
                      <a16:colId xmlns:a16="http://schemas.microsoft.com/office/drawing/2014/main" val="2576846301"/>
                    </a:ext>
                  </a:extLst>
                </a:gridCol>
                <a:gridCol w="1828800">
                  <a:extLst>
                    <a:ext uri="{9D8B030D-6E8A-4147-A177-3AD203B41FA5}">
                      <a16:colId xmlns:a16="http://schemas.microsoft.com/office/drawing/2014/main" val="2145055987"/>
                    </a:ext>
                  </a:extLst>
                </a:gridCol>
              </a:tblGrid>
              <a:tr h="396857">
                <a:tc>
                  <a:txBody>
                    <a:bodyPr/>
                    <a:lstStyle/>
                    <a:p>
                      <a:pPr lvl="0" algn="ctr">
                        <a:buNone/>
                      </a:pPr>
                      <a:r>
                        <a:rPr lang="en-US" sz="1000" b="1">
                          <a:solidFill>
                            <a:schemeClr val="tx1"/>
                          </a:solidFill>
                          <a:latin typeface="Calibri"/>
                          <a:ea typeface="Calibri"/>
                          <a:cs typeface="Calibri"/>
                        </a:rPr>
                        <a:t>Step</a:t>
                      </a:r>
                      <a:endParaRPr lang="en-US" sz="1000" b="1">
                        <a:latin typeface="Calibri"/>
                        <a:ea typeface="Calibri"/>
                        <a:cs typeface="Calibri"/>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00" b="1">
                          <a:solidFill>
                            <a:schemeClr val="tx1"/>
                          </a:solidFill>
                          <a:latin typeface="Calibri"/>
                          <a:ea typeface="Calibri"/>
                          <a:cs typeface="Calibri"/>
                        </a:rPr>
                        <a:t>Learner Response</a:t>
                      </a:r>
                      <a:endParaRPr lang="en-US" sz="1000" b="1" dirty="0">
                        <a:solidFill>
                          <a:schemeClr val="tx1"/>
                        </a:solidFill>
                        <a:latin typeface="Calibri"/>
                        <a:ea typeface="Calibri"/>
                        <a:cs typeface="Calibri"/>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00" b="1">
                          <a:solidFill>
                            <a:schemeClr val="tx1"/>
                          </a:solidFill>
                          <a:latin typeface="Calibri"/>
                          <a:ea typeface="Calibri"/>
                          <a:cs typeface="Calibri"/>
                        </a:rPr>
                        <a:t>Updated</a:t>
                      </a:r>
                      <a:endParaRPr lang="en-US" sz="1000" b="1" dirty="0">
                        <a:solidFill>
                          <a:schemeClr val="tx1"/>
                        </a:solidFill>
                        <a:latin typeface="Calibri"/>
                        <a:ea typeface="Calibri"/>
                        <a:cs typeface="Calibri"/>
                      </a:endParaRPr>
                    </a:p>
                    <a:p>
                      <a:pPr algn="ctr"/>
                      <a:r>
                        <a:rPr lang="en-US" sz="1000" b="1">
                          <a:solidFill>
                            <a:schemeClr val="tx1"/>
                          </a:solidFill>
                          <a:latin typeface="Calibri"/>
                          <a:ea typeface="Calibri"/>
                          <a:cs typeface="Calibri"/>
                        </a:rPr>
                        <a:t> P(Learning Rate of Concept)</a:t>
                      </a:r>
                      <a:endParaRPr lang="en-US" sz="1000" b="1" dirty="0">
                        <a:solidFill>
                          <a:schemeClr val="tx1"/>
                        </a:solidFill>
                        <a:latin typeface="Calibri"/>
                        <a:ea typeface="Calibri"/>
                        <a:cs typeface="Calibri"/>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1000" b="1">
                          <a:solidFill>
                            <a:schemeClr val="tx1"/>
                          </a:solidFill>
                          <a:latin typeface="Calibri"/>
                          <a:ea typeface="Calibri"/>
                          <a:cs typeface="Calibri"/>
                        </a:rPr>
                        <a:t>Confidence Score</a:t>
                      </a:r>
                      <a:endParaRPr lang="en-US" sz="1000" b="1" dirty="0">
                        <a:solidFill>
                          <a:schemeClr val="tx1"/>
                        </a:solidFill>
                        <a:latin typeface="Calibri"/>
                        <a:ea typeface="Calibri"/>
                        <a:cs typeface="Calibri"/>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1000" b="1">
                          <a:solidFill>
                            <a:schemeClr val="tx1"/>
                          </a:solidFill>
                          <a:latin typeface="Calibri"/>
                          <a:ea typeface="Calibri"/>
                          <a:cs typeface="Calibri"/>
                        </a:rPr>
                        <a:t>Difficulty State</a:t>
                      </a:r>
                      <a:endParaRPr lang="en-US" sz="1000" b="1" dirty="0">
                        <a:solidFill>
                          <a:schemeClr val="tx1"/>
                        </a:solidFill>
                        <a:latin typeface="Calibri"/>
                        <a:ea typeface="Calibri"/>
                        <a:cs typeface="Calibri"/>
                      </a:endParaRP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1000" b="1" dirty="0">
                          <a:solidFill>
                            <a:schemeClr val="tx1"/>
                          </a:solidFill>
                          <a:latin typeface="Calibri"/>
                          <a:ea typeface="Calibri"/>
                          <a:cs typeface="Calibri"/>
                        </a:rPr>
                        <a:t>Current Concept(s): </a:t>
                      </a:r>
                      <a:r>
                        <a:rPr lang="en-US" sz="1000" b="1">
                          <a:solidFill>
                            <a:schemeClr val="tx1"/>
                          </a:solidFill>
                          <a:latin typeface="Calibri"/>
                          <a:ea typeface="Calibri"/>
                          <a:cs typeface="Calibri"/>
                        </a:rPr>
                        <a:t>Weight</a:t>
                      </a:r>
                      <a:endParaRPr lang="en-US" sz="1000" b="1" dirty="0">
                        <a:solidFill>
                          <a:schemeClr val="tx1"/>
                        </a:solidFill>
                        <a:latin typeface="Calibri"/>
                        <a:ea typeface="Calibri"/>
                        <a:cs typeface="Calibri"/>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823281158"/>
                  </a:ext>
                </a:extLst>
              </a:tr>
              <a:tr h="242524">
                <a:tc>
                  <a:txBody>
                    <a:bodyPr/>
                    <a:lstStyle/>
                    <a:p>
                      <a:pPr algn="ctr"/>
                      <a:r>
                        <a:rPr lang="en-US" sz="900">
                          <a:solidFill>
                            <a:schemeClr val="tx1"/>
                          </a:solidFill>
                        </a:rPr>
                        <a:t>Start</a:t>
                      </a:r>
                      <a:endParaRPr lang="en-US" sz="900"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900" b="0" i="0" u="none" strike="noStrike" noProof="0">
                          <a:solidFill>
                            <a:schemeClr val="tx1"/>
                          </a:solidFill>
                          <a:latin typeface="Segoe UI"/>
                          <a:cs typeface="Segoe UI"/>
                        </a:rPr>
                        <a:t>—</a:t>
                      </a:r>
                      <a:endParaRPr lang="en-US" sz="900"/>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900">
                          <a:solidFill>
                            <a:schemeClr val="tx1"/>
                          </a:solidFill>
                        </a:rPr>
                        <a:t>0.200</a:t>
                      </a:r>
                      <a:endParaRPr lang="en-US" sz="900"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900">
                          <a:solidFill>
                            <a:schemeClr val="tx1"/>
                          </a:solidFill>
                        </a:rPr>
                        <a:t>0</a:t>
                      </a:r>
                      <a:endParaRPr lang="en-US" sz="900"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000" b="0" i="0" u="none" strike="noStrike" noProof="0">
                          <a:solidFill>
                            <a:schemeClr val="tx1"/>
                          </a:solidFill>
                          <a:latin typeface="Segoe UI"/>
                          <a:cs typeface="Segoe UI"/>
                        </a:rPr>
                        <a:t>—</a:t>
                      </a:r>
                      <a:endParaRPr lang="en-US" sz="1000" b="0" i="0" u="none" strike="noStrike" noProof="0">
                        <a:solidFill>
                          <a:srgbClr val="000000"/>
                        </a:solidFill>
                        <a:latin typeface="Segoe UI"/>
                        <a:cs typeface="Segoe UI"/>
                      </a:endParaRP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l">
                        <a:buNone/>
                      </a:pPr>
                      <a:r>
                        <a:rPr lang="en-US" sz="900">
                          <a:solidFill>
                            <a:schemeClr val="tx1"/>
                          </a:solidFill>
                        </a:rPr>
                        <a:t>4NF</a:t>
                      </a:r>
                      <a:endParaRPr lang="en-US" sz="900"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243746617"/>
                  </a:ext>
                </a:extLst>
              </a:tr>
              <a:tr h="242524">
                <a:tc>
                  <a:txBody>
                    <a:bodyPr/>
                    <a:lstStyle/>
                    <a:p>
                      <a:pPr algn="ctr"/>
                      <a:r>
                        <a:rPr lang="en-US" sz="900">
                          <a:solidFill>
                            <a:schemeClr val="tx1"/>
                          </a:solidFill>
                        </a:rPr>
                        <a:t>Q1</a:t>
                      </a:r>
                      <a:endParaRPr lang="en-US" sz="900"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900">
                          <a:solidFill>
                            <a:schemeClr val="tx1"/>
                          </a:solidFill>
                        </a:rPr>
                        <a:t>Wrong</a:t>
                      </a:r>
                      <a:endParaRPr lang="en-US" sz="900"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1000" b="0" i="0" u="none" strike="noStrike" noProof="0">
                          <a:solidFill>
                            <a:schemeClr val="tx1"/>
                          </a:solidFill>
                          <a:latin typeface="Calibri Light"/>
                          <a:ea typeface="Calibri Light"/>
                          <a:cs typeface="Calibri Light"/>
                        </a:rPr>
                        <a:t>P(4NF): 0.127</a:t>
                      </a:r>
                      <a:endParaRPr lang="en-US" sz="1000"/>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900" b="0" i="0" u="none" strike="noStrike" noProof="0">
                          <a:solidFill>
                            <a:schemeClr val="tx1"/>
                          </a:solidFill>
                          <a:latin typeface="Calibri Light"/>
                          <a:ea typeface="Calibri Light"/>
                          <a:cs typeface="Calibri Light"/>
                        </a:rPr>
                        <a:t>C(4NF):</a:t>
                      </a:r>
                      <a:r>
                        <a:rPr lang="en-US" sz="900">
                          <a:solidFill>
                            <a:schemeClr val="tx1"/>
                          </a:solidFill>
                        </a:rPr>
                        <a:t>0.08</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1000" b="0" i="0" u="none" strike="noStrike" noProof="0">
                          <a:solidFill>
                            <a:schemeClr val="tx1"/>
                          </a:solidFill>
                          <a:latin typeface="Calibri Light"/>
                          <a:ea typeface="Calibri Light"/>
                          <a:cs typeface="Calibri Light"/>
                        </a:rPr>
                        <a:t>Easy</a:t>
                      </a:r>
                      <a:endParaRPr lang="en-US" sz="1000"/>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l">
                        <a:buNone/>
                      </a:pPr>
                      <a:r>
                        <a:rPr lang="en-US" sz="1000" b="0" i="0" u="none" strike="noStrike" noProof="0">
                          <a:solidFill>
                            <a:schemeClr val="tx1"/>
                          </a:solidFill>
                          <a:latin typeface="Calibri Light"/>
                          <a:ea typeface="Calibri Light"/>
                          <a:cs typeface="Calibri Light"/>
                        </a:rPr>
                        <a:t>4NF: 1.0</a:t>
                      </a:r>
                      <a:endParaRPr lang="en-US" sz="1000"/>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295843585"/>
                  </a:ext>
                </a:extLst>
              </a:tr>
              <a:tr h="242524">
                <a:tc>
                  <a:txBody>
                    <a:bodyPr/>
                    <a:lstStyle/>
                    <a:p>
                      <a:pPr algn="ctr"/>
                      <a:r>
                        <a:rPr lang="en-US" sz="900">
                          <a:solidFill>
                            <a:schemeClr val="tx1"/>
                          </a:solidFill>
                        </a:rPr>
                        <a:t>Q2</a:t>
                      </a:r>
                      <a:endParaRPr lang="en-US" sz="900"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900">
                          <a:solidFill>
                            <a:schemeClr val="tx1"/>
                          </a:solidFill>
                        </a:rPr>
                        <a:t>Wrong</a:t>
                      </a:r>
                      <a:endParaRPr lang="en-US" sz="900"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900">
                          <a:solidFill>
                            <a:schemeClr val="tx1"/>
                          </a:solidFill>
                        </a:rPr>
                        <a:t>P(4NF): 0.119</a:t>
                      </a:r>
                      <a:br>
                        <a:rPr lang="en-US" sz="900" dirty="0">
                          <a:solidFill>
                            <a:srgbClr val="000000"/>
                          </a:solidFill>
                        </a:rPr>
                      </a:br>
                      <a:r>
                        <a:rPr lang="en-US" sz="900">
                          <a:solidFill>
                            <a:schemeClr val="tx1"/>
                          </a:solidFill>
                        </a:rPr>
                        <a:t>P(MD): 0.178</a:t>
                      </a:r>
                      <a:endParaRPr lang="en-US" sz="900"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900">
                          <a:solidFill>
                            <a:schemeClr val="tx1"/>
                          </a:solidFill>
                        </a:rPr>
                        <a:t>C(4NF): 0.18</a:t>
                      </a:r>
                      <a:br>
                        <a:rPr lang="en-US" sz="900" dirty="0">
                          <a:solidFill>
                            <a:srgbClr val="000000"/>
                          </a:solidFill>
                        </a:rPr>
                      </a:br>
                      <a:r>
                        <a:rPr lang="en-US" sz="900">
                          <a:solidFill>
                            <a:schemeClr val="tx1"/>
                          </a:solidFill>
                        </a:rPr>
                        <a:t>C(MD): </a:t>
                      </a:r>
                      <a:r>
                        <a:rPr lang="en-US" sz="1000" b="0" i="0" u="none" strike="noStrike" noProof="0">
                          <a:solidFill>
                            <a:schemeClr val="tx1"/>
                          </a:solidFill>
                          <a:latin typeface="Calibri Light"/>
                          <a:ea typeface="Calibri Light"/>
                          <a:cs typeface="Calibri Light"/>
                        </a:rPr>
                        <a:t>0.08</a:t>
                      </a:r>
                      <a:endParaRPr lang="en-US" sz="100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900">
                          <a:solidFill>
                            <a:schemeClr val="tx1"/>
                          </a:solidFill>
                        </a:rPr>
                        <a:t>Easy</a:t>
                      </a:r>
                      <a:endParaRPr lang="en-US" sz="900" dirty="0">
                        <a:solidFill>
                          <a:schemeClr val="tx1"/>
                        </a:solidFill>
                      </a:endParaRP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l">
                        <a:buNone/>
                      </a:pPr>
                      <a:r>
                        <a:rPr lang="en-US" sz="1000" b="1" i="0" u="none" strike="noStrike" noProof="0">
                          <a:solidFill>
                            <a:schemeClr val="tx1"/>
                          </a:solidFill>
                          <a:latin typeface="Calibri Light"/>
                          <a:ea typeface="Calibri Light"/>
                          <a:cs typeface="Calibri Light"/>
                        </a:rPr>
                        <a:t>4NF</a:t>
                      </a:r>
                      <a:r>
                        <a:rPr lang="en-US" sz="1000" b="0" i="0" u="none" strike="noStrike" noProof="0">
                          <a:solidFill>
                            <a:schemeClr val="tx1"/>
                          </a:solidFill>
                          <a:latin typeface="Calibri Light"/>
                          <a:ea typeface="Calibri Light"/>
                          <a:cs typeface="Calibri Light"/>
                        </a:rPr>
                        <a:t>: 0.7</a:t>
                      </a:r>
                      <a:br>
                        <a:rPr lang="en-US" sz="1000" b="0" i="0" u="none" strike="noStrike" noProof="0" dirty="0">
                          <a:solidFill>
                            <a:srgbClr val="000000"/>
                          </a:solidFill>
                          <a:latin typeface="Calibri Light"/>
                          <a:ea typeface="Calibri Light"/>
                          <a:cs typeface="Calibri Light"/>
                        </a:rPr>
                      </a:br>
                      <a:r>
                        <a:rPr lang="en-US" sz="1000" b="0" i="0" u="none" strike="noStrike" noProof="0"/>
                        <a:t>Multivalued Dependency</a:t>
                      </a:r>
                      <a:r>
                        <a:rPr lang="en-US" sz="1000" b="0" i="0" u="none" strike="noStrike" noProof="0">
                          <a:solidFill>
                            <a:schemeClr val="tx1"/>
                          </a:solidFill>
                          <a:latin typeface="Calibri Light"/>
                          <a:ea typeface="Calibri Light"/>
                          <a:cs typeface="Calibri Light"/>
                        </a:rPr>
                        <a:t>: </a:t>
                      </a:r>
                      <a:r>
                        <a:rPr lang="en-US" sz="1000" b="0" i="0" u="none" strike="noStrike" noProof="0">
                          <a:solidFill>
                            <a:schemeClr val="tx1"/>
                          </a:solidFill>
                        </a:rPr>
                        <a:t>0.3</a:t>
                      </a:r>
                      <a:endParaRPr lang="en-US" sz="1000"/>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4027417252"/>
                  </a:ext>
                </a:extLst>
              </a:tr>
              <a:tr h="242524">
                <a:tc>
                  <a:txBody>
                    <a:bodyPr/>
                    <a:lstStyle/>
                    <a:p>
                      <a:pPr algn="ctr"/>
                      <a:r>
                        <a:rPr lang="en-US" sz="900">
                          <a:solidFill>
                            <a:schemeClr val="tx1"/>
                          </a:solidFill>
                        </a:rPr>
                        <a:t>Q3</a:t>
                      </a:r>
                      <a:endParaRPr lang="en-US" sz="900"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900">
                          <a:solidFill>
                            <a:schemeClr val="tx1"/>
                          </a:solidFill>
                        </a:rPr>
                        <a:t>Correct</a:t>
                      </a:r>
                      <a:endParaRPr lang="en-US" sz="900"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1000" b="0" i="0" u="none" strike="noStrike" noProof="0">
                          <a:solidFill>
                            <a:schemeClr val="tx1"/>
                          </a:solidFill>
                          <a:latin typeface="Calibri Light"/>
                          <a:ea typeface="Calibri Light"/>
                          <a:cs typeface="Calibri Light"/>
                        </a:rPr>
                        <a:t>P(4NF): </a:t>
                      </a:r>
                      <a:r>
                        <a:rPr lang="en-US" sz="900">
                          <a:solidFill>
                            <a:schemeClr val="tx1"/>
                          </a:solidFill>
                        </a:rPr>
                        <a:t>0.441</a:t>
                      </a:r>
                      <a:endParaRPr lang="en-US" sz="900"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1000" b="0" i="0" u="none" strike="noStrike" noProof="0">
                          <a:solidFill>
                            <a:schemeClr val="tx1"/>
                          </a:solidFill>
                          <a:latin typeface="Calibri Light"/>
                          <a:ea typeface="Calibri Light"/>
                          <a:cs typeface="Calibri Light"/>
                        </a:rPr>
                        <a:t>C(4NF): </a:t>
                      </a:r>
                      <a:r>
                        <a:rPr lang="en-US" sz="900">
                          <a:solidFill>
                            <a:schemeClr val="tx1"/>
                          </a:solidFill>
                        </a:rPr>
                        <a:t>0.14</a:t>
                      </a:r>
                      <a:endParaRPr lang="en-US" sz="900"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1000" b="0" i="0" u="none" strike="noStrike" noProof="0">
                          <a:solidFill>
                            <a:schemeClr val="tx1"/>
                          </a:solidFill>
                          <a:latin typeface="Calibri Light"/>
                          <a:ea typeface="Calibri Light"/>
                          <a:cs typeface="Calibri Light"/>
                        </a:rPr>
                        <a:t>Easy</a:t>
                      </a:r>
                      <a:endParaRPr lang="en-US" sz="1000"/>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l">
                        <a:buNone/>
                      </a:pPr>
                      <a:r>
                        <a:rPr lang="en-US" sz="1000" b="0" i="0" u="none" strike="noStrike" noProof="0">
                          <a:solidFill>
                            <a:schemeClr val="tx1"/>
                          </a:solidFill>
                          <a:latin typeface="Calibri Light"/>
                          <a:ea typeface="Calibri Light"/>
                          <a:cs typeface="Calibri Light"/>
                        </a:rPr>
                        <a:t>4NF: 1.0</a:t>
                      </a:r>
                      <a:endParaRPr lang="en-US" sz="1000"/>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730767867"/>
                  </a:ext>
                </a:extLst>
              </a:tr>
              <a:tr h="242524">
                <a:tc>
                  <a:txBody>
                    <a:bodyPr/>
                    <a:lstStyle/>
                    <a:p>
                      <a:pPr algn="ctr"/>
                      <a:r>
                        <a:rPr lang="en-US" sz="900">
                          <a:solidFill>
                            <a:schemeClr val="tx1"/>
                          </a:solidFill>
                        </a:rPr>
                        <a:t>Q4</a:t>
                      </a:r>
                      <a:endParaRPr lang="en-US" sz="900" dirty="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1000" b="0" i="0" u="none" strike="noStrike" noProof="0">
                          <a:solidFill>
                            <a:schemeClr val="tx1"/>
                          </a:solidFill>
                          <a:latin typeface="Calibri Light"/>
                          <a:ea typeface="Calibri Light"/>
                          <a:cs typeface="Calibri Light"/>
                        </a:rPr>
                        <a:t>Wrong</a:t>
                      </a:r>
                      <a:endParaRPr lang="en-US" sz="1000"/>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1000" b="0" i="0" u="none" strike="noStrike" noProof="0" dirty="0">
                          <a:solidFill>
                            <a:schemeClr val="tx1"/>
                          </a:solidFill>
                          <a:latin typeface="Calibri Light"/>
                          <a:ea typeface="Calibri Light"/>
                          <a:cs typeface="Calibri Light"/>
                        </a:rPr>
                        <a:t>P(4NF): </a:t>
                      </a:r>
                      <a:r>
                        <a:rPr lang="en-US" sz="900" dirty="0">
                          <a:solidFill>
                            <a:schemeClr val="tx1"/>
                          </a:solidFill>
                        </a:rPr>
                        <a:t>0.272</a:t>
                      </a:r>
                      <a:br>
                        <a:rPr lang="en-US" sz="900" dirty="0">
                          <a:solidFill>
                            <a:srgbClr val="000000"/>
                          </a:solidFill>
                        </a:rPr>
                      </a:br>
                      <a:r>
                        <a:rPr lang="en-US" sz="1000" b="0" i="0" u="none" strike="noStrike" noProof="0">
                          <a:solidFill>
                            <a:schemeClr val="tx1"/>
                          </a:solidFill>
                          <a:latin typeface="Calibri Light"/>
                          <a:ea typeface="Calibri Light"/>
                          <a:cs typeface="Calibri Light"/>
                        </a:rPr>
                        <a:t>P(BCNF): 0.141</a:t>
                      </a:r>
                      <a:endParaRPr lang="en-US" sz="100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900" dirty="0">
                          <a:solidFill>
                            <a:schemeClr val="tx1"/>
                          </a:solidFill>
                        </a:rPr>
                        <a:t>C(4NF): 0.25</a:t>
                      </a:r>
                      <a:br>
                        <a:rPr lang="en-US" sz="900" dirty="0">
                          <a:solidFill>
                            <a:srgbClr val="000000"/>
                          </a:solidFill>
                        </a:rPr>
                      </a:br>
                      <a:r>
                        <a:rPr lang="en-US" sz="1000" b="0" i="0" u="none" strike="noStrike" noProof="0">
                          <a:solidFill>
                            <a:schemeClr val="tx1"/>
                          </a:solidFill>
                          <a:latin typeface="Calibri Light"/>
                          <a:ea typeface="Calibri Light"/>
                          <a:cs typeface="Calibri Light"/>
                        </a:rPr>
                        <a:t>C(BCNF): 0.08</a:t>
                      </a:r>
                      <a:endParaRPr lang="en-US" sz="1000">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900">
                          <a:solidFill>
                            <a:schemeClr val="tx1"/>
                          </a:solidFill>
                        </a:rPr>
                        <a:t>Medium</a:t>
                      </a:r>
                      <a:endParaRPr lang="en-US" sz="900" dirty="0">
                        <a:solidFill>
                          <a:schemeClr val="tx1"/>
                        </a:solidFill>
                      </a:endParaRP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l">
                        <a:buNone/>
                      </a:pPr>
                      <a:r>
                        <a:rPr lang="en-US" sz="1000" b="1" i="0" u="none" strike="noStrike" noProof="0">
                          <a:solidFill>
                            <a:schemeClr val="tx1"/>
                          </a:solidFill>
                          <a:latin typeface="Calibri Light"/>
                          <a:ea typeface="Calibri Light"/>
                          <a:cs typeface="Calibri Light"/>
                        </a:rPr>
                        <a:t>4NF</a:t>
                      </a:r>
                      <a:r>
                        <a:rPr lang="en-US" sz="1000" b="0" i="0" u="none" strike="noStrike" noProof="0">
                          <a:solidFill>
                            <a:schemeClr val="tx1"/>
                          </a:solidFill>
                          <a:latin typeface="Calibri Light"/>
                          <a:ea typeface="Calibri Light"/>
                          <a:cs typeface="Calibri Light"/>
                        </a:rPr>
                        <a:t>: 0.65</a:t>
                      </a:r>
                      <a:br>
                        <a:rPr lang="en-US" sz="1000" b="0" i="0" u="none" strike="noStrike" noProof="0" dirty="0">
                          <a:solidFill>
                            <a:srgbClr val="000000"/>
                          </a:solidFill>
                          <a:latin typeface="Calibri Light"/>
                          <a:ea typeface="Calibri Light"/>
                          <a:cs typeface="Calibri Light"/>
                        </a:rPr>
                      </a:br>
                      <a:r>
                        <a:rPr lang="en-US" sz="1000" b="0" i="0" u="none" strike="noStrike" noProof="0"/>
                        <a:t>BCNF</a:t>
                      </a:r>
                      <a:r>
                        <a:rPr lang="en-US" sz="1000" b="0" i="0" u="none" strike="noStrike" noProof="0" dirty="0">
                          <a:solidFill>
                            <a:schemeClr val="tx1"/>
                          </a:solidFill>
                          <a:latin typeface="Calibri Light"/>
                          <a:ea typeface="Calibri Light"/>
                          <a:cs typeface="Calibri Light"/>
                        </a:rPr>
                        <a:t>: 0.35</a:t>
                      </a:r>
                      <a:endParaRPr lang="en-US" sz="1000"/>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685444993"/>
                  </a:ext>
                </a:extLst>
              </a:tr>
              <a:tr h="426719">
                <a:tc>
                  <a:txBody>
                    <a:bodyPr/>
                    <a:lstStyle/>
                    <a:p>
                      <a:pPr lvl="0" algn="ctr">
                        <a:buNone/>
                      </a:pPr>
                      <a:r>
                        <a:rPr lang="en-US" sz="900">
                          <a:solidFill>
                            <a:schemeClr val="tx1"/>
                          </a:solidFill>
                        </a:rPr>
                        <a:t>Q5</a:t>
                      </a:r>
                      <a:endParaRPr lang="en-US" sz="9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1000" b="0" i="0" u="none" strike="noStrike" noProof="0">
                          <a:solidFill>
                            <a:schemeClr val="tx1"/>
                          </a:solidFill>
                          <a:latin typeface="Calibri Light"/>
                          <a:ea typeface="Calibri Light"/>
                          <a:cs typeface="Calibri Light"/>
                        </a:rPr>
                        <a:t>Wrong</a:t>
                      </a:r>
                      <a:endParaRPr lang="en-US" sz="10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1000" b="0" i="0" u="none" strike="noStrike" noProof="0">
                          <a:solidFill>
                            <a:schemeClr val="tx1"/>
                          </a:solidFill>
                          <a:latin typeface="Calibri Light"/>
                          <a:ea typeface="Calibri Light"/>
                          <a:cs typeface="Calibri Light"/>
                        </a:rPr>
                        <a:t>P(BCNF): 0.141</a:t>
                      </a:r>
                      <a:br>
                        <a:rPr lang="en-US" sz="1000" b="0" i="0" u="none" strike="noStrike" noProof="0" dirty="0">
                          <a:solidFill>
                            <a:srgbClr val="000000"/>
                          </a:solidFill>
                          <a:latin typeface="Calibri Light"/>
                          <a:ea typeface="Calibri Light"/>
                          <a:cs typeface="Calibri Light"/>
                        </a:rPr>
                      </a:br>
                      <a:r>
                        <a:rPr lang="en-US" sz="1000" b="0" i="0" u="none" strike="noStrike" noProof="0">
                          <a:solidFill>
                            <a:schemeClr val="tx1"/>
                          </a:solidFill>
                          <a:latin typeface="Calibri Light"/>
                          <a:ea typeface="Calibri Light"/>
                          <a:cs typeface="Calibri Light"/>
                        </a:rPr>
                        <a:t>P(FD): 0.175</a:t>
                      </a:r>
                      <a:endParaRPr lang="en-US" sz="10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1000" b="0" i="0" u="none" strike="noStrike" noProof="0">
                          <a:solidFill>
                            <a:schemeClr val="tx1"/>
                          </a:solidFill>
                          <a:latin typeface="Calibri Light"/>
                          <a:ea typeface="Calibri Light"/>
                          <a:cs typeface="Calibri Light"/>
                        </a:rPr>
                        <a:t>C(BCNF): 0.18</a:t>
                      </a:r>
                      <a:br>
                        <a:rPr lang="en-US" sz="1000" b="0" i="0" u="none" strike="noStrike" noProof="0" dirty="0">
                          <a:solidFill>
                            <a:srgbClr val="000000"/>
                          </a:solidFill>
                          <a:latin typeface="Calibri Light"/>
                          <a:ea typeface="Calibri Light"/>
                          <a:cs typeface="Calibri Light"/>
                        </a:rPr>
                      </a:br>
                      <a:r>
                        <a:rPr lang="en-US" sz="1000" b="0" i="0" u="none" strike="noStrike" noProof="0">
                          <a:solidFill>
                            <a:schemeClr val="tx1"/>
                          </a:solidFill>
                          <a:latin typeface="Calibri Light"/>
                          <a:ea typeface="Calibri Light"/>
                          <a:cs typeface="Calibri Light"/>
                        </a:rPr>
                        <a:t>C(FD): 0.08</a:t>
                      </a:r>
                      <a:endParaRPr lang="en-US" sz="10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a:solidFill>
                            <a:schemeClr val="tx1"/>
                          </a:solidFill>
                        </a:rPr>
                        <a:t>Easy</a:t>
                      </a:r>
                      <a:endParaRPr lang="en-US" sz="900" dirty="0">
                        <a:solidFill>
                          <a:schemeClr val="tx1"/>
                        </a:solidFill>
                      </a:endParaRP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buNone/>
                      </a:pPr>
                      <a:r>
                        <a:rPr lang="en-US" sz="1000" b="1" i="0" u="none" strike="noStrike" noProof="0">
                          <a:solidFill>
                            <a:schemeClr val="tx1"/>
                          </a:solidFill>
                        </a:rPr>
                        <a:t>BCNF</a:t>
                      </a:r>
                      <a:r>
                        <a:rPr lang="en-US" sz="1000" b="0" i="0" u="none" strike="noStrike" noProof="0">
                          <a:solidFill>
                            <a:schemeClr val="tx1"/>
                          </a:solidFill>
                          <a:latin typeface="Calibri Light"/>
                          <a:ea typeface="Calibri Light"/>
                          <a:cs typeface="Calibri Light"/>
                        </a:rPr>
                        <a:t>: 0.65</a:t>
                      </a:r>
                      <a:br>
                        <a:rPr lang="en-US" sz="1000" b="0" i="0" u="none" strike="noStrike" noProof="0" dirty="0">
                          <a:solidFill>
                            <a:srgbClr val="000000"/>
                          </a:solidFill>
                          <a:latin typeface="Calibri Light"/>
                          <a:ea typeface="Calibri Light"/>
                          <a:cs typeface="Calibri Light"/>
                        </a:rPr>
                      </a:br>
                      <a:r>
                        <a:rPr lang="en-US" sz="1000" b="0" i="0" u="none" strike="noStrike" noProof="0"/>
                        <a:t>Functional Dependency</a:t>
                      </a:r>
                      <a:r>
                        <a:rPr lang="en-US" sz="1000" b="0" i="0" u="none" strike="noStrike" noProof="0">
                          <a:solidFill>
                            <a:schemeClr val="tx1"/>
                          </a:solidFill>
                          <a:latin typeface="Calibri Light"/>
                          <a:ea typeface="Calibri Light"/>
                          <a:cs typeface="Calibri Light"/>
                        </a:rPr>
                        <a:t>: 0.35</a:t>
                      </a:r>
                      <a:endParaRPr lang="en-US" sz="10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53600230"/>
                  </a:ext>
                </a:extLst>
              </a:tr>
              <a:tr h="242524">
                <a:tc>
                  <a:txBody>
                    <a:bodyPr/>
                    <a:lstStyle/>
                    <a:p>
                      <a:pPr lvl="0" algn="ctr">
                        <a:buNone/>
                      </a:pPr>
                      <a:r>
                        <a:rPr lang="en-US" sz="1000" b="0" i="0" u="none" strike="noStrike" noProof="0">
                          <a:solidFill>
                            <a:schemeClr val="tx1"/>
                          </a:solidFill>
                          <a:latin typeface="Calibri Light"/>
                          <a:ea typeface="Calibri Light"/>
                          <a:cs typeface="Calibri Light"/>
                        </a:rPr>
                        <a:t>Q6</a:t>
                      </a:r>
                      <a:endParaRPr lang="en-US" sz="10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1000" b="0" i="0" u="none" strike="noStrike" noProof="0">
                          <a:solidFill>
                            <a:schemeClr val="tx1"/>
                          </a:solidFill>
                          <a:latin typeface="Calibri Light"/>
                          <a:ea typeface="Calibri Light"/>
                          <a:cs typeface="Calibri Light"/>
                        </a:rPr>
                        <a:t>Wrong</a:t>
                      </a:r>
                      <a:endParaRPr lang="en-US" sz="10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1000" b="0" i="0" u="none" strike="noStrike" noProof="0" dirty="0">
                          <a:solidFill>
                            <a:schemeClr val="tx1"/>
                          </a:solidFill>
                          <a:latin typeface="Calibri Light"/>
                          <a:ea typeface="Calibri Light"/>
                          <a:cs typeface="Calibri Light"/>
                        </a:rPr>
                        <a:t>P(BCNF): 0.126</a:t>
                      </a:r>
                      <a:br>
                        <a:rPr lang="en-US" sz="1000" b="0" i="0" u="none" strike="noStrike" noProof="0" dirty="0">
                          <a:solidFill>
                            <a:srgbClr val="000000"/>
                          </a:solidFill>
                          <a:latin typeface="Calibri Light"/>
                          <a:ea typeface="Calibri Light"/>
                          <a:cs typeface="Calibri Light"/>
                        </a:rPr>
                      </a:br>
                      <a:r>
                        <a:rPr lang="en-US" sz="1000" b="0" i="0" u="none" strike="noStrike" noProof="0">
                          <a:solidFill>
                            <a:schemeClr val="tx1"/>
                          </a:solidFill>
                          <a:latin typeface="Calibri Light"/>
                          <a:ea typeface="Calibri Light"/>
                          <a:cs typeface="Calibri Light"/>
                        </a:rPr>
                        <a:t>P(FD): 0.157</a:t>
                      </a:r>
                      <a:endParaRPr lang="en-US" sz="10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1000" b="0" i="0" u="none" strike="noStrike" noProof="0">
                          <a:solidFill>
                            <a:schemeClr val="tx1"/>
                          </a:solidFill>
                          <a:latin typeface="Calibri Light"/>
                          <a:ea typeface="Calibri Light"/>
                          <a:cs typeface="Calibri Light"/>
                        </a:rPr>
                        <a:t>C(BCNF): 0.30</a:t>
                      </a:r>
                      <a:br>
                        <a:rPr lang="en-US" sz="1000" b="0" i="0" u="none" strike="noStrike" noProof="0" dirty="0">
                          <a:solidFill>
                            <a:srgbClr val="000000"/>
                          </a:solidFill>
                          <a:latin typeface="Calibri Light"/>
                          <a:ea typeface="Calibri Light"/>
                          <a:cs typeface="Calibri Light"/>
                        </a:rPr>
                      </a:br>
                      <a:r>
                        <a:rPr lang="en-US" sz="1000" b="0" i="0" u="none" strike="noStrike" noProof="0">
                          <a:solidFill>
                            <a:schemeClr val="tx1"/>
                          </a:solidFill>
                          <a:latin typeface="Calibri Light"/>
                          <a:ea typeface="Calibri Light"/>
                          <a:cs typeface="Calibri Light"/>
                        </a:rPr>
                        <a:t>C(FD): 0.18</a:t>
                      </a:r>
                      <a:endParaRPr lang="en-US" sz="10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1000" b="0" i="0" u="none" strike="noStrike" noProof="0">
                          <a:solidFill>
                            <a:schemeClr val="tx1"/>
                          </a:solidFill>
                          <a:latin typeface="Calibri Light"/>
                          <a:ea typeface="Calibri Light"/>
                          <a:cs typeface="Calibri Light"/>
                        </a:rPr>
                        <a:t>Easy</a:t>
                      </a:r>
                      <a:endParaRPr lang="en-US" sz="10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buNone/>
                      </a:pPr>
                      <a:r>
                        <a:rPr lang="en-US" sz="1000" b="1" i="0" u="none" strike="noStrike" noProof="0">
                          <a:solidFill>
                            <a:schemeClr val="tx1"/>
                          </a:solidFill>
                          <a:latin typeface="Calibri Light"/>
                          <a:ea typeface="Calibri Light"/>
                          <a:cs typeface="Calibri Light"/>
                        </a:rPr>
                        <a:t>BCNF</a:t>
                      </a:r>
                      <a:r>
                        <a:rPr lang="en-US" sz="1000" b="0" i="0" u="none" strike="noStrike" noProof="0">
                          <a:solidFill>
                            <a:schemeClr val="tx1"/>
                          </a:solidFill>
                          <a:latin typeface="Calibri Light"/>
                          <a:ea typeface="Calibri Light"/>
                          <a:cs typeface="Calibri Light"/>
                        </a:rPr>
                        <a:t>: 0.65</a:t>
                      </a:r>
                      <a:br>
                        <a:rPr lang="en-US" sz="1000" b="0" i="0" u="none" strike="noStrike" noProof="0" dirty="0">
                          <a:solidFill>
                            <a:srgbClr val="000000"/>
                          </a:solidFill>
                          <a:latin typeface="Calibri Light"/>
                          <a:ea typeface="Calibri Light"/>
                          <a:cs typeface="Calibri Light"/>
                        </a:rPr>
                      </a:br>
                      <a:r>
                        <a:rPr lang="en-US" sz="1000" b="0" i="0" u="none" strike="noStrike" noProof="0">
                          <a:solidFill>
                            <a:schemeClr val="tx1"/>
                          </a:solidFill>
                          <a:latin typeface="Calibri Light"/>
                          <a:ea typeface="Calibri Light"/>
                          <a:cs typeface="Calibri Light"/>
                        </a:rPr>
                        <a:t>Functional Dependency: 0.35</a:t>
                      </a:r>
                      <a:endParaRPr lang="en-US" sz="10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14290718"/>
                  </a:ext>
                </a:extLst>
              </a:tr>
              <a:tr h="242524">
                <a:tc>
                  <a:txBody>
                    <a:bodyPr/>
                    <a:lstStyle/>
                    <a:p>
                      <a:pPr lvl="0" algn="ctr">
                        <a:buNone/>
                      </a:pPr>
                      <a:r>
                        <a:rPr lang="en-US" sz="1000" b="0" i="0" u="none" strike="noStrike" noProof="0">
                          <a:solidFill>
                            <a:schemeClr val="tx1"/>
                          </a:solidFill>
                          <a:latin typeface="Calibri Light"/>
                          <a:ea typeface="Calibri Light"/>
                          <a:cs typeface="Calibri Light"/>
                        </a:rPr>
                        <a:t>Q7</a:t>
                      </a:r>
                      <a:endParaRPr lang="en-US" sz="10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1000" b="0" i="0" u="none" strike="noStrike" noProof="0">
                          <a:solidFill>
                            <a:schemeClr val="tx1"/>
                          </a:solidFill>
                          <a:latin typeface="Calibri Light"/>
                          <a:ea typeface="Calibri Light"/>
                          <a:cs typeface="Calibri Light"/>
                        </a:rPr>
                        <a:t>Wrong</a:t>
                      </a:r>
                      <a:endParaRPr lang="en-US" sz="10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1000" b="0" i="0" u="none" strike="noStrike" noProof="0">
                          <a:solidFill>
                            <a:schemeClr val="tx1"/>
                          </a:solidFill>
                          <a:latin typeface="Calibri Light"/>
                          <a:ea typeface="Calibri Light"/>
                          <a:cs typeface="Calibri Light"/>
                        </a:rPr>
                        <a:t>P(BCNF): 0.115</a:t>
                      </a:r>
                      <a:endParaRPr lang="en-US" sz="10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1000" b="0" i="0" u="none" strike="noStrike" noProof="0">
                          <a:solidFill>
                            <a:schemeClr val="tx1"/>
                          </a:solidFill>
                          <a:latin typeface="Calibri Light"/>
                          <a:ea typeface="Calibri Light"/>
                          <a:cs typeface="Calibri Light"/>
                        </a:rPr>
                        <a:t>C(BCNF): 0.43</a:t>
                      </a:r>
                      <a:endParaRPr lang="en-US" sz="10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1000" b="0" i="0" u="none" strike="noStrike" noProof="0">
                          <a:solidFill>
                            <a:schemeClr val="tx1"/>
                          </a:solidFill>
                          <a:latin typeface="Calibri Light"/>
                          <a:ea typeface="Calibri Light"/>
                          <a:cs typeface="Calibri Light"/>
                        </a:rPr>
                        <a:t>Easy</a:t>
                      </a:r>
                      <a:endParaRPr lang="en-US" sz="10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buNone/>
                      </a:pPr>
                      <a:r>
                        <a:rPr lang="en-US" sz="1000" b="0" i="0" u="none" strike="noStrike" noProof="0">
                          <a:solidFill>
                            <a:schemeClr val="tx1"/>
                          </a:solidFill>
                          <a:latin typeface="Calibri Light"/>
                          <a:ea typeface="Calibri Light"/>
                          <a:cs typeface="Calibri Light"/>
                        </a:rPr>
                        <a:t>BCNF: 1.0</a:t>
                      </a:r>
                      <a:endParaRPr lang="en-US" sz="10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1295856"/>
                  </a:ext>
                </a:extLst>
              </a:tr>
              <a:tr h="242524">
                <a:tc>
                  <a:txBody>
                    <a:bodyPr/>
                    <a:lstStyle/>
                    <a:p>
                      <a:pPr lvl="0" algn="ctr">
                        <a:buNone/>
                      </a:pPr>
                      <a:r>
                        <a:rPr lang="en-US" sz="1000" b="0" i="0" u="none" strike="noStrike" noProof="0">
                          <a:solidFill>
                            <a:schemeClr val="tx1"/>
                          </a:solidFill>
                          <a:latin typeface="Calibri Light"/>
                          <a:ea typeface="Calibri Light"/>
                          <a:cs typeface="Calibri Light"/>
                        </a:rPr>
                        <a:t>Q8</a:t>
                      </a:r>
                      <a:endParaRPr lang="en-US" sz="1000" b="0" i="0" u="none" strike="noStrike" noProof="0" dirty="0">
                        <a:solidFill>
                          <a:schemeClr val="tx1"/>
                        </a:solidFill>
                        <a:latin typeface="Calibri Light"/>
                        <a:ea typeface="Calibri Light"/>
                        <a:cs typeface="Calibri Light"/>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1000" b="0" i="0" u="none" strike="noStrike" noProof="0">
                          <a:solidFill>
                            <a:schemeClr val="tx1"/>
                          </a:solidFill>
                          <a:latin typeface="Calibri Light"/>
                          <a:ea typeface="Calibri Light"/>
                          <a:cs typeface="Calibri Light"/>
                        </a:rPr>
                        <a:t>Wrong</a:t>
                      </a:r>
                      <a:endParaRPr lang="en-US" sz="10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1000" b="0" i="0" u="none" strike="noStrike" noProof="0">
                          <a:solidFill>
                            <a:schemeClr val="tx1"/>
                          </a:solidFill>
                          <a:latin typeface="Calibri Light"/>
                          <a:ea typeface="Calibri Light"/>
                          <a:cs typeface="Calibri Light"/>
                        </a:rPr>
                        <a:t>P(BCNF): 0.114</a:t>
                      </a:r>
                      <a:endParaRPr lang="en-US" sz="10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1000" b="0" i="0" u="none" strike="noStrike" noProof="0">
                          <a:solidFill>
                            <a:schemeClr val="tx1"/>
                          </a:solidFill>
                          <a:latin typeface="Calibri Light"/>
                          <a:ea typeface="Calibri Light"/>
                          <a:cs typeface="Calibri Light"/>
                        </a:rPr>
                        <a:t>C(BCNF): 0.57</a:t>
                      </a:r>
                      <a:endParaRPr lang="en-US" sz="1000" b="0" i="0" u="none" strike="noStrike" noProof="0">
                        <a:solidFill>
                          <a:srgbClr val="000000"/>
                        </a:solidFill>
                        <a:latin typeface="Calibri Light"/>
                        <a:ea typeface="Calibri Light"/>
                        <a:cs typeface="Calibri Light"/>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1000" b="0" i="0" u="none" strike="noStrike" noProof="0">
                          <a:solidFill>
                            <a:schemeClr val="tx1"/>
                          </a:solidFill>
                          <a:latin typeface="Calibri Light"/>
                          <a:ea typeface="Calibri Light"/>
                          <a:cs typeface="Calibri Light"/>
                        </a:rPr>
                        <a:t>Easy</a:t>
                      </a:r>
                      <a:endParaRPr lang="en-US" sz="10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buNone/>
                      </a:pPr>
                      <a:r>
                        <a:rPr lang="en-US" sz="1000" b="0" i="0" u="none" strike="noStrike" noProof="0">
                          <a:solidFill>
                            <a:schemeClr val="tx1"/>
                          </a:solidFill>
                          <a:latin typeface="Calibri Light"/>
                          <a:ea typeface="Calibri Light"/>
                          <a:cs typeface="Calibri Light"/>
                        </a:rPr>
                        <a:t>BCNF: 1.0</a:t>
                      </a:r>
                      <a:endParaRPr lang="en-US" sz="10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64166467"/>
                  </a:ext>
                </a:extLst>
              </a:tr>
              <a:tr h="242524">
                <a:tc>
                  <a:txBody>
                    <a:bodyPr/>
                    <a:lstStyle/>
                    <a:p>
                      <a:pPr lvl="0" algn="ctr">
                        <a:buNone/>
                      </a:pPr>
                      <a:r>
                        <a:rPr lang="en-US" sz="1000" b="0" i="0" u="none" strike="noStrike" noProof="0">
                          <a:solidFill>
                            <a:schemeClr val="tx1"/>
                          </a:solidFill>
                          <a:latin typeface="Calibri Light"/>
                          <a:ea typeface="Calibri Light"/>
                          <a:cs typeface="Calibri Light"/>
                        </a:rPr>
                        <a:t>Q9</a:t>
                      </a:r>
                      <a:endParaRPr lang="en-US" sz="10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1000" b="0" i="0" u="none" strike="noStrike" noProof="0">
                          <a:solidFill>
                            <a:schemeClr val="tx1"/>
                          </a:solidFill>
                          <a:latin typeface="Calibri Light"/>
                          <a:ea typeface="Calibri Light"/>
                          <a:cs typeface="Calibri Light"/>
                        </a:rPr>
                        <a:t>Correct</a:t>
                      </a:r>
                      <a:endParaRPr lang="en-US" sz="10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1000" b="0" i="0" u="none" strike="noStrike" noProof="0">
                          <a:solidFill>
                            <a:schemeClr val="tx1"/>
                          </a:solidFill>
                          <a:latin typeface="Calibri Light"/>
                          <a:ea typeface="Calibri Light"/>
                          <a:cs typeface="Calibri Light"/>
                        </a:rPr>
                        <a:t>P(BCNF): 0.431</a:t>
                      </a:r>
                      <a:endParaRPr lang="en-US" sz="10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1000" b="0" i="0" u="none" strike="noStrike" noProof="0">
                          <a:solidFill>
                            <a:schemeClr val="tx1"/>
                          </a:solidFill>
                          <a:latin typeface="Calibri Light"/>
                          <a:ea typeface="Calibri Light"/>
                          <a:cs typeface="Calibri Light"/>
                        </a:rPr>
                        <a:t>C(BCNF): 0.49</a:t>
                      </a:r>
                      <a:endParaRPr lang="en-US" sz="10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1000" b="0" i="0" u="none" strike="noStrike" noProof="0">
                          <a:solidFill>
                            <a:schemeClr val="tx1"/>
                          </a:solidFill>
                          <a:latin typeface="Calibri Light"/>
                          <a:ea typeface="Calibri Light"/>
                          <a:cs typeface="Calibri Light"/>
                        </a:rPr>
                        <a:t>Easy</a:t>
                      </a:r>
                      <a:endParaRPr lang="en-US" sz="10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buNone/>
                      </a:pPr>
                      <a:r>
                        <a:rPr lang="en-US" sz="1000" b="0" i="0" u="none" strike="noStrike" noProof="0">
                          <a:solidFill>
                            <a:schemeClr val="tx1"/>
                          </a:solidFill>
                          <a:latin typeface="Calibri Light"/>
                          <a:ea typeface="Calibri Light"/>
                          <a:cs typeface="Calibri Light"/>
                        </a:rPr>
                        <a:t>BCNF: 1.0</a:t>
                      </a:r>
                      <a:endParaRPr lang="en-US" sz="10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31203636"/>
                  </a:ext>
                </a:extLst>
              </a:tr>
              <a:tr h="242524">
                <a:tc>
                  <a:txBody>
                    <a:bodyPr/>
                    <a:lstStyle/>
                    <a:p>
                      <a:pPr lvl="0" algn="ctr">
                        <a:buNone/>
                      </a:pPr>
                      <a:r>
                        <a:rPr lang="en-US" sz="1000" b="0" i="0" u="none" strike="noStrike" noProof="0">
                          <a:solidFill>
                            <a:schemeClr val="tx1"/>
                          </a:solidFill>
                          <a:latin typeface="Calibri Light"/>
                          <a:ea typeface="Calibri Light"/>
                          <a:cs typeface="Calibri Light"/>
                        </a:rPr>
                        <a:t>Q10</a:t>
                      </a:r>
                      <a:endParaRPr lang="en-US" sz="10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1000" b="0" i="0" u="none" strike="noStrike" noProof="0">
                          <a:solidFill>
                            <a:schemeClr val="tx1"/>
                          </a:solidFill>
                          <a:latin typeface="Calibri Light"/>
                          <a:ea typeface="Calibri Light"/>
                          <a:cs typeface="Calibri Light"/>
                        </a:rPr>
                        <a:t>Correct</a:t>
                      </a:r>
                      <a:endParaRPr lang="en-US" sz="10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1000" b="0" i="0" u="none" strike="noStrike" noProof="0">
                          <a:solidFill>
                            <a:schemeClr val="tx1"/>
                          </a:solidFill>
                          <a:latin typeface="Calibri Light"/>
                          <a:ea typeface="Calibri Light"/>
                          <a:cs typeface="Calibri Light"/>
                        </a:rPr>
                        <a:t>P(BCNF): 0.668</a:t>
                      </a:r>
                      <a:br>
                        <a:rPr lang="en-US" sz="1000" b="0" i="0" u="none" strike="noStrike" noProof="0" dirty="0">
                          <a:solidFill>
                            <a:srgbClr val="000000"/>
                          </a:solidFill>
                          <a:latin typeface="Calibri Light"/>
                          <a:ea typeface="Calibri Light"/>
                          <a:cs typeface="Calibri Light"/>
                        </a:rPr>
                      </a:br>
                      <a:r>
                        <a:rPr lang="en-US" sz="1000" b="0" i="0" u="none" strike="noStrike" noProof="0">
                          <a:solidFill>
                            <a:schemeClr val="tx1"/>
                          </a:solidFill>
                          <a:latin typeface="Calibri Light"/>
                          <a:ea typeface="Calibri Light"/>
                          <a:cs typeface="Calibri Light"/>
                        </a:rPr>
                        <a:t>P(FD): 0.280</a:t>
                      </a:r>
                      <a:endParaRPr lang="en-US" sz="1000" b="0" i="0" u="none" strike="noStrike" noProof="0" dirty="0">
                        <a:solidFill>
                          <a:schemeClr val="tx1"/>
                        </a:solidFill>
                        <a:latin typeface="Calibri Light"/>
                        <a:ea typeface="Calibri Light"/>
                        <a:cs typeface="Calibri Light"/>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1000" b="0" i="0" u="none" strike="noStrike" noProof="0">
                          <a:solidFill>
                            <a:schemeClr val="tx1"/>
                          </a:solidFill>
                          <a:latin typeface="Calibri Light"/>
                          <a:ea typeface="Calibri Light"/>
                          <a:cs typeface="Calibri Light"/>
                        </a:rPr>
                        <a:t>C(BCNF): 0.48</a:t>
                      </a:r>
                      <a:br>
                        <a:rPr lang="en-US" sz="1000" b="0" i="0" u="none" strike="noStrike" noProof="0" dirty="0">
                          <a:solidFill>
                            <a:srgbClr val="000000"/>
                          </a:solidFill>
                          <a:latin typeface="Calibri Light"/>
                          <a:ea typeface="Calibri Light"/>
                          <a:cs typeface="Calibri Light"/>
                        </a:rPr>
                      </a:br>
                      <a:r>
                        <a:rPr lang="en-US" sz="1000" b="0" i="0" u="none" strike="noStrike" noProof="0">
                          <a:solidFill>
                            <a:schemeClr val="tx1"/>
                          </a:solidFill>
                          <a:latin typeface="Calibri Light"/>
                          <a:ea typeface="Calibri Light"/>
                          <a:cs typeface="Calibri Light"/>
                        </a:rPr>
                        <a:t>C(FD): 0.14</a:t>
                      </a:r>
                      <a:endParaRPr lang="en-US" sz="10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1000" b="0" i="0" u="none" strike="noStrike" noProof="0">
                          <a:solidFill>
                            <a:schemeClr val="tx1"/>
                          </a:solidFill>
                          <a:latin typeface="Calibri Light"/>
                          <a:ea typeface="Calibri Light"/>
                          <a:cs typeface="Calibri Light"/>
                        </a:rPr>
                        <a:t>Medium</a:t>
                      </a:r>
                      <a:endParaRPr lang="en-US" sz="10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900" b="1" i="0" u="none" strike="noStrike" noProof="0">
                          <a:solidFill>
                            <a:schemeClr val="tx1"/>
                          </a:solidFill>
                          <a:latin typeface="Calibri Light"/>
                          <a:ea typeface="Calibri Light"/>
                          <a:cs typeface="Calibri Light"/>
                        </a:rPr>
                        <a:t>BCNF</a:t>
                      </a:r>
                      <a:r>
                        <a:rPr lang="en-US" sz="900" b="0" i="0" u="none" strike="noStrike" noProof="0">
                          <a:solidFill>
                            <a:schemeClr val="tx1"/>
                          </a:solidFill>
                          <a:latin typeface="Calibri Light"/>
                          <a:ea typeface="Calibri Light"/>
                          <a:cs typeface="Calibri Light"/>
                        </a:rPr>
                        <a:t>: 0.65 </a:t>
                      </a:r>
                      <a:endParaRPr lang="en-US" sz="900"/>
                    </a:p>
                    <a:p>
                      <a:pPr lvl="0" algn="l">
                        <a:buNone/>
                      </a:pPr>
                      <a:r>
                        <a:rPr lang="en-US" sz="900" b="0" i="0" u="none" strike="noStrike" noProof="0">
                          <a:solidFill>
                            <a:schemeClr val="tx1"/>
                          </a:solidFill>
                          <a:latin typeface="Calibri Light"/>
                          <a:ea typeface="Calibri Light"/>
                          <a:cs typeface="Calibri Light"/>
                        </a:rPr>
                        <a:t>Functional Dependency: 0.35</a:t>
                      </a:r>
                      <a:endParaRPr lang="en-US" sz="9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93411502"/>
                  </a:ext>
                </a:extLst>
              </a:tr>
              <a:tr h="242524">
                <a:tc>
                  <a:txBody>
                    <a:bodyPr/>
                    <a:lstStyle/>
                    <a:p>
                      <a:pPr lvl="0" algn="ctr">
                        <a:buNone/>
                      </a:pPr>
                      <a:r>
                        <a:rPr lang="en-US" sz="1000" b="0" i="0" u="none" strike="noStrike" noProof="0">
                          <a:solidFill>
                            <a:schemeClr val="tx1"/>
                          </a:solidFill>
                          <a:latin typeface="Calibri Light"/>
                          <a:ea typeface="Calibri Light"/>
                          <a:cs typeface="Calibri Light"/>
                        </a:rPr>
                        <a:t>Q11 </a:t>
                      </a:r>
                      <a:endParaRPr lang="en-US" sz="1000" b="0" i="0" u="none" strike="noStrike" noProof="0" dirty="0">
                        <a:solidFill>
                          <a:schemeClr val="tx1"/>
                        </a:solidFill>
                        <a:latin typeface="Calibri Light"/>
                        <a:ea typeface="Calibri Light"/>
                        <a:cs typeface="Calibri Light"/>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1000" b="0" i="0" u="none" strike="noStrike" noProof="0">
                          <a:solidFill>
                            <a:schemeClr val="tx1"/>
                          </a:solidFill>
                          <a:latin typeface="Calibri Light"/>
                          <a:ea typeface="Calibri Light"/>
                          <a:cs typeface="Calibri Light"/>
                        </a:rPr>
                        <a:t>Correct</a:t>
                      </a:r>
                      <a:endParaRPr lang="en-US" sz="1000"/>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1000" b="0" i="0" u="none" strike="noStrike" noProof="0">
                          <a:solidFill>
                            <a:schemeClr val="tx1"/>
                          </a:solidFill>
                          <a:latin typeface="Calibri Light"/>
                          <a:ea typeface="Calibri Light"/>
                          <a:cs typeface="Calibri Light"/>
                        </a:rPr>
                        <a:t>P(BCNF): </a:t>
                      </a:r>
                      <a:r>
                        <a:rPr lang="en-US" sz="1000" b="1" i="0" u="none" strike="noStrike" noProof="0">
                          <a:solidFill>
                            <a:schemeClr val="tx1"/>
                          </a:solidFill>
                          <a:latin typeface="Calibri Light"/>
                          <a:ea typeface="Calibri Light"/>
                          <a:cs typeface="Calibri Light"/>
                        </a:rPr>
                        <a:t>0.826</a:t>
                      </a:r>
                      <a:br>
                        <a:rPr lang="en-US" sz="1000" b="0" i="0" u="none" strike="noStrike" noProof="0" dirty="0">
                          <a:solidFill>
                            <a:srgbClr val="000000"/>
                          </a:solidFill>
                          <a:latin typeface="Calibri Light"/>
                          <a:ea typeface="Calibri Light"/>
                          <a:cs typeface="Calibri Light"/>
                        </a:rPr>
                      </a:br>
                      <a:r>
                        <a:rPr lang="en-US" sz="1000" b="0" i="0" u="none" strike="noStrike" noProof="0">
                          <a:solidFill>
                            <a:schemeClr val="tx1"/>
                          </a:solidFill>
                          <a:latin typeface="Calibri Light"/>
                          <a:ea typeface="Calibri Light"/>
                          <a:cs typeface="Calibri Light"/>
                        </a:rPr>
                        <a:t>P(3NF): 0.332</a:t>
                      </a:r>
                      <a:endParaRPr lang="en-US" sz="1000"/>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1000" b="0" i="0" u="none" strike="noStrike" noProof="0">
                          <a:solidFill>
                            <a:schemeClr val="tx1"/>
                          </a:solidFill>
                          <a:latin typeface="Calibri Light"/>
                          <a:ea typeface="Calibri Light"/>
                          <a:cs typeface="Calibri Light"/>
                        </a:rPr>
                        <a:t>C(BCNF):</a:t>
                      </a:r>
                      <a:r>
                        <a:rPr lang="en-US" sz="1000" b="1" i="0" u="none" strike="noStrike" noProof="0">
                          <a:solidFill>
                            <a:schemeClr val="tx1"/>
                          </a:solidFill>
                          <a:latin typeface="Calibri Light"/>
                          <a:ea typeface="Calibri Light"/>
                          <a:cs typeface="Calibri Light"/>
                        </a:rPr>
                        <a:t> 0.50</a:t>
                      </a:r>
                      <a:br>
                        <a:rPr lang="en-US" sz="1000" b="0" i="0" u="none" strike="noStrike" noProof="0" dirty="0">
                          <a:solidFill>
                            <a:srgbClr val="000000"/>
                          </a:solidFill>
                          <a:latin typeface="Calibri Light"/>
                          <a:ea typeface="Calibri Light"/>
                          <a:cs typeface="Calibri Light"/>
                        </a:rPr>
                      </a:br>
                      <a:r>
                        <a:rPr lang="en-US" sz="1000" b="0" i="0" u="none" strike="noStrike" noProof="0">
                          <a:solidFill>
                            <a:schemeClr val="tx1"/>
                          </a:solidFill>
                          <a:latin typeface="Calibri Light"/>
                          <a:ea typeface="Calibri Light"/>
                          <a:cs typeface="Calibri Light"/>
                        </a:rPr>
                        <a:t>C(3NF): 0.08</a:t>
                      </a:r>
                      <a:endParaRPr lang="en-US" sz="1000"/>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1000" b="0" i="0" u="none" strike="noStrike" noProof="0">
                          <a:solidFill>
                            <a:schemeClr val="tx1"/>
                          </a:solidFill>
                          <a:latin typeface="Calibri Light"/>
                          <a:ea typeface="Calibri Light"/>
                          <a:cs typeface="Calibri Light"/>
                        </a:rPr>
                        <a:t>Medium</a:t>
                      </a:r>
                      <a:endParaRPr lang="en-US" sz="1000"/>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000" b="1" i="0" u="none" strike="noStrike" noProof="0">
                          <a:solidFill>
                            <a:schemeClr val="tx1"/>
                          </a:solidFill>
                          <a:latin typeface="Calibri Light"/>
                          <a:ea typeface="Calibri Light"/>
                          <a:cs typeface="Calibri Light"/>
                        </a:rPr>
                        <a:t>BCNF</a:t>
                      </a:r>
                      <a:r>
                        <a:rPr lang="en-US" sz="1000" b="0" i="0" u="none" strike="noStrike" noProof="0">
                          <a:solidFill>
                            <a:schemeClr val="tx1"/>
                          </a:solidFill>
                          <a:latin typeface="Calibri Light"/>
                          <a:ea typeface="Calibri Light"/>
                          <a:cs typeface="Calibri Light"/>
                        </a:rPr>
                        <a:t>: 0.65 </a:t>
                      </a:r>
                      <a:endParaRPr lang="en-US" sz="1000" b="0" i="0" u="none" strike="noStrike" noProof="0">
                        <a:solidFill>
                          <a:srgbClr val="000000"/>
                        </a:solidFill>
                        <a:latin typeface="Calibri Light"/>
                        <a:ea typeface="Calibri Light"/>
                        <a:cs typeface="Calibri Light"/>
                      </a:endParaRPr>
                    </a:p>
                    <a:p>
                      <a:pPr lvl="0" algn="l">
                        <a:buNone/>
                      </a:pPr>
                      <a:r>
                        <a:rPr lang="en-US" sz="1000" b="0" i="0" u="none" strike="noStrike" noProof="0">
                          <a:solidFill>
                            <a:schemeClr val="tx1"/>
                          </a:solidFill>
                          <a:latin typeface="Calibri Light"/>
                          <a:ea typeface="Calibri Light"/>
                          <a:cs typeface="Calibri Light"/>
                        </a:rPr>
                        <a:t>3NF: 0.35</a:t>
                      </a:r>
                      <a:endParaRPr lang="en-US" sz="1000" b="0" i="0" u="none" strike="noStrike" noProof="0">
                        <a:solidFill>
                          <a:srgbClr val="000000"/>
                        </a:solidFill>
                        <a:latin typeface="Calibri Light"/>
                        <a:ea typeface="Calibri Light"/>
                        <a:cs typeface="Calibri Light"/>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428574628"/>
                  </a:ext>
                </a:extLst>
              </a:tr>
            </a:tbl>
          </a:graphicData>
        </a:graphic>
      </p:graphicFrame>
      <p:sp>
        <p:nvSpPr>
          <p:cNvPr id="6" name="Slide Number Placeholder 1">
            <a:extLst>
              <a:ext uri="{FF2B5EF4-FFF2-40B4-BE49-F238E27FC236}">
                <a16:creationId xmlns:a16="http://schemas.microsoft.com/office/drawing/2014/main" id="{930BB7DE-90CD-667B-D7C3-0C83179A6ACF}"/>
              </a:ext>
            </a:extLst>
          </p:cNvPr>
          <p:cNvSpPr>
            <a:spLocks noGrp="1"/>
          </p:cNvSpPr>
          <p:nvPr>
            <p:ph type="sldNum" sz="quarter" idx="12"/>
          </p:nvPr>
        </p:nvSpPr>
        <p:spPr>
          <a:xfrm>
            <a:off x="4312604" y="4934485"/>
            <a:ext cx="300588" cy="127170"/>
          </a:xfrm>
        </p:spPr>
        <p:txBody>
          <a:bodyPr/>
          <a:lstStyle/>
          <a:p>
            <a:fld id="{662A0901-ACEF-4BE9-9C8C-C119B421173E}" type="slidenum">
              <a:rPr lang="en-US" smtClean="0"/>
              <a:pPr/>
              <a:t>12</a:t>
            </a:fld>
            <a:endParaRPr lang="en-US"/>
          </a:p>
        </p:txBody>
      </p:sp>
      <p:sp>
        <p:nvSpPr>
          <p:cNvPr id="20" name="Footer Placeholder 2">
            <a:extLst>
              <a:ext uri="{FF2B5EF4-FFF2-40B4-BE49-F238E27FC236}">
                <a16:creationId xmlns:a16="http://schemas.microsoft.com/office/drawing/2014/main" id="{CE189A5D-DDD6-9A02-F20F-4E977C697864}"/>
              </a:ext>
            </a:extLst>
          </p:cNvPr>
          <p:cNvSpPr>
            <a:spLocks noGrp="1"/>
          </p:cNvSpPr>
          <p:nvPr>
            <p:ph type="ftr" sz="quarter" idx="13"/>
          </p:nvPr>
        </p:nvSpPr>
        <p:spPr>
          <a:xfrm>
            <a:off x="4570610" y="4934485"/>
            <a:ext cx="1603957" cy="127170"/>
          </a:xfrm>
        </p:spPr>
        <p:txBody>
          <a:bodyPr/>
          <a:lstStyle/>
          <a:p>
            <a:pPr defTabSz="914355"/>
            <a:r>
              <a:rPr lang="en-US"/>
              <a:t>TCS confidential</a:t>
            </a:r>
          </a:p>
        </p:txBody>
      </p:sp>
      <p:sp>
        <p:nvSpPr>
          <p:cNvPr id="4" name="Arc 3">
            <a:extLst>
              <a:ext uri="{FF2B5EF4-FFF2-40B4-BE49-F238E27FC236}">
                <a16:creationId xmlns:a16="http://schemas.microsoft.com/office/drawing/2014/main" id="{142B1F8C-3691-AA85-CDC7-923AF882ED47}"/>
              </a:ext>
            </a:extLst>
          </p:cNvPr>
          <p:cNvSpPr/>
          <p:nvPr/>
        </p:nvSpPr>
        <p:spPr>
          <a:xfrm rot="3000000">
            <a:off x="7918215" y="2001363"/>
            <a:ext cx="517074" cy="446315"/>
          </a:xfrm>
          <a:prstGeom prst="arc">
            <a:avLst/>
          </a:prstGeom>
          <a:ln w="9525" cap="rnd">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sp>
        <p:nvSpPr>
          <p:cNvPr id="7" name="Content Placeholder 2">
            <a:extLst>
              <a:ext uri="{FF2B5EF4-FFF2-40B4-BE49-F238E27FC236}">
                <a16:creationId xmlns:a16="http://schemas.microsoft.com/office/drawing/2014/main" id="{6DCC2045-FD44-94B0-BCFB-56B26ECF91E9}"/>
              </a:ext>
            </a:extLst>
          </p:cNvPr>
          <p:cNvSpPr txBox="1">
            <a:spLocks/>
          </p:cNvSpPr>
          <p:nvPr/>
        </p:nvSpPr>
        <p:spPr>
          <a:xfrm>
            <a:off x="8514060" y="2094928"/>
            <a:ext cx="1039874" cy="294311"/>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defRPr sz="2200"/>
            </a:pPr>
            <a:r>
              <a:rPr lang="en-US" sz="900">
                <a:solidFill>
                  <a:schemeClr val="tx1"/>
                </a:solidFill>
                <a:ea typeface="Calibri"/>
              </a:rPr>
              <a:t>Moved to prerequisite</a:t>
            </a:r>
          </a:p>
        </p:txBody>
      </p:sp>
      <p:sp>
        <p:nvSpPr>
          <p:cNvPr id="21" name="Subtitle 11">
            <a:extLst>
              <a:ext uri="{FF2B5EF4-FFF2-40B4-BE49-F238E27FC236}">
                <a16:creationId xmlns:a16="http://schemas.microsoft.com/office/drawing/2014/main" id="{4766CB8F-BDC9-A9CD-FCBA-4C0556E11DC1}"/>
              </a:ext>
            </a:extLst>
          </p:cNvPr>
          <p:cNvSpPr txBox="1">
            <a:spLocks/>
          </p:cNvSpPr>
          <p:nvPr/>
        </p:nvSpPr>
        <p:spPr>
          <a:xfrm>
            <a:off x="67772" y="536990"/>
            <a:ext cx="1063530" cy="892265"/>
          </a:xfrm>
          <a:prstGeom prst="rect">
            <a:avLst/>
          </a:prstGeom>
        </p:spPr>
        <p:txBody>
          <a:bodyPr lIns="91440" tIns="45720" rIns="91440" bIns="45720" anchor="t">
            <a:no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1"/>
                </a:solidFill>
                <a:latin typeface="+mn-lt"/>
                <a:ea typeface="+mn-ea"/>
                <a:cs typeface="Poppins Light" pitchFamily="2" charset="77"/>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mn-lt"/>
                <a:ea typeface="+mn-ea"/>
                <a:cs typeface="Poppins Light" pitchFamily="2" charset="77"/>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1"/>
                </a:solidFill>
                <a:latin typeface="+mn-lt"/>
                <a:ea typeface="+mn-ea"/>
                <a:cs typeface="Poppins Light" pitchFamily="2" charset="77"/>
              </a:defRPr>
            </a:lvl3pPr>
            <a:lvl4pPr marL="685800" indent="0" algn="l" defTabSz="914400" rtl="0" eaLnBrk="1" latinLnBrk="0" hangingPunct="1">
              <a:lnSpc>
                <a:spcPct val="100000"/>
              </a:lnSpc>
              <a:spcBef>
                <a:spcPts val="500"/>
              </a:spcBef>
              <a:buFont typeface="Arial" panose="020B0604020202020204" pitchFamily="34" charset="0"/>
              <a:buNone/>
              <a:defRPr sz="1200" b="0" i="0" kern="1200">
                <a:solidFill>
                  <a:schemeClr val="tx1"/>
                </a:solidFill>
                <a:latin typeface="Poppins Light" pitchFamily="2" charset="77"/>
                <a:ea typeface="+mn-ea"/>
                <a:cs typeface="Poppins Light" pitchFamily="2" charset="77"/>
              </a:defRPr>
            </a:lvl4pPr>
            <a:lvl5pPr marL="914400" indent="0" algn="l" defTabSz="914400" rtl="0" eaLnBrk="1" latinLnBrk="0" hangingPunct="1">
              <a:lnSpc>
                <a:spcPct val="100000"/>
              </a:lnSpc>
              <a:spcBef>
                <a:spcPts val="500"/>
              </a:spcBef>
              <a:buFont typeface="Arial" panose="020B0604020202020204" pitchFamily="34" charset="0"/>
              <a:buNone/>
              <a:defRPr sz="1100" b="0" i="0" kern="1200">
                <a:solidFill>
                  <a:schemeClr val="tx1"/>
                </a:solidFill>
                <a:latin typeface="Poppins Light" pitchFamily="2" charset="77"/>
                <a:ea typeface="+mn-ea"/>
                <a:cs typeface="Poppins Light"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ea typeface="+mn-lt"/>
                <a:cs typeface="+mn-lt"/>
              </a:rPr>
              <a:t>Case 1: Weak Learner</a:t>
            </a:r>
            <a:endParaRPr lang="en-US" b="1">
              <a:ea typeface="Calibri Light"/>
              <a:cs typeface="Calibri Light"/>
            </a:endParaRPr>
          </a:p>
        </p:txBody>
      </p:sp>
      <p:sp>
        <p:nvSpPr>
          <p:cNvPr id="2" name="Content Placeholder 2">
            <a:extLst>
              <a:ext uri="{FF2B5EF4-FFF2-40B4-BE49-F238E27FC236}">
                <a16:creationId xmlns:a16="http://schemas.microsoft.com/office/drawing/2014/main" id="{0B288E0C-7826-7D82-5D70-48DD4FF534CE}"/>
              </a:ext>
            </a:extLst>
          </p:cNvPr>
          <p:cNvSpPr txBox="1">
            <a:spLocks/>
          </p:cNvSpPr>
          <p:nvPr/>
        </p:nvSpPr>
        <p:spPr>
          <a:xfrm>
            <a:off x="8323559" y="3978156"/>
            <a:ext cx="941902" cy="294311"/>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lgn="ctr">
              <a:defRPr sz="2200"/>
            </a:pPr>
            <a:r>
              <a:rPr lang="en-US" sz="900">
                <a:solidFill>
                  <a:schemeClr val="tx1"/>
                </a:solidFill>
                <a:ea typeface="Calibri"/>
              </a:rPr>
              <a:t>BCNF </a:t>
            </a:r>
          </a:p>
          <a:p>
            <a:pPr algn="ctr">
              <a:defRPr sz="2200"/>
            </a:pPr>
            <a:r>
              <a:rPr lang="en-US" sz="900">
                <a:solidFill>
                  <a:schemeClr val="tx1"/>
                </a:solidFill>
                <a:ea typeface="Calibri"/>
              </a:rPr>
              <a:t>Mastered </a:t>
            </a:r>
            <a:r>
              <a:rPr lang="en-US" sz="900">
                <a:solidFill>
                  <a:schemeClr val="tx1"/>
                </a:solidFill>
                <a:latin typeface="Segoe UI"/>
                <a:ea typeface="Calibri"/>
                <a:cs typeface="Segoe UI"/>
              </a:rPr>
              <a:t>✅</a:t>
            </a:r>
            <a:endParaRPr lang="en-US" sz="900">
              <a:solidFill>
                <a:schemeClr val="tx1"/>
              </a:solidFill>
              <a:ea typeface="Calibri"/>
            </a:endParaRPr>
          </a:p>
        </p:txBody>
      </p:sp>
      <p:cxnSp>
        <p:nvCxnSpPr>
          <p:cNvPr id="3" name="Straight Arrow Connector 2">
            <a:extLst>
              <a:ext uri="{FF2B5EF4-FFF2-40B4-BE49-F238E27FC236}">
                <a16:creationId xmlns:a16="http://schemas.microsoft.com/office/drawing/2014/main" id="{E9FD179F-0A33-BB37-6DDA-2DDA78034BF5}"/>
              </a:ext>
            </a:extLst>
          </p:cNvPr>
          <p:cNvCxnSpPr/>
          <p:nvPr/>
        </p:nvCxnSpPr>
        <p:spPr>
          <a:xfrm>
            <a:off x="8256815" y="4520293"/>
            <a:ext cx="511629" cy="1"/>
          </a:xfrm>
          <a:prstGeom prst="straightConnector1">
            <a:avLst/>
          </a:prstGeom>
          <a:ln w="952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9BD939CA-3AAB-EBFC-30EA-9B08B8B72EAE}"/>
              </a:ext>
            </a:extLst>
          </p:cNvPr>
          <p:cNvCxnSpPr/>
          <p:nvPr/>
        </p:nvCxnSpPr>
        <p:spPr>
          <a:xfrm flipV="1">
            <a:off x="8764360" y="4320269"/>
            <a:ext cx="5443" cy="195942"/>
          </a:xfrm>
          <a:prstGeom prst="straightConnector1">
            <a:avLst/>
          </a:prstGeom>
          <a:ln w="9525"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B32AFD5C-2699-AFBC-5594-F5319A630160}"/>
              </a:ext>
            </a:extLst>
          </p:cNvPr>
          <p:cNvSpPr txBox="1">
            <a:spLocks/>
          </p:cNvSpPr>
          <p:nvPr/>
        </p:nvSpPr>
        <p:spPr>
          <a:xfrm>
            <a:off x="6135531" y="4838127"/>
            <a:ext cx="2237302" cy="263534"/>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lgn="ctr">
              <a:defRPr sz="2200"/>
            </a:pPr>
            <a:r>
              <a:rPr lang="en-US" sz="800">
                <a:solidFill>
                  <a:schemeClr val="tx1"/>
                </a:solidFill>
                <a:ea typeface="Calibri"/>
              </a:rPr>
              <a:t>Moved to next unmastered prerequisite of </a:t>
            </a:r>
            <a:br>
              <a:rPr lang="en-US" sz="800" dirty="0">
                <a:solidFill>
                  <a:schemeClr val="tx1"/>
                </a:solidFill>
                <a:ea typeface="Calibri"/>
              </a:rPr>
            </a:br>
            <a:r>
              <a:rPr lang="en-US" sz="800">
                <a:solidFill>
                  <a:schemeClr val="tx1"/>
                </a:solidFill>
                <a:ea typeface="Calibri"/>
              </a:rPr>
              <a:t>original concept (</a:t>
            </a:r>
            <a:r>
              <a:rPr lang="en-US" sz="800" b="1">
                <a:solidFill>
                  <a:schemeClr val="tx1"/>
                </a:solidFill>
                <a:ea typeface="Calibri"/>
              </a:rPr>
              <a:t>4NF</a:t>
            </a:r>
            <a:r>
              <a:rPr lang="en-US" sz="800" dirty="0">
                <a:solidFill>
                  <a:schemeClr val="tx1"/>
                </a:solidFill>
                <a:ea typeface="Calibri"/>
              </a:rPr>
              <a:t>)</a:t>
            </a:r>
          </a:p>
        </p:txBody>
      </p:sp>
      <p:cxnSp>
        <p:nvCxnSpPr>
          <p:cNvPr id="10" name="Straight Arrow Connector 9">
            <a:extLst>
              <a:ext uri="{FF2B5EF4-FFF2-40B4-BE49-F238E27FC236}">
                <a16:creationId xmlns:a16="http://schemas.microsoft.com/office/drawing/2014/main" id="{E91A6EF8-A4CF-F538-EB9F-EEB98E0F4C84}"/>
              </a:ext>
            </a:extLst>
          </p:cNvPr>
          <p:cNvCxnSpPr>
            <a:cxnSpLocks/>
          </p:cNvCxnSpPr>
          <p:nvPr/>
        </p:nvCxnSpPr>
        <p:spPr>
          <a:xfrm>
            <a:off x="7224031" y="4674053"/>
            <a:ext cx="5443" cy="163287"/>
          </a:xfrm>
          <a:prstGeom prst="straightConnector1">
            <a:avLst/>
          </a:prstGeom>
          <a:ln w="9525"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Subtitle 11">
            <a:extLst>
              <a:ext uri="{FF2B5EF4-FFF2-40B4-BE49-F238E27FC236}">
                <a16:creationId xmlns:a16="http://schemas.microsoft.com/office/drawing/2014/main" id="{75014CD2-AC6B-17B4-E262-8ED4F2056A61}"/>
              </a:ext>
            </a:extLst>
          </p:cNvPr>
          <p:cNvSpPr txBox="1">
            <a:spLocks/>
          </p:cNvSpPr>
          <p:nvPr/>
        </p:nvSpPr>
        <p:spPr>
          <a:xfrm>
            <a:off x="67772" y="74345"/>
            <a:ext cx="3877488" cy="298995"/>
          </a:xfrm>
          <a:prstGeom prst="rect">
            <a:avLst/>
          </a:prstGeom>
        </p:spPr>
        <p:txBody>
          <a:bodyPr lIns="91440" tIns="45720" rIns="91440" bIns="45720" anchor="t">
            <a:no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1"/>
                </a:solidFill>
                <a:latin typeface="+mn-lt"/>
                <a:ea typeface="+mn-ea"/>
                <a:cs typeface="Poppins Light" pitchFamily="2" charset="77"/>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mn-lt"/>
                <a:ea typeface="+mn-ea"/>
                <a:cs typeface="Poppins Light" pitchFamily="2" charset="77"/>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1"/>
                </a:solidFill>
                <a:latin typeface="+mn-lt"/>
                <a:ea typeface="+mn-ea"/>
                <a:cs typeface="Poppins Light" pitchFamily="2" charset="77"/>
              </a:defRPr>
            </a:lvl3pPr>
            <a:lvl4pPr marL="685800" indent="0" algn="l" defTabSz="914400" rtl="0" eaLnBrk="1" latinLnBrk="0" hangingPunct="1">
              <a:lnSpc>
                <a:spcPct val="100000"/>
              </a:lnSpc>
              <a:spcBef>
                <a:spcPts val="500"/>
              </a:spcBef>
              <a:buFont typeface="Arial" panose="020B0604020202020204" pitchFamily="34" charset="0"/>
              <a:buNone/>
              <a:defRPr sz="1200" b="0" i="0" kern="1200">
                <a:solidFill>
                  <a:schemeClr val="tx1"/>
                </a:solidFill>
                <a:latin typeface="Poppins Light" pitchFamily="2" charset="77"/>
                <a:ea typeface="+mn-ea"/>
                <a:cs typeface="Poppins Light" pitchFamily="2" charset="77"/>
              </a:defRPr>
            </a:lvl4pPr>
            <a:lvl5pPr marL="914400" indent="0" algn="l" defTabSz="914400" rtl="0" eaLnBrk="1" latinLnBrk="0" hangingPunct="1">
              <a:lnSpc>
                <a:spcPct val="100000"/>
              </a:lnSpc>
              <a:spcBef>
                <a:spcPts val="500"/>
              </a:spcBef>
              <a:buFont typeface="Arial" panose="020B0604020202020204" pitchFamily="34" charset="0"/>
              <a:buNone/>
              <a:defRPr sz="1100" b="0" i="0" kern="1200">
                <a:solidFill>
                  <a:schemeClr val="tx1"/>
                </a:solidFill>
                <a:latin typeface="Poppins Light" pitchFamily="2" charset="77"/>
                <a:ea typeface="+mn-ea"/>
                <a:cs typeface="Poppins Light"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1">
                <a:latin typeface="Poppins"/>
                <a:ea typeface="+mn-lt"/>
                <a:cs typeface="Poppins"/>
              </a:rPr>
              <a:t>With BKT + Confidence:-</a:t>
            </a:r>
            <a:endParaRPr lang="en-US"/>
          </a:p>
        </p:txBody>
      </p:sp>
    </p:spTree>
    <p:extLst>
      <p:ext uri="{BB962C8B-B14F-4D97-AF65-F5344CB8AC3E}">
        <p14:creationId xmlns:p14="http://schemas.microsoft.com/office/powerpoint/2010/main" val="36677260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75975-696E-7B1B-BDBD-082B00FC0D4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D6744EA-4758-55D2-01A1-E01A28E6AC55}"/>
              </a:ext>
            </a:extLst>
          </p:cNvPr>
          <p:cNvSpPr>
            <a:spLocks noGrp="1"/>
          </p:cNvSpPr>
          <p:nvPr>
            <p:ph type="title"/>
          </p:nvPr>
        </p:nvSpPr>
        <p:spPr>
          <a:xfrm>
            <a:off x="338889" y="833617"/>
            <a:ext cx="3426492" cy="314622"/>
          </a:xfrm>
        </p:spPr>
        <p:txBody>
          <a:bodyPr vert="horz" wrap="square" lIns="0" tIns="12065" rIns="0" bIns="0" rtlCol="0" anchor="t">
            <a:noAutofit/>
          </a:bodyPr>
          <a:lstStyle/>
          <a:p>
            <a:r>
              <a:rPr lang="en-US" sz="2000" b="1">
                <a:latin typeface="Poppins"/>
                <a:cs typeface="Poppins"/>
              </a:rPr>
              <a:t>Interpretation:</a:t>
            </a:r>
          </a:p>
        </p:txBody>
      </p:sp>
      <p:sp>
        <p:nvSpPr>
          <p:cNvPr id="21" name="Slide Number Placeholder 1">
            <a:extLst>
              <a:ext uri="{FF2B5EF4-FFF2-40B4-BE49-F238E27FC236}">
                <a16:creationId xmlns:a16="http://schemas.microsoft.com/office/drawing/2014/main" id="{8DB39D2B-E07C-C922-E094-AFCFA7579EDE}"/>
              </a:ext>
            </a:extLst>
          </p:cNvPr>
          <p:cNvSpPr txBox="1">
            <a:spLocks/>
          </p:cNvSpPr>
          <p:nvPr/>
        </p:nvSpPr>
        <p:spPr>
          <a:xfrm>
            <a:off x="4252734" y="4945372"/>
            <a:ext cx="131861" cy="176153"/>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62A0901-ACEF-4BE9-9C8C-C119B421173E}" type="slidenum">
              <a:rPr lang="en-US" sz="800" b="1" dirty="0" smtClean="0">
                <a:solidFill>
                  <a:schemeClr val="bg2">
                    <a:lumMod val="49000"/>
                  </a:schemeClr>
                </a:solidFill>
              </a:rPr>
              <a:pPr/>
              <a:t>13</a:t>
            </a:fld>
            <a:endParaRPr lang="en-US" sz="800" b="1">
              <a:solidFill>
                <a:schemeClr val="bg2">
                  <a:lumMod val="49000"/>
                </a:schemeClr>
              </a:solidFill>
              <a:ea typeface="Calibri Light"/>
              <a:cs typeface="Calibri Light"/>
            </a:endParaRPr>
          </a:p>
        </p:txBody>
      </p:sp>
      <p:sp>
        <p:nvSpPr>
          <p:cNvPr id="23" name="Footer Placeholder 2">
            <a:extLst>
              <a:ext uri="{FF2B5EF4-FFF2-40B4-BE49-F238E27FC236}">
                <a16:creationId xmlns:a16="http://schemas.microsoft.com/office/drawing/2014/main" id="{0D198ACB-CDA3-B8A6-16B8-FD1E7987E95B}"/>
              </a:ext>
            </a:extLst>
          </p:cNvPr>
          <p:cNvSpPr txBox="1">
            <a:spLocks/>
          </p:cNvSpPr>
          <p:nvPr/>
        </p:nvSpPr>
        <p:spPr>
          <a:xfrm>
            <a:off x="4429095" y="4950814"/>
            <a:ext cx="885500" cy="159827"/>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355"/>
            <a:r>
              <a:rPr lang="en-US" sz="800" b="1">
                <a:solidFill>
                  <a:srgbClr val="7F7F7F"/>
                </a:solidFill>
              </a:rPr>
              <a:t>TCS confidential</a:t>
            </a:r>
            <a:endParaRPr lang="en-US" sz="800" b="1">
              <a:solidFill>
                <a:srgbClr val="7F7F7F"/>
              </a:solidFill>
              <a:ea typeface="Calibri Light"/>
              <a:cs typeface="Calibri Light"/>
            </a:endParaRPr>
          </a:p>
        </p:txBody>
      </p:sp>
      <p:cxnSp>
        <p:nvCxnSpPr>
          <p:cNvPr id="24" name="Straight Arrow Connector 23">
            <a:extLst>
              <a:ext uri="{FF2B5EF4-FFF2-40B4-BE49-F238E27FC236}">
                <a16:creationId xmlns:a16="http://schemas.microsoft.com/office/drawing/2014/main" id="{3FDC15DB-702E-DAD8-876D-7CF33FD14D15}"/>
              </a:ext>
            </a:extLst>
          </p:cNvPr>
          <p:cNvCxnSpPr>
            <a:cxnSpLocks/>
          </p:cNvCxnSpPr>
          <p:nvPr/>
        </p:nvCxnSpPr>
        <p:spPr>
          <a:xfrm>
            <a:off x="4443548" y="5028115"/>
            <a:ext cx="1087" cy="66401"/>
          </a:xfrm>
          <a:prstGeom prst="straightConnector1">
            <a:avLst/>
          </a:prstGeom>
          <a:ln>
            <a:solidFill>
              <a:schemeClr val="bg2">
                <a:lumMod val="65000"/>
              </a:schemeClr>
            </a:solidFill>
          </a:ln>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1F559DCC-6B18-8D51-901D-5D8C1225C8DE}"/>
              </a:ext>
            </a:extLst>
          </p:cNvPr>
          <p:cNvSpPr txBox="1">
            <a:spLocks/>
          </p:cNvSpPr>
          <p:nvPr/>
        </p:nvSpPr>
        <p:spPr>
          <a:xfrm>
            <a:off x="289905" y="1294828"/>
            <a:ext cx="7086886" cy="232756"/>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a:solidFill>
                  <a:schemeClr val="tx1"/>
                </a:solidFill>
                <a:ea typeface="Calibri"/>
              </a:rPr>
              <a:t>The learner struggles with 4NF, so the system does not trust the current mastery value alone.</a:t>
            </a:r>
            <a:endParaRPr lang="en-US">
              <a:solidFill>
                <a:schemeClr val="tx1"/>
              </a:solidFill>
              <a:ea typeface="Calibri"/>
            </a:endParaRPr>
          </a:p>
        </p:txBody>
      </p:sp>
      <p:sp>
        <p:nvSpPr>
          <p:cNvPr id="8" name="Content Placeholder 2">
            <a:extLst>
              <a:ext uri="{FF2B5EF4-FFF2-40B4-BE49-F238E27FC236}">
                <a16:creationId xmlns:a16="http://schemas.microsoft.com/office/drawing/2014/main" id="{E8B0A1E5-2ECF-857C-AE7D-C5EEE9B87C64}"/>
              </a:ext>
            </a:extLst>
          </p:cNvPr>
          <p:cNvSpPr txBox="1">
            <a:spLocks/>
          </p:cNvSpPr>
          <p:nvPr/>
        </p:nvSpPr>
        <p:spPr>
          <a:xfrm>
            <a:off x="289905" y="1605071"/>
            <a:ext cx="7086886" cy="448200"/>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dirty="0">
                <a:solidFill>
                  <a:schemeClr val="tx1"/>
                </a:solidFill>
                <a:ea typeface="Calibri"/>
              </a:rPr>
              <a:t>Using the </a:t>
            </a:r>
            <a:r>
              <a:rPr lang="en-US" sz="1400" b="1" dirty="0">
                <a:solidFill>
                  <a:schemeClr val="tx1"/>
                </a:solidFill>
                <a:ea typeface="Calibri"/>
              </a:rPr>
              <a:t>confidence</a:t>
            </a:r>
            <a:r>
              <a:rPr lang="en-US" sz="1400" dirty="0">
                <a:solidFill>
                  <a:schemeClr val="tx1"/>
                </a:solidFill>
                <a:ea typeface="Calibri"/>
              </a:rPr>
              <a:t> score, the system checks whether the</a:t>
            </a:r>
            <a:r>
              <a:rPr lang="en-US" sz="1400" b="1" dirty="0">
                <a:solidFill>
                  <a:schemeClr val="tx1"/>
                </a:solidFill>
                <a:ea typeface="Calibri"/>
              </a:rPr>
              <a:t> direct prerequisites</a:t>
            </a:r>
            <a:r>
              <a:rPr lang="en-US" sz="1400" dirty="0">
                <a:solidFill>
                  <a:schemeClr val="tx1"/>
                </a:solidFill>
                <a:ea typeface="Calibri"/>
              </a:rPr>
              <a:t> of </a:t>
            </a:r>
            <a:r>
              <a:rPr lang="en-US" sz="1400" b="1" dirty="0">
                <a:solidFill>
                  <a:schemeClr val="tx1"/>
                </a:solidFill>
                <a:ea typeface="Calibri"/>
              </a:rPr>
              <a:t>4NF </a:t>
            </a:r>
            <a:r>
              <a:rPr lang="en-US" sz="1400" dirty="0">
                <a:solidFill>
                  <a:schemeClr val="tx1"/>
                </a:solidFill>
                <a:ea typeface="Calibri"/>
              </a:rPr>
              <a:t>are actually mastered.</a:t>
            </a:r>
            <a:endParaRPr lang="en-US" dirty="0">
              <a:solidFill>
                <a:schemeClr val="tx1"/>
              </a:solidFill>
              <a:ea typeface="Calibri"/>
            </a:endParaRPr>
          </a:p>
        </p:txBody>
      </p:sp>
      <p:sp>
        <p:nvSpPr>
          <p:cNvPr id="12" name="Content Placeholder 2">
            <a:extLst>
              <a:ext uri="{FF2B5EF4-FFF2-40B4-BE49-F238E27FC236}">
                <a16:creationId xmlns:a16="http://schemas.microsoft.com/office/drawing/2014/main" id="{35BA5E7A-6668-08F0-7B7A-A9E292E9257B}"/>
              </a:ext>
            </a:extLst>
          </p:cNvPr>
          <p:cNvSpPr txBox="1">
            <a:spLocks/>
          </p:cNvSpPr>
          <p:nvPr/>
        </p:nvSpPr>
        <p:spPr>
          <a:xfrm>
            <a:off x="289905" y="2160242"/>
            <a:ext cx="7086886" cy="448200"/>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a:solidFill>
                  <a:schemeClr val="tx1"/>
                </a:solidFill>
                <a:ea typeface="Calibri"/>
              </a:rPr>
              <a:t>If a prerequisite is </a:t>
            </a:r>
            <a:r>
              <a:rPr lang="en-US" sz="1400" b="1">
                <a:solidFill>
                  <a:schemeClr val="tx1"/>
                </a:solidFill>
                <a:ea typeface="Calibri"/>
              </a:rPr>
              <a:t>weak</a:t>
            </a:r>
            <a:r>
              <a:rPr lang="en-US" sz="1400">
                <a:solidFill>
                  <a:schemeClr val="tx1"/>
                </a:solidFill>
                <a:ea typeface="Calibri"/>
              </a:rPr>
              <a:t>, the system moves </a:t>
            </a:r>
            <a:r>
              <a:rPr lang="en-US" sz="1400" b="1">
                <a:solidFill>
                  <a:schemeClr val="tx1"/>
                </a:solidFill>
                <a:ea typeface="Calibri"/>
              </a:rPr>
              <a:t>backward</a:t>
            </a:r>
            <a:r>
              <a:rPr lang="en-US" sz="1400">
                <a:solidFill>
                  <a:schemeClr val="tx1"/>
                </a:solidFill>
                <a:ea typeface="Calibri"/>
              </a:rPr>
              <a:t> to that prerequisite, such as </a:t>
            </a:r>
            <a:r>
              <a:rPr lang="en-US" sz="1400" b="1">
                <a:solidFill>
                  <a:schemeClr val="tx1"/>
                </a:solidFill>
                <a:ea typeface="Calibri"/>
              </a:rPr>
              <a:t>BCNF</a:t>
            </a:r>
            <a:r>
              <a:rPr lang="en-US" sz="1400">
                <a:solidFill>
                  <a:schemeClr val="tx1"/>
                </a:solidFill>
                <a:ea typeface="Calibri"/>
              </a:rPr>
              <a:t>, </a:t>
            </a:r>
            <a:r>
              <a:rPr lang="en-US" sz="1400" b="1">
                <a:solidFill>
                  <a:schemeClr val="tx1"/>
                </a:solidFill>
                <a:ea typeface="Calibri"/>
              </a:rPr>
              <a:t>Functional Dependency,</a:t>
            </a:r>
            <a:r>
              <a:rPr lang="en-US" sz="1400">
                <a:solidFill>
                  <a:schemeClr val="tx1"/>
                </a:solidFill>
                <a:ea typeface="Calibri"/>
              </a:rPr>
              <a:t> or </a:t>
            </a:r>
            <a:r>
              <a:rPr lang="en-US" sz="1400" b="1">
                <a:solidFill>
                  <a:schemeClr val="tx1"/>
                </a:solidFill>
                <a:ea typeface="Calibri"/>
              </a:rPr>
              <a:t>Multivalued Dependency</a:t>
            </a:r>
            <a:r>
              <a:rPr lang="en-US" sz="1400">
                <a:solidFill>
                  <a:schemeClr val="tx1"/>
                </a:solidFill>
                <a:ea typeface="Calibri"/>
              </a:rPr>
              <a:t>.</a:t>
            </a:r>
            <a:endParaRPr lang="en-US">
              <a:solidFill>
                <a:schemeClr val="tx1"/>
              </a:solidFill>
              <a:ea typeface="Calibri"/>
            </a:endParaRPr>
          </a:p>
        </p:txBody>
      </p:sp>
      <p:sp>
        <p:nvSpPr>
          <p:cNvPr id="14" name="Content Placeholder 2">
            <a:extLst>
              <a:ext uri="{FF2B5EF4-FFF2-40B4-BE49-F238E27FC236}">
                <a16:creationId xmlns:a16="http://schemas.microsoft.com/office/drawing/2014/main" id="{94D3F194-7424-0A76-CB58-62CCC0DACEF0}"/>
              </a:ext>
            </a:extLst>
          </p:cNvPr>
          <p:cNvSpPr txBox="1">
            <a:spLocks/>
          </p:cNvSpPr>
          <p:nvPr/>
        </p:nvSpPr>
        <p:spPr>
          <a:xfrm>
            <a:off x="289905" y="2748070"/>
            <a:ext cx="7990400" cy="232756"/>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a:solidFill>
                  <a:schemeClr val="tx1"/>
                </a:solidFill>
                <a:ea typeface="Calibri"/>
              </a:rPr>
              <a:t>After one prerequisite is mastered, the system moves to the </a:t>
            </a:r>
            <a:r>
              <a:rPr lang="en-US" sz="1400" b="1">
                <a:solidFill>
                  <a:schemeClr val="tx1"/>
                </a:solidFill>
                <a:ea typeface="Calibri"/>
              </a:rPr>
              <a:t>next weakest direct prerequisite</a:t>
            </a:r>
            <a:r>
              <a:rPr lang="en-US" sz="1400">
                <a:solidFill>
                  <a:schemeClr val="tx1"/>
                </a:solidFill>
                <a:ea typeface="Calibri"/>
              </a:rPr>
              <a:t> of 4NF.</a:t>
            </a:r>
            <a:endParaRPr lang="en-US">
              <a:solidFill>
                <a:schemeClr val="tx1"/>
              </a:solidFill>
              <a:ea typeface="Calibri"/>
            </a:endParaRPr>
          </a:p>
        </p:txBody>
      </p:sp>
      <p:sp>
        <p:nvSpPr>
          <p:cNvPr id="15" name="Content Placeholder 2">
            <a:extLst>
              <a:ext uri="{FF2B5EF4-FFF2-40B4-BE49-F238E27FC236}">
                <a16:creationId xmlns:a16="http://schemas.microsoft.com/office/drawing/2014/main" id="{AD4AFFBF-BD51-CC60-69CE-B128A0EBE9D0}"/>
              </a:ext>
            </a:extLst>
          </p:cNvPr>
          <p:cNvSpPr txBox="1">
            <a:spLocks/>
          </p:cNvSpPr>
          <p:nvPr/>
        </p:nvSpPr>
        <p:spPr>
          <a:xfrm>
            <a:off x="289905" y="3101856"/>
            <a:ext cx="6520829" cy="232756"/>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a:solidFill>
                  <a:schemeClr val="tx1"/>
                </a:solidFill>
                <a:ea typeface="Calibri"/>
              </a:rPr>
              <a:t>Only after all direct prerequisites are </a:t>
            </a:r>
            <a:r>
              <a:rPr lang="en-US" sz="1400" b="1">
                <a:solidFill>
                  <a:schemeClr val="tx1"/>
                </a:solidFill>
                <a:ea typeface="Calibri"/>
              </a:rPr>
              <a:t>mastered </a:t>
            </a:r>
            <a:r>
              <a:rPr lang="en-US" sz="1400">
                <a:solidFill>
                  <a:schemeClr val="tx1"/>
                </a:solidFill>
                <a:ea typeface="Calibri"/>
              </a:rPr>
              <a:t>does the system </a:t>
            </a:r>
            <a:r>
              <a:rPr lang="en-US" sz="1400" b="1">
                <a:solidFill>
                  <a:schemeClr val="tx1"/>
                </a:solidFill>
                <a:ea typeface="Calibri"/>
              </a:rPr>
              <a:t>return to 4NF</a:t>
            </a:r>
            <a:r>
              <a:rPr lang="en-US" sz="1400">
                <a:solidFill>
                  <a:schemeClr val="tx1"/>
                </a:solidFill>
                <a:ea typeface="Calibri"/>
              </a:rPr>
              <a:t>.</a:t>
            </a:r>
            <a:endParaRPr lang="en-US">
              <a:solidFill>
                <a:schemeClr val="tx1"/>
              </a:solidFill>
              <a:ea typeface="Calibri"/>
            </a:endParaRPr>
          </a:p>
        </p:txBody>
      </p:sp>
    </p:spTree>
    <p:extLst>
      <p:ext uri="{BB962C8B-B14F-4D97-AF65-F5344CB8AC3E}">
        <p14:creationId xmlns:p14="http://schemas.microsoft.com/office/powerpoint/2010/main" val="72678460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CA62C-0F7E-31E4-C586-8A8FA17BFD92}"/>
            </a:ext>
          </a:extLst>
        </p:cNvPr>
        <p:cNvGrpSpPr/>
        <p:nvPr/>
      </p:nvGrpSpPr>
      <p:grpSpPr>
        <a:xfrm>
          <a:off x="0" y="0"/>
          <a:ext cx="0" cy="0"/>
          <a:chOff x="0" y="0"/>
          <a:chExt cx="0" cy="0"/>
        </a:xfrm>
      </p:grpSpPr>
      <p:sp>
        <p:nvSpPr>
          <p:cNvPr id="6" name="Slide Number Placeholder 1">
            <a:extLst>
              <a:ext uri="{FF2B5EF4-FFF2-40B4-BE49-F238E27FC236}">
                <a16:creationId xmlns:a16="http://schemas.microsoft.com/office/drawing/2014/main" id="{277852E8-27DF-B2D2-C948-A305705A38FD}"/>
              </a:ext>
            </a:extLst>
          </p:cNvPr>
          <p:cNvSpPr>
            <a:spLocks noGrp="1"/>
          </p:cNvSpPr>
          <p:nvPr>
            <p:ph type="sldNum" sz="quarter" idx="12"/>
          </p:nvPr>
        </p:nvSpPr>
        <p:spPr>
          <a:xfrm>
            <a:off x="4312604" y="4923599"/>
            <a:ext cx="300588" cy="127170"/>
          </a:xfrm>
        </p:spPr>
        <p:txBody>
          <a:bodyPr/>
          <a:lstStyle/>
          <a:p>
            <a:fld id="{662A0901-ACEF-4BE9-9C8C-C119B421173E}" type="slidenum">
              <a:rPr lang="en-US" smtClean="0"/>
              <a:pPr/>
              <a:t>14</a:t>
            </a:fld>
            <a:endParaRPr lang="en-US"/>
          </a:p>
        </p:txBody>
      </p:sp>
      <p:sp>
        <p:nvSpPr>
          <p:cNvPr id="20" name="Footer Placeholder 2">
            <a:extLst>
              <a:ext uri="{FF2B5EF4-FFF2-40B4-BE49-F238E27FC236}">
                <a16:creationId xmlns:a16="http://schemas.microsoft.com/office/drawing/2014/main" id="{D74022EA-D207-3E74-B64F-CE89410555E5}"/>
              </a:ext>
            </a:extLst>
          </p:cNvPr>
          <p:cNvSpPr>
            <a:spLocks noGrp="1"/>
          </p:cNvSpPr>
          <p:nvPr>
            <p:ph type="ftr" sz="quarter" idx="13"/>
          </p:nvPr>
        </p:nvSpPr>
        <p:spPr>
          <a:xfrm>
            <a:off x="4570610" y="4923599"/>
            <a:ext cx="1603957" cy="127170"/>
          </a:xfrm>
        </p:spPr>
        <p:txBody>
          <a:bodyPr/>
          <a:lstStyle/>
          <a:p>
            <a:pPr defTabSz="914355"/>
            <a:r>
              <a:rPr lang="en-US"/>
              <a:t>TCS confidential</a:t>
            </a:r>
          </a:p>
        </p:txBody>
      </p:sp>
      <p:graphicFrame>
        <p:nvGraphicFramePr>
          <p:cNvPr id="3" name="Table 2">
            <a:extLst>
              <a:ext uri="{FF2B5EF4-FFF2-40B4-BE49-F238E27FC236}">
                <a16:creationId xmlns:a16="http://schemas.microsoft.com/office/drawing/2014/main" id="{FEB3D05D-4A01-3AAE-FE63-58C5D86F0E1A}"/>
              </a:ext>
            </a:extLst>
          </p:cNvPr>
          <p:cNvGraphicFramePr>
            <a:graphicFrameLocks noGrp="1"/>
          </p:cNvGraphicFramePr>
          <p:nvPr>
            <p:extLst>
              <p:ext uri="{D42A27DB-BD31-4B8C-83A1-F6EECF244321}">
                <p14:modId xmlns:p14="http://schemas.microsoft.com/office/powerpoint/2010/main" val="1116468702"/>
              </p:ext>
            </p:extLst>
          </p:nvPr>
        </p:nvGraphicFramePr>
        <p:xfrm>
          <a:off x="1632857" y="87086"/>
          <a:ext cx="6797034" cy="4597832"/>
        </p:xfrm>
        <a:graphic>
          <a:graphicData uri="http://schemas.openxmlformats.org/drawingml/2006/table">
            <a:tbl>
              <a:tblPr firstRow="1" bandRow="1">
                <a:tableStyleId>{5C22544A-7EE6-4342-B048-85BDC9FD1C3A}</a:tableStyleId>
              </a:tblPr>
              <a:tblGrid>
                <a:gridCol w="586739">
                  <a:extLst>
                    <a:ext uri="{9D8B030D-6E8A-4147-A177-3AD203B41FA5}">
                      <a16:colId xmlns:a16="http://schemas.microsoft.com/office/drawing/2014/main" val="4003705907"/>
                    </a:ext>
                  </a:extLst>
                </a:gridCol>
                <a:gridCol w="746759">
                  <a:extLst>
                    <a:ext uri="{9D8B030D-6E8A-4147-A177-3AD203B41FA5}">
                      <a16:colId xmlns:a16="http://schemas.microsoft.com/office/drawing/2014/main" val="3086982395"/>
                    </a:ext>
                  </a:extLst>
                </a:gridCol>
                <a:gridCol w="1927860">
                  <a:extLst>
                    <a:ext uri="{9D8B030D-6E8A-4147-A177-3AD203B41FA5}">
                      <a16:colId xmlns:a16="http://schemas.microsoft.com/office/drawing/2014/main" val="2019035273"/>
                    </a:ext>
                  </a:extLst>
                </a:gridCol>
                <a:gridCol w="960117">
                  <a:extLst>
                    <a:ext uri="{9D8B030D-6E8A-4147-A177-3AD203B41FA5}">
                      <a16:colId xmlns:a16="http://schemas.microsoft.com/office/drawing/2014/main" val="1698221698"/>
                    </a:ext>
                  </a:extLst>
                </a:gridCol>
                <a:gridCol w="746759">
                  <a:extLst>
                    <a:ext uri="{9D8B030D-6E8A-4147-A177-3AD203B41FA5}">
                      <a16:colId xmlns:a16="http://schemas.microsoft.com/office/drawing/2014/main" val="2576846301"/>
                    </a:ext>
                  </a:extLst>
                </a:gridCol>
                <a:gridCol w="1828800">
                  <a:extLst>
                    <a:ext uri="{9D8B030D-6E8A-4147-A177-3AD203B41FA5}">
                      <a16:colId xmlns:a16="http://schemas.microsoft.com/office/drawing/2014/main" val="2145055987"/>
                    </a:ext>
                  </a:extLst>
                </a:gridCol>
              </a:tblGrid>
              <a:tr h="396857">
                <a:tc>
                  <a:txBody>
                    <a:bodyPr/>
                    <a:lstStyle/>
                    <a:p>
                      <a:pPr lvl="0" algn="ctr">
                        <a:buNone/>
                      </a:pPr>
                      <a:r>
                        <a:rPr lang="en-US" sz="900" b="1">
                          <a:solidFill>
                            <a:schemeClr val="tx1"/>
                          </a:solidFill>
                          <a:latin typeface="Calibri"/>
                          <a:ea typeface="Calibri"/>
                          <a:cs typeface="Calibri"/>
                        </a:rPr>
                        <a:t>Step</a:t>
                      </a:r>
                      <a:endParaRPr lang="en-US" sz="900" b="1">
                        <a:latin typeface="Calibri"/>
                        <a:ea typeface="Calibri"/>
                        <a:cs typeface="Calibri"/>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900" b="1">
                          <a:solidFill>
                            <a:schemeClr val="tx1"/>
                          </a:solidFill>
                          <a:latin typeface="Calibri"/>
                          <a:ea typeface="Calibri"/>
                          <a:cs typeface="Calibri"/>
                        </a:rPr>
                        <a:t>Learner Response</a:t>
                      </a:r>
                      <a:endParaRPr lang="en-US" sz="900" b="1" dirty="0">
                        <a:solidFill>
                          <a:schemeClr val="tx1"/>
                        </a:solidFill>
                        <a:latin typeface="Calibri"/>
                        <a:ea typeface="Calibri"/>
                        <a:cs typeface="Calibri"/>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900" b="1">
                          <a:solidFill>
                            <a:schemeClr val="tx1"/>
                          </a:solidFill>
                          <a:latin typeface="Calibri"/>
                          <a:ea typeface="Calibri"/>
                          <a:cs typeface="Calibri"/>
                        </a:rPr>
                        <a:t>Updated</a:t>
                      </a:r>
                      <a:endParaRPr lang="en-US" sz="900" b="1" dirty="0">
                        <a:solidFill>
                          <a:schemeClr val="tx1"/>
                        </a:solidFill>
                        <a:latin typeface="Calibri"/>
                        <a:ea typeface="Calibri"/>
                        <a:cs typeface="Calibri"/>
                      </a:endParaRPr>
                    </a:p>
                    <a:p>
                      <a:pPr algn="ctr"/>
                      <a:r>
                        <a:rPr lang="en-US" sz="900" b="1">
                          <a:solidFill>
                            <a:schemeClr val="tx1"/>
                          </a:solidFill>
                          <a:latin typeface="Calibri"/>
                          <a:ea typeface="Calibri"/>
                          <a:cs typeface="Calibri"/>
                        </a:rPr>
                        <a:t> P(Learning Rate of Concept)</a:t>
                      </a:r>
                      <a:endParaRPr lang="en-US" sz="900" b="1" dirty="0">
                        <a:solidFill>
                          <a:schemeClr val="tx1"/>
                        </a:solidFill>
                        <a:latin typeface="Calibri"/>
                        <a:ea typeface="Calibri"/>
                        <a:cs typeface="Calibri"/>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900" b="1">
                          <a:solidFill>
                            <a:schemeClr val="tx1"/>
                          </a:solidFill>
                          <a:latin typeface="Calibri"/>
                          <a:ea typeface="Calibri"/>
                          <a:cs typeface="Calibri"/>
                        </a:rPr>
                        <a:t>Confidence Score</a:t>
                      </a:r>
                      <a:endParaRPr lang="en-US" sz="900" b="1" dirty="0">
                        <a:solidFill>
                          <a:schemeClr val="tx1"/>
                        </a:solidFill>
                        <a:latin typeface="Calibri"/>
                        <a:ea typeface="Calibri"/>
                        <a:cs typeface="Calibri"/>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900" b="1">
                          <a:solidFill>
                            <a:schemeClr val="tx1"/>
                          </a:solidFill>
                          <a:latin typeface="Calibri"/>
                          <a:ea typeface="Calibri"/>
                          <a:cs typeface="Calibri"/>
                        </a:rPr>
                        <a:t>Difficulty State</a:t>
                      </a:r>
                      <a:endParaRPr lang="en-US" sz="900" b="1" dirty="0">
                        <a:solidFill>
                          <a:schemeClr val="tx1"/>
                        </a:solidFill>
                        <a:latin typeface="Calibri"/>
                        <a:ea typeface="Calibri"/>
                        <a:cs typeface="Calibri"/>
                      </a:endParaRP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900" b="1" dirty="0">
                          <a:solidFill>
                            <a:schemeClr val="tx1"/>
                          </a:solidFill>
                          <a:latin typeface="Calibri"/>
                          <a:ea typeface="Calibri"/>
                          <a:cs typeface="Calibri"/>
                        </a:rPr>
                        <a:t>Current Concept(s): </a:t>
                      </a:r>
                      <a:r>
                        <a:rPr lang="en-US" sz="900" b="1">
                          <a:solidFill>
                            <a:schemeClr val="tx1"/>
                          </a:solidFill>
                          <a:latin typeface="Calibri"/>
                          <a:ea typeface="Calibri"/>
                          <a:cs typeface="Calibri"/>
                        </a:rPr>
                        <a:t>Weight</a:t>
                      </a:r>
                      <a:endParaRPr lang="en-US" sz="900" b="1" dirty="0">
                        <a:solidFill>
                          <a:schemeClr val="tx1"/>
                        </a:solidFill>
                        <a:latin typeface="Calibri"/>
                        <a:ea typeface="Calibri"/>
                        <a:cs typeface="Calibri"/>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823281158"/>
                  </a:ext>
                </a:extLst>
              </a:tr>
              <a:tr h="242524">
                <a:tc>
                  <a:txBody>
                    <a:bodyPr/>
                    <a:lstStyle/>
                    <a:p>
                      <a:pPr algn="ctr"/>
                      <a:r>
                        <a:rPr lang="en-US" sz="800">
                          <a:solidFill>
                            <a:schemeClr val="tx1"/>
                          </a:solidFill>
                        </a:rPr>
                        <a:t>Start</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800" b="0" i="0" u="none" strike="noStrike" noProof="0">
                          <a:solidFill>
                            <a:schemeClr val="tx1"/>
                          </a:solidFill>
                          <a:latin typeface="Segoe UI"/>
                          <a:cs typeface="Segoe UI"/>
                        </a:rPr>
                        <a:t>—</a:t>
                      </a:r>
                      <a:endParaRPr lang="en-US" sz="800"/>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a:r>
                        <a:rPr lang="en-US" sz="800">
                          <a:solidFill>
                            <a:schemeClr val="tx1"/>
                          </a:solidFill>
                        </a:rPr>
                        <a:t>0.200</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800">
                          <a:solidFill>
                            <a:schemeClr val="tx1"/>
                          </a:solidFill>
                        </a:rPr>
                        <a:t>0</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900" b="0" i="0" u="none" strike="noStrike" noProof="0">
                          <a:solidFill>
                            <a:schemeClr val="tx1"/>
                          </a:solidFill>
                          <a:latin typeface="Segoe UI"/>
                          <a:cs typeface="Segoe UI"/>
                        </a:rPr>
                        <a:t>—</a:t>
                      </a:r>
                      <a:endParaRPr lang="en-US" sz="900" b="0" i="0" u="none" strike="noStrike" noProof="0">
                        <a:solidFill>
                          <a:srgbClr val="000000"/>
                        </a:solidFill>
                        <a:latin typeface="Segoe UI"/>
                        <a:cs typeface="Segoe UI"/>
                      </a:endParaRP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l">
                        <a:buNone/>
                      </a:pPr>
                      <a:r>
                        <a:rPr lang="en-US" sz="800">
                          <a:solidFill>
                            <a:schemeClr val="tx1"/>
                          </a:solidFill>
                        </a:rPr>
                        <a:t>4NF</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243746617"/>
                  </a:ext>
                </a:extLst>
              </a:tr>
              <a:tr h="242524">
                <a:tc>
                  <a:txBody>
                    <a:bodyPr/>
                    <a:lstStyle/>
                    <a:p>
                      <a:pPr algn="ctr"/>
                      <a:r>
                        <a:rPr lang="en-US" sz="800">
                          <a:solidFill>
                            <a:schemeClr val="tx1"/>
                          </a:solidFill>
                        </a:rPr>
                        <a:t>Q1</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900" b="0" i="0" u="none" strike="noStrike" noProof="0">
                          <a:solidFill>
                            <a:schemeClr val="tx1"/>
                          </a:solidFill>
                          <a:latin typeface="Calibri Light"/>
                          <a:ea typeface="Calibri Light"/>
                          <a:cs typeface="Calibri Light"/>
                        </a:rPr>
                        <a:t>Correct</a:t>
                      </a:r>
                      <a:endParaRPr lang="en-US" sz="900" b="0" i="0" u="none" strike="noStrike" noProof="0">
                        <a:solidFill>
                          <a:srgbClr val="000000"/>
                        </a:solidFill>
                        <a:latin typeface="Calibri Light"/>
                        <a:ea typeface="Calibri Light"/>
                        <a:cs typeface="Calibri Light"/>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900" b="0" i="0" u="none" strike="noStrike" noProof="0">
                          <a:solidFill>
                            <a:schemeClr val="tx1"/>
                          </a:solidFill>
                          <a:latin typeface="Calibri Light"/>
                          <a:ea typeface="Calibri Light"/>
                          <a:cs typeface="Calibri Light"/>
                        </a:rPr>
                        <a:t>P(4NF): 0.46</a:t>
                      </a:r>
                    </a:p>
                    <a:p>
                      <a:pPr lvl="0" algn="ctr">
                        <a:buNone/>
                      </a:pPr>
                      <a:r>
                        <a:rPr lang="en-US" sz="900" b="0" i="0" u="none" strike="noStrike" noProof="0">
                          <a:solidFill>
                            <a:schemeClr val="tx1"/>
                          </a:solidFill>
                          <a:latin typeface="Calibri Light"/>
                          <a:ea typeface="Calibri Light"/>
                          <a:cs typeface="Calibri Light"/>
                        </a:rPr>
                        <a:t>P(MD): 0.31</a:t>
                      </a:r>
                      <a:endParaRPr lang="en-US" sz="900"/>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900" b="0" i="0" u="none" strike="noStrike" noProof="0">
                          <a:solidFill>
                            <a:schemeClr val="tx1"/>
                          </a:solidFill>
                          <a:latin typeface="Calibri Light"/>
                          <a:ea typeface="Calibri Light"/>
                          <a:cs typeface="Calibri Light"/>
                        </a:rPr>
                        <a:t>C(4NF):0.08</a:t>
                      </a:r>
                      <a:br>
                        <a:rPr lang="en-US" sz="900" b="0" i="0" u="none" strike="noStrike" noProof="0" dirty="0">
                          <a:solidFill>
                            <a:srgbClr val="000000"/>
                          </a:solidFill>
                          <a:latin typeface="Calibri Light"/>
                          <a:ea typeface="Calibri Light"/>
                          <a:cs typeface="Calibri Light"/>
                        </a:rPr>
                      </a:br>
                      <a:r>
                        <a:rPr lang="en-US" sz="900" b="0" i="0" u="none" strike="noStrike" noProof="0">
                          <a:solidFill>
                            <a:schemeClr val="tx1"/>
                          </a:solidFill>
                          <a:latin typeface="Calibri Light"/>
                          <a:ea typeface="Calibri Light"/>
                          <a:cs typeface="Calibri Light"/>
                        </a:rPr>
                        <a:t>C(MD): 0.08</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1000" b="0" i="0" u="none" strike="noStrike" noProof="0">
                          <a:solidFill>
                            <a:schemeClr val="tx1"/>
                          </a:solidFill>
                          <a:latin typeface="Calibri Light"/>
                          <a:ea typeface="Calibri Light"/>
                          <a:cs typeface="Calibri Light"/>
                        </a:rPr>
                        <a:t>Easy</a:t>
                      </a:r>
                      <a:endParaRPr lang="en-US" sz="1000"/>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900" b="1" i="0" u="none" strike="noStrike" noProof="0">
                          <a:solidFill>
                            <a:schemeClr val="tx1"/>
                          </a:solidFill>
                          <a:latin typeface="Calibri Light"/>
                          <a:ea typeface="Calibri Light"/>
                          <a:cs typeface="Calibri Light"/>
                        </a:rPr>
                        <a:t>4NF</a:t>
                      </a:r>
                      <a:r>
                        <a:rPr lang="en-US" sz="900" b="0" i="0" u="none" strike="noStrike" noProof="0">
                          <a:solidFill>
                            <a:schemeClr val="tx1"/>
                          </a:solidFill>
                          <a:latin typeface="Calibri Light"/>
                          <a:ea typeface="Calibri Light"/>
                          <a:cs typeface="Calibri Light"/>
                        </a:rPr>
                        <a:t>: 0.7</a:t>
                      </a:r>
                      <a:br>
                        <a:rPr lang="en-US" sz="900" b="0" i="0" u="none" strike="noStrike" noProof="0" dirty="0">
                          <a:solidFill>
                            <a:srgbClr val="000000"/>
                          </a:solidFill>
                          <a:latin typeface="Calibri Light"/>
                          <a:ea typeface="Calibri Light"/>
                          <a:cs typeface="Calibri Light"/>
                        </a:rPr>
                      </a:br>
                      <a:r>
                        <a:rPr lang="en-US" sz="900" b="0" i="0" u="none" strike="noStrike" noProof="0">
                          <a:solidFill>
                            <a:schemeClr val="tx1"/>
                          </a:solidFill>
                          <a:latin typeface="Calibri Light"/>
                          <a:ea typeface="Calibri Light"/>
                          <a:cs typeface="Calibri Light"/>
                        </a:rPr>
                        <a:t>Multivalued Dependency: 0.3</a:t>
                      </a:r>
                      <a:endParaRPr lang="en-US" sz="900" b="0" i="0" u="none" strike="noStrike" noProof="0">
                        <a:solidFill>
                          <a:srgbClr val="000000"/>
                        </a:solidFill>
                        <a:latin typeface="Calibri Light"/>
                        <a:ea typeface="Calibri Light"/>
                        <a:cs typeface="Calibri Light"/>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295843585"/>
                  </a:ext>
                </a:extLst>
              </a:tr>
              <a:tr h="242524">
                <a:tc>
                  <a:txBody>
                    <a:bodyPr/>
                    <a:lstStyle/>
                    <a:p>
                      <a:pPr algn="ctr"/>
                      <a:r>
                        <a:rPr lang="en-US" sz="800">
                          <a:solidFill>
                            <a:schemeClr val="tx1"/>
                          </a:solidFill>
                        </a:rPr>
                        <a:t>Q2</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900" b="0" i="0" u="none" strike="noStrike" noProof="0">
                          <a:solidFill>
                            <a:schemeClr val="tx1"/>
                          </a:solidFill>
                          <a:latin typeface="Calibri Light"/>
                          <a:ea typeface="Calibri Light"/>
                          <a:cs typeface="Calibri Light"/>
                        </a:rPr>
                        <a:t>Correct</a:t>
                      </a:r>
                      <a:endParaRPr lang="en-US" sz="900"/>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900" b="0" i="0" u="none" strike="noStrike" noProof="0">
                          <a:solidFill>
                            <a:schemeClr val="tx1"/>
                          </a:solidFill>
                          <a:latin typeface="Calibri Light"/>
                          <a:ea typeface="Calibri Light"/>
                          <a:cs typeface="Calibri Light"/>
                        </a:rPr>
                        <a:t>P(4NF): 0.69</a:t>
                      </a:r>
                      <a:endParaRPr lang="en-US" sz="900" b="0" i="0" u="none" strike="noStrike" noProof="0">
                        <a:solidFill>
                          <a:srgbClr val="000000"/>
                        </a:solidFill>
                        <a:latin typeface="Calibri Light"/>
                        <a:ea typeface="Calibri Light"/>
                        <a:cs typeface="Calibri Light"/>
                      </a:endParaRPr>
                    </a:p>
                    <a:p>
                      <a:pPr lvl="0" algn="ctr">
                        <a:buNone/>
                      </a:pPr>
                      <a:r>
                        <a:rPr lang="en-US" sz="900" b="0" i="0" u="none" strike="noStrike" noProof="0">
                          <a:solidFill>
                            <a:schemeClr val="tx1"/>
                          </a:solidFill>
                          <a:latin typeface="Calibri Light"/>
                          <a:ea typeface="Calibri Light"/>
                          <a:cs typeface="Calibri Light"/>
                        </a:rPr>
                        <a:t>P(MD): 0.45 </a:t>
                      </a:r>
                      <a:endParaRPr lang="en-US" sz="900" b="0" i="0" u="none" strike="noStrike" noProof="0">
                        <a:solidFill>
                          <a:srgbClr val="000000"/>
                        </a:solidFill>
                        <a:latin typeface="Calibri Light"/>
                        <a:ea typeface="Calibri Light"/>
                        <a:cs typeface="Calibri Light"/>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900" b="0" i="0" u="none" strike="noStrike" noProof="0">
                          <a:solidFill>
                            <a:schemeClr val="tx1"/>
                          </a:solidFill>
                          <a:latin typeface="Calibri Light"/>
                          <a:ea typeface="Calibri Light"/>
                          <a:cs typeface="Calibri Light"/>
                        </a:rPr>
                        <a:t>C(4NF): 0.18</a:t>
                      </a:r>
                      <a:br>
                        <a:rPr lang="en-US" sz="900" b="0" i="0" u="none" strike="noStrike" noProof="0" dirty="0">
                          <a:solidFill>
                            <a:srgbClr val="000000"/>
                          </a:solidFill>
                          <a:latin typeface="Calibri Light"/>
                          <a:ea typeface="Calibri Light"/>
                          <a:cs typeface="Calibri Light"/>
                        </a:rPr>
                      </a:br>
                      <a:r>
                        <a:rPr lang="en-US" sz="900" b="0" i="0" u="none" strike="noStrike" noProof="0">
                          <a:solidFill>
                            <a:schemeClr val="tx1"/>
                          </a:solidFill>
                          <a:latin typeface="Calibri Light"/>
                          <a:ea typeface="Calibri Light"/>
                          <a:cs typeface="Calibri Light"/>
                        </a:rPr>
                        <a:t>C(MD): 0.18</a:t>
                      </a:r>
                      <a:endParaRPr lang="en-US" sz="900" b="0" i="0" u="none" strike="noStrike" noProof="0">
                        <a:solidFill>
                          <a:srgbClr val="000000"/>
                        </a:solidFill>
                        <a:latin typeface="Calibri Light"/>
                        <a:ea typeface="Calibri Light"/>
                        <a:cs typeface="Calibri Light"/>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900" b="0" i="0" u="none" strike="noStrike" noProof="0">
                          <a:solidFill>
                            <a:schemeClr val="tx1"/>
                          </a:solidFill>
                          <a:latin typeface="Calibri Light"/>
                          <a:ea typeface="Calibri Light"/>
                          <a:cs typeface="Calibri Light"/>
                        </a:rPr>
                        <a:t>Medium</a:t>
                      </a:r>
                      <a:endParaRPr lang="en-US" sz="900"/>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900" b="1" i="0" u="none" strike="noStrike" noProof="0" dirty="0">
                          <a:solidFill>
                            <a:schemeClr val="tx1"/>
                          </a:solidFill>
                          <a:latin typeface="Calibri Light"/>
                          <a:ea typeface="Calibri Light"/>
                          <a:cs typeface="Calibri Light"/>
                        </a:rPr>
                        <a:t>4NF</a:t>
                      </a:r>
                      <a:r>
                        <a:rPr lang="en-US" sz="900" b="0" i="0" u="none" strike="noStrike" noProof="0">
                          <a:solidFill>
                            <a:schemeClr val="tx1"/>
                          </a:solidFill>
                          <a:latin typeface="Calibri Light"/>
                          <a:ea typeface="Calibri Light"/>
                          <a:cs typeface="Calibri Light"/>
                        </a:rPr>
                        <a:t>: 0.65</a:t>
                      </a:r>
                      <a:br>
                        <a:rPr lang="en-US" sz="900" b="0" i="0" u="none" strike="noStrike" noProof="0" dirty="0">
                          <a:solidFill>
                            <a:srgbClr val="000000"/>
                          </a:solidFill>
                          <a:latin typeface="Calibri Light"/>
                          <a:ea typeface="Calibri Light"/>
                          <a:cs typeface="Calibri Light"/>
                        </a:rPr>
                      </a:br>
                      <a:r>
                        <a:rPr lang="en-US" sz="900" b="0" i="0" u="none" strike="noStrike" noProof="0">
                          <a:solidFill>
                            <a:schemeClr val="tx1"/>
                          </a:solidFill>
                          <a:latin typeface="Calibri Light"/>
                          <a:ea typeface="Calibri Light"/>
                          <a:cs typeface="Calibri Light"/>
                        </a:rPr>
                        <a:t>Multivalued Dependency: 0.35</a:t>
                      </a:r>
                      <a:endParaRPr lang="en-US" sz="900" b="0" i="0" u="none" strike="noStrike" noProof="0">
                        <a:solidFill>
                          <a:srgbClr val="000000"/>
                        </a:solidFill>
                        <a:latin typeface="Calibri Light"/>
                        <a:ea typeface="Calibri Light"/>
                        <a:cs typeface="Calibri Light"/>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4027417252"/>
                  </a:ext>
                </a:extLst>
              </a:tr>
              <a:tr h="242524">
                <a:tc>
                  <a:txBody>
                    <a:bodyPr/>
                    <a:lstStyle/>
                    <a:p>
                      <a:pPr algn="ctr"/>
                      <a:r>
                        <a:rPr lang="en-US" sz="800">
                          <a:solidFill>
                            <a:schemeClr val="tx1"/>
                          </a:solidFill>
                        </a:rPr>
                        <a:t>Q3</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900" b="0" i="0" u="none" strike="noStrike" noProof="0">
                          <a:solidFill>
                            <a:schemeClr val="tx1"/>
                          </a:solidFill>
                          <a:latin typeface="Calibri Light"/>
                          <a:ea typeface="Calibri Light"/>
                          <a:cs typeface="Calibri Light"/>
                        </a:rPr>
                        <a:t>Correct</a:t>
                      </a:r>
                      <a:endParaRPr lang="en-US" sz="900"/>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900" b="0" i="0" u="none" strike="noStrike" noProof="0">
                          <a:solidFill>
                            <a:schemeClr val="tx1"/>
                          </a:solidFill>
                          <a:latin typeface="Calibri Light"/>
                          <a:ea typeface="Calibri Light"/>
                          <a:cs typeface="Calibri Light"/>
                        </a:rPr>
                        <a:t>P(4NF): 0.83</a:t>
                      </a:r>
                      <a:endParaRPr lang="en-US" sz="900" b="0" i="0" u="none" strike="noStrike" noProof="0">
                        <a:solidFill>
                          <a:srgbClr val="000000"/>
                        </a:solidFill>
                        <a:latin typeface="Calibri Light"/>
                        <a:ea typeface="Calibri Light"/>
                        <a:cs typeface="Calibri Light"/>
                      </a:endParaRPr>
                    </a:p>
                    <a:p>
                      <a:pPr lvl="0" algn="ctr">
                        <a:buNone/>
                      </a:pPr>
                      <a:r>
                        <a:rPr lang="en-US" sz="900" b="0" i="0" u="none" strike="noStrike" noProof="0">
                          <a:solidFill>
                            <a:schemeClr val="tx1"/>
                          </a:solidFill>
                          <a:latin typeface="Calibri Light"/>
                          <a:ea typeface="Calibri Light"/>
                          <a:cs typeface="Calibri Light"/>
                        </a:rPr>
                        <a:t>P(MD): 0.57</a:t>
                      </a:r>
                      <a:endParaRPr lang="en-US" sz="900"/>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900" b="0" i="0" u="none" strike="noStrike" noProof="0">
                          <a:solidFill>
                            <a:schemeClr val="tx1"/>
                          </a:solidFill>
                          <a:latin typeface="Calibri Light"/>
                          <a:ea typeface="Calibri Light"/>
                          <a:cs typeface="Calibri Light"/>
                        </a:rPr>
                        <a:t>C(4NF): 0.30</a:t>
                      </a:r>
                      <a:endParaRPr lang="en-US" sz="900" b="0" i="0" u="none" strike="noStrike" noProof="0">
                        <a:solidFill>
                          <a:srgbClr val="000000"/>
                        </a:solidFill>
                        <a:latin typeface="Calibri Light"/>
                        <a:ea typeface="Calibri Light"/>
                        <a:cs typeface="Calibri Light"/>
                      </a:endParaRPr>
                    </a:p>
                    <a:p>
                      <a:pPr lvl="0" algn="ctr">
                        <a:buNone/>
                      </a:pPr>
                      <a:r>
                        <a:rPr lang="en-US" sz="900" b="0" i="0" u="none" strike="noStrike" noProof="0">
                          <a:solidFill>
                            <a:schemeClr val="tx1"/>
                          </a:solidFill>
                          <a:latin typeface="Calibri Light"/>
                          <a:ea typeface="Calibri Light"/>
                          <a:cs typeface="Calibri Light"/>
                        </a:rPr>
                        <a:t>C(MD): 0.30</a:t>
                      </a:r>
                      <a:endParaRPr lang="en-US" sz="900" b="0" i="0" u="none" strike="noStrike" noProof="0">
                        <a:solidFill>
                          <a:srgbClr val="000000"/>
                        </a:solidFill>
                        <a:latin typeface="Calibri Light"/>
                        <a:ea typeface="Calibri Light"/>
                        <a:cs typeface="Calibri Light"/>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900" b="0" i="0" u="none" strike="noStrike" noProof="0">
                          <a:solidFill>
                            <a:schemeClr val="tx1"/>
                          </a:solidFill>
                          <a:latin typeface="Calibri Light"/>
                          <a:ea typeface="Calibri Light"/>
                          <a:cs typeface="Calibri Light"/>
                        </a:rPr>
                        <a:t>Medium</a:t>
                      </a:r>
                      <a:endParaRPr lang="en-US" sz="900"/>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900" b="1" i="0" u="none" strike="noStrike" noProof="0">
                          <a:solidFill>
                            <a:schemeClr val="tx1"/>
                          </a:solidFill>
                          <a:latin typeface="Calibri Light"/>
                          <a:ea typeface="Calibri Light"/>
                          <a:cs typeface="Calibri Light"/>
                        </a:rPr>
                        <a:t>4NF</a:t>
                      </a:r>
                      <a:r>
                        <a:rPr lang="en-US" sz="900" b="0" i="0" u="none" strike="noStrike" noProof="0">
                          <a:solidFill>
                            <a:schemeClr val="tx1"/>
                          </a:solidFill>
                          <a:latin typeface="Calibri Light"/>
                          <a:ea typeface="Calibri Light"/>
                          <a:cs typeface="Calibri Light"/>
                        </a:rPr>
                        <a:t>: 0.65</a:t>
                      </a:r>
                      <a:br>
                        <a:rPr lang="en-US" sz="900" b="0" i="0" u="none" strike="noStrike" noProof="0" dirty="0">
                          <a:solidFill>
                            <a:srgbClr val="000000"/>
                          </a:solidFill>
                          <a:latin typeface="Calibri Light"/>
                          <a:ea typeface="Calibri Light"/>
                          <a:cs typeface="Calibri Light"/>
                        </a:rPr>
                      </a:br>
                      <a:r>
                        <a:rPr lang="en-US" sz="900" b="0" i="0" u="none" strike="noStrike" noProof="0">
                          <a:solidFill>
                            <a:schemeClr val="tx1"/>
                          </a:solidFill>
                          <a:latin typeface="Calibri Light"/>
                          <a:ea typeface="Calibri Light"/>
                          <a:cs typeface="Calibri Light"/>
                        </a:rPr>
                        <a:t>Multivalued Dependency: 0.35</a:t>
                      </a:r>
                      <a:endParaRPr lang="en-US" sz="900" b="0" i="0" u="none" strike="noStrike" noProof="0">
                        <a:solidFill>
                          <a:srgbClr val="000000"/>
                        </a:solidFill>
                        <a:latin typeface="Calibri Light"/>
                        <a:ea typeface="Calibri Light"/>
                        <a:cs typeface="Calibri Light"/>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730767867"/>
                  </a:ext>
                </a:extLst>
              </a:tr>
              <a:tr h="242524">
                <a:tc>
                  <a:txBody>
                    <a:bodyPr/>
                    <a:lstStyle/>
                    <a:p>
                      <a:pPr algn="ctr"/>
                      <a:r>
                        <a:rPr lang="en-US" sz="800">
                          <a:solidFill>
                            <a:schemeClr val="tx1"/>
                          </a:solidFill>
                        </a:rPr>
                        <a:t>Q4</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900" b="0" i="0" u="none" strike="noStrike" noProof="0">
                          <a:solidFill>
                            <a:schemeClr val="tx1"/>
                          </a:solidFill>
                          <a:latin typeface="Calibri Light"/>
                          <a:ea typeface="Calibri Light"/>
                          <a:cs typeface="Calibri Light"/>
                        </a:rPr>
                        <a:t>Correct</a:t>
                      </a:r>
                      <a:endParaRPr lang="en-US" sz="900"/>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900" b="0" i="0" u="none" strike="noStrike" noProof="0">
                          <a:solidFill>
                            <a:schemeClr val="tx1"/>
                          </a:solidFill>
                          <a:latin typeface="Calibri Light"/>
                          <a:ea typeface="Calibri Light"/>
                          <a:cs typeface="Calibri Light"/>
                        </a:rPr>
                        <a:t>P(3NF): 0.57</a:t>
                      </a:r>
                      <a:endParaRPr lang="en-US" sz="900" b="0" i="0" u="none" strike="noStrike" noProof="0">
                        <a:solidFill>
                          <a:srgbClr val="000000"/>
                        </a:solidFill>
                        <a:latin typeface="Calibri Light"/>
                        <a:ea typeface="Calibri Light"/>
                        <a:cs typeface="Calibri Light"/>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900" b="0" i="0" u="none" strike="noStrike" noProof="0">
                          <a:solidFill>
                            <a:schemeClr val="tx1"/>
                          </a:solidFill>
                          <a:latin typeface="Calibri Light"/>
                          <a:ea typeface="Calibri Light"/>
                          <a:cs typeface="Calibri Light"/>
                        </a:rPr>
                        <a:t>C(3NF): 0.08</a:t>
                      </a:r>
                      <a:endParaRPr lang="en-US" sz="900"/>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1000" b="0" i="0" u="none" strike="noStrike" noProof="0">
                          <a:solidFill>
                            <a:schemeClr val="tx1"/>
                          </a:solidFill>
                          <a:latin typeface="Calibri Light"/>
                          <a:ea typeface="Calibri Light"/>
                          <a:cs typeface="Calibri Light"/>
                        </a:rPr>
                        <a:t>Easy</a:t>
                      </a:r>
                      <a:endParaRPr lang="en-US" sz="1000"/>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l">
                        <a:buNone/>
                      </a:pPr>
                      <a:r>
                        <a:rPr lang="en-US" sz="900" b="1" i="0" u="none" strike="noStrike" noProof="0">
                          <a:solidFill>
                            <a:schemeClr val="tx1"/>
                          </a:solidFill>
                          <a:latin typeface="Calibri Light"/>
                          <a:ea typeface="Calibri Light"/>
                          <a:cs typeface="Calibri Light"/>
                        </a:rPr>
                        <a:t>3NF</a:t>
                      </a:r>
                      <a:r>
                        <a:rPr lang="en-US" sz="900" b="0" i="0" u="none" strike="noStrike" noProof="0">
                          <a:solidFill>
                            <a:schemeClr val="tx1"/>
                          </a:solidFill>
                          <a:latin typeface="Calibri Light"/>
                          <a:ea typeface="Calibri Light"/>
                          <a:cs typeface="Calibri Light"/>
                        </a:rPr>
                        <a:t>: 1.0</a:t>
                      </a:r>
                      <a:endParaRPr lang="en-US" sz="900"/>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685444993"/>
                  </a:ext>
                </a:extLst>
              </a:tr>
              <a:tr h="426719">
                <a:tc>
                  <a:txBody>
                    <a:bodyPr/>
                    <a:lstStyle/>
                    <a:p>
                      <a:pPr lvl="0" algn="ctr">
                        <a:buNone/>
                      </a:pPr>
                      <a:r>
                        <a:rPr lang="en-US" sz="800">
                          <a:solidFill>
                            <a:schemeClr val="tx1"/>
                          </a:solidFill>
                        </a:rPr>
                        <a:t>Q5</a:t>
                      </a:r>
                      <a:endParaRPr lang="en-US" sz="8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900" b="0" i="0" u="none" strike="noStrike" noProof="0">
                          <a:solidFill>
                            <a:schemeClr val="tx1"/>
                          </a:solidFill>
                          <a:latin typeface="Calibri Light"/>
                          <a:ea typeface="Calibri Light"/>
                          <a:cs typeface="Calibri Light"/>
                        </a:rPr>
                        <a:t>Correct</a:t>
                      </a:r>
                      <a:endParaRPr lang="en-US" sz="9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900" b="0" i="0" u="none" strike="noStrike" noProof="0">
                          <a:solidFill>
                            <a:schemeClr val="tx1"/>
                          </a:solidFill>
                          <a:latin typeface="Calibri Light"/>
                          <a:ea typeface="Calibri Light"/>
                          <a:cs typeface="Calibri Light"/>
                        </a:rPr>
                        <a:t>P(3NF): 0.76</a:t>
                      </a:r>
                    </a:p>
                    <a:p>
                      <a:pPr lvl="0" algn="ctr">
                        <a:lnSpc>
                          <a:spcPct val="100000"/>
                        </a:lnSpc>
                        <a:spcBef>
                          <a:spcPts val="0"/>
                        </a:spcBef>
                        <a:spcAft>
                          <a:spcPts val="0"/>
                        </a:spcAft>
                        <a:buNone/>
                      </a:pPr>
                      <a:r>
                        <a:rPr lang="en-US" sz="900" b="0" i="0" u="none" strike="noStrike" noProof="0">
                          <a:solidFill>
                            <a:schemeClr val="tx1"/>
                          </a:solidFill>
                          <a:latin typeface="Calibri Light"/>
                          <a:ea typeface="Calibri Light"/>
                          <a:cs typeface="Calibri Light"/>
                        </a:rPr>
                        <a:t>P(FD): 0.33</a:t>
                      </a:r>
                      <a:endParaRPr lang="en-US" sz="900" b="0" i="0" u="none" strike="noStrike" noProof="0">
                        <a:solidFill>
                          <a:srgbClr val="000000"/>
                        </a:solidFill>
                        <a:latin typeface="Calibri Light"/>
                        <a:ea typeface="Calibri Light"/>
                        <a:cs typeface="Calibri Light"/>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900" b="0" i="0" u="none" strike="noStrike" noProof="0">
                          <a:solidFill>
                            <a:schemeClr val="tx1"/>
                          </a:solidFill>
                          <a:latin typeface="Calibri Light"/>
                          <a:ea typeface="Calibri Light"/>
                          <a:cs typeface="Calibri Light"/>
                        </a:rPr>
                        <a:t>C(3NF): 0.18</a:t>
                      </a:r>
                      <a:endParaRPr lang="en-US" sz="900" b="0" i="0" u="none" strike="noStrike" noProof="0">
                        <a:solidFill>
                          <a:srgbClr val="000000"/>
                        </a:solidFill>
                        <a:latin typeface="Calibri Light"/>
                        <a:ea typeface="Calibri Light"/>
                        <a:cs typeface="Calibri Light"/>
                      </a:endParaRPr>
                    </a:p>
                    <a:p>
                      <a:pPr lvl="0" algn="ctr">
                        <a:lnSpc>
                          <a:spcPct val="100000"/>
                        </a:lnSpc>
                        <a:spcBef>
                          <a:spcPts val="0"/>
                        </a:spcBef>
                        <a:spcAft>
                          <a:spcPts val="0"/>
                        </a:spcAft>
                        <a:buNone/>
                      </a:pPr>
                      <a:r>
                        <a:rPr lang="en-US" sz="900" b="0" i="0" u="none" strike="noStrike" noProof="0">
                          <a:solidFill>
                            <a:schemeClr val="tx1"/>
                          </a:solidFill>
                          <a:latin typeface="Calibri Light"/>
                          <a:ea typeface="Calibri Light"/>
                          <a:cs typeface="Calibri Light"/>
                        </a:rPr>
                        <a:t>C(MD): 0.08</a:t>
                      </a:r>
                      <a:endParaRPr lang="en-US" sz="900" b="0" i="0" u="none" strike="noStrike" noProof="0">
                        <a:solidFill>
                          <a:srgbClr val="000000"/>
                        </a:solidFill>
                        <a:latin typeface="Calibri Light"/>
                        <a:ea typeface="Calibri Light"/>
                        <a:cs typeface="Calibri Light"/>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900" b="0" i="0" u="none" strike="noStrike" noProof="0">
                          <a:solidFill>
                            <a:schemeClr val="tx1"/>
                          </a:solidFill>
                          <a:latin typeface="Calibri Light"/>
                          <a:ea typeface="Calibri Light"/>
                          <a:cs typeface="Calibri Light"/>
                        </a:rPr>
                        <a:t>Medium</a:t>
                      </a:r>
                      <a:endParaRPr lang="en-US" sz="900"/>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900" b="1" i="0" u="none" strike="noStrike" noProof="0">
                          <a:solidFill>
                            <a:schemeClr val="tx1"/>
                          </a:solidFill>
                          <a:latin typeface="Calibri Light"/>
                          <a:ea typeface="Calibri Light"/>
                          <a:cs typeface="Calibri Light"/>
                        </a:rPr>
                        <a:t>3NF</a:t>
                      </a:r>
                      <a:r>
                        <a:rPr lang="en-US" sz="900" b="0" i="0" u="none" strike="noStrike" noProof="0">
                          <a:solidFill>
                            <a:schemeClr val="tx1"/>
                          </a:solidFill>
                          <a:latin typeface="Calibri Light"/>
                          <a:ea typeface="Calibri Light"/>
                          <a:cs typeface="Calibri Light"/>
                        </a:rPr>
                        <a:t>: 0.65</a:t>
                      </a:r>
                      <a:br>
                        <a:rPr lang="en-US" sz="900" b="0" i="0" u="none" strike="noStrike" noProof="0" dirty="0">
                          <a:solidFill>
                            <a:srgbClr val="000000"/>
                          </a:solidFill>
                          <a:latin typeface="Calibri Light"/>
                          <a:ea typeface="Calibri Light"/>
                          <a:cs typeface="Calibri Light"/>
                        </a:rPr>
                      </a:br>
                      <a:r>
                        <a:rPr lang="en-US" sz="900" b="0" i="0" u="none" strike="noStrike" noProof="0">
                          <a:solidFill>
                            <a:schemeClr val="tx1"/>
                          </a:solidFill>
                          <a:latin typeface="Calibri Light"/>
                          <a:ea typeface="Calibri Light"/>
                          <a:cs typeface="Calibri Light"/>
                        </a:rPr>
                        <a:t>Functional Dependency: 0.35</a:t>
                      </a:r>
                      <a:endParaRPr lang="en-US" sz="900" b="0" i="0" u="none" strike="noStrike" noProof="0">
                        <a:solidFill>
                          <a:srgbClr val="000000"/>
                        </a:solidFill>
                        <a:latin typeface="Calibri Light"/>
                        <a:ea typeface="Calibri Light"/>
                        <a:cs typeface="Calibri Light"/>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53600230"/>
                  </a:ext>
                </a:extLst>
              </a:tr>
              <a:tr h="242524">
                <a:tc>
                  <a:txBody>
                    <a:bodyPr/>
                    <a:lstStyle/>
                    <a:p>
                      <a:pPr lvl="0" algn="ctr">
                        <a:buNone/>
                      </a:pPr>
                      <a:r>
                        <a:rPr lang="en-US" sz="900" b="0" i="0" u="none" strike="noStrike" noProof="0">
                          <a:solidFill>
                            <a:schemeClr val="tx1"/>
                          </a:solidFill>
                          <a:latin typeface="Calibri Light"/>
                          <a:ea typeface="Calibri Light"/>
                          <a:cs typeface="Calibri Light"/>
                        </a:rPr>
                        <a:t>Q6</a:t>
                      </a:r>
                      <a:endParaRPr lang="en-US" sz="9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900" b="0" i="0" u="none" strike="noStrike" noProof="0">
                          <a:solidFill>
                            <a:schemeClr val="tx1"/>
                          </a:solidFill>
                          <a:latin typeface="Calibri Light"/>
                          <a:ea typeface="Calibri Light"/>
                          <a:cs typeface="Calibri Light"/>
                        </a:rPr>
                        <a:t>Correct</a:t>
                      </a:r>
                      <a:endParaRPr lang="en-US" sz="9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900" b="0" i="0" u="none" strike="noStrike" noProof="0">
                          <a:solidFill>
                            <a:schemeClr val="tx1"/>
                          </a:solidFill>
                          <a:latin typeface="Calibri Light"/>
                          <a:ea typeface="Calibri Light"/>
                          <a:cs typeface="Calibri Light"/>
                        </a:rPr>
                        <a:t>P(3NF): 0.88</a:t>
                      </a:r>
                      <a:endParaRPr lang="en-US" sz="900"/>
                    </a:p>
                    <a:p>
                      <a:pPr lvl="0" algn="ctr">
                        <a:lnSpc>
                          <a:spcPct val="100000"/>
                        </a:lnSpc>
                        <a:spcBef>
                          <a:spcPts val="0"/>
                        </a:spcBef>
                        <a:spcAft>
                          <a:spcPts val="0"/>
                        </a:spcAft>
                        <a:buNone/>
                      </a:pPr>
                      <a:r>
                        <a:rPr lang="en-US" sz="900" b="0" i="0" u="none" strike="noStrike" noProof="0">
                          <a:solidFill>
                            <a:schemeClr val="tx1"/>
                          </a:solidFill>
                          <a:latin typeface="Calibri Light"/>
                          <a:ea typeface="Calibri Light"/>
                          <a:cs typeface="Calibri Light"/>
                        </a:rPr>
                        <a:t>P(FD): 0.46</a:t>
                      </a:r>
                      <a:endParaRPr lang="en-US" sz="900" b="0" i="0" u="none" strike="noStrike" noProof="0">
                        <a:solidFill>
                          <a:srgbClr val="000000"/>
                        </a:solidFill>
                        <a:latin typeface="Calibri Light"/>
                        <a:ea typeface="Calibri Light"/>
                        <a:cs typeface="Calibri Light"/>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900" b="0" i="0" u="none" strike="noStrike" noProof="0">
                          <a:solidFill>
                            <a:schemeClr val="tx1"/>
                          </a:solidFill>
                          <a:latin typeface="Calibri Light"/>
                          <a:ea typeface="Calibri Light"/>
                          <a:cs typeface="Calibri Light"/>
                        </a:rPr>
                        <a:t>C(3NF): 0.30</a:t>
                      </a:r>
                      <a:endParaRPr lang="en-US" sz="900" b="0" i="0" u="none" strike="noStrike" noProof="0">
                        <a:solidFill>
                          <a:srgbClr val="000000"/>
                        </a:solidFill>
                        <a:latin typeface="Calibri Light"/>
                        <a:ea typeface="Calibri Light"/>
                        <a:cs typeface="Calibri Light"/>
                      </a:endParaRPr>
                    </a:p>
                    <a:p>
                      <a:pPr lvl="0" algn="ctr">
                        <a:lnSpc>
                          <a:spcPct val="100000"/>
                        </a:lnSpc>
                        <a:spcBef>
                          <a:spcPts val="0"/>
                        </a:spcBef>
                        <a:spcAft>
                          <a:spcPts val="0"/>
                        </a:spcAft>
                        <a:buNone/>
                      </a:pPr>
                      <a:r>
                        <a:rPr lang="en-US" sz="900" b="0" i="0" u="none" strike="noStrike" noProof="0">
                          <a:solidFill>
                            <a:schemeClr val="tx1"/>
                          </a:solidFill>
                          <a:latin typeface="Calibri Light"/>
                          <a:ea typeface="Calibri Light"/>
                          <a:cs typeface="Calibri Light"/>
                        </a:rPr>
                        <a:t>C(FD): 0.18</a:t>
                      </a:r>
                      <a:endParaRPr lang="en-US" sz="900" b="0" i="0" u="none" strike="noStrike" noProof="0">
                        <a:solidFill>
                          <a:srgbClr val="000000"/>
                        </a:solidFill>
                        <a:latin typeface="Calibri Light"/>
                        <a:ea typeface="Calibri Light"/>
                        <a:cs typeface="Calibri Light"/>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900" b="0" i="0" u="none" strike="noStrike" noProof="0">
                          <a:solidFill>
                            <a:schemeClr val="tx1"/>
                          </a:solidFill>
                          <a:latin typeface="Calibri Light"/>
                          <a:ea typeface="Calibri Light"/>
                          <a:cs typeface="Calibri Light"/>
                        </a:rPr>
                        <a:t>Medium</a:t>
                      </a:r>
                      <a:endParaRPr lang="en-US" sz="9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900" b="1" i="0" u="none" strike="noStrike" noProof="0">
                          <a:solidFill>
                            <a:schemeClr val="tx1"/>
                          </a:solidFill>
                          <a:latin typeface="Calibri Light"/>
                          <a:ea typeface="Calibri Light"/>
                          <a:cs typeface="Calibri Light"/>
                        </a:rPr>
                        <a:t>3NF</a:t>
                      </a:r>
                      <a:r>
                        <a:rPr lang="en-US" sz="900" b="0" i="0" u="none" strike="noStrike" noProof="0">
                          <a:solidFill>
                            <a:schemeClr val="tx1"/>
                          </a:solidFill>
                          <a:latin typeface="Calibri Light"/>
                          <a:ea typeface="Calibri Light"/>
                          <a:cs typeface="Calibri Light"/>
                        </a:rPr>
                        <a:t>: 0.65</a:t>
                      </a:r>
                      <a:br>
                        <a:rPr lang="en-US" sz="900" b="0" i="0" u="none" strike="noStrike" noProof="0" dirty="0">
                          <a:solidFill>
                            <a:srgbClr val="000000"/>
                          </a:solidFill>
                          <a:latin typeface="Calibri Light"/>
                          <a:ea typeface="Calibri Light"/>
                          <a:cs typeface="Calibri Light"/>
                        </a:rPr>
                      </a:br>
                      <a:r>
                        <a:rPr lang="en-US" sz="900" b="0" i="0" u="none" strike="noStrike" noProof="0">
                          <a:solidFill>
                            <a:schemeClr val="tx1"/>
                          </a:solidFill>
                          <a:latin typeface="Calibri Light"/>
                          <a:ea typeface="Calibri Light"/>
                          <a:cs typeface="Calibri Light"/>
                        </a:rPr>
                        <a:t>Functional Dependency: 0.35</a:t>
                      </a:r>
                      <a:endParaRPr lang="en-US" sz="900" b="0" i="0" u="none" strike="noStrike" noProof="0">
                        <a:solidFill>
                          <a:srgbClr val="000000"/>
                        </a:solidFill>
                        <a:latin typeface="Calibri Light"/>
                        <a:ea typeface="Calibri Light"/>
                        <a:cs typeface="Calibri Light"/>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14290718"/>
                  </a:ext>
                </a:extLst>
              </a:tr>
              <a:tr h="242524">
                <a:tc>
                  <a:txBody>
                    <a:bodyPr/>
                    <a:lstStyle/>
                    <a:p>
                      <a:pPr lvl="0" algn="ctr">
                        <a:buNone/>
                      </a:pPr>
                      <a:r>
                        <a:rPr lang="en-US" sz="900" b="0" i="0" u="none" strike="noStrike" noProof="0">
                          <a:solidFill>
                            <a:schemeClr val="tx1"/>
                          </a:solidFill>
                          <a:latin typeface="Calibri Light"/>
                          <a:ea typeface="Calibri Light"/>
                          <a:cs typeface="Calibri Light"/>
                        </a:rPr>
                        <a:t>Q7</a:t>
                      </a:r>
                      <a:endParaRPr lang="en-US" sz="9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900" b="0" i="0" u="none" strike="noStrike" noProof="0">
                          <a:solidFill>
                            <a:schemeClr val="tx1"/>
                          </a:solidFill>
                          <a:latin typeface="Calibri Light"/>
                          <a:ea typeface="Calibri Light"/>
                          <a:cs typeface="Calibri Light"/>
                        </a:rPr>
                        <a:t>Correct</a:t>
                      </a:r>
                      <a:endParaRPr lang="en-US" sz="9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900" b="0" i="0" u="none" strike="noStrike" noProof="0">
                          <a:solidFill>
                            <a:schemeClr val="tx1"/>
                          </a:solidFill>
                          <a:latin typeface="Calibri Light"/>
                          <a:ea typeface="Calibri Light"/>
                          <a:cs typeface="Calibri Light"/>
                        </a:rPr>
                        <a:t>P(BCNF): 0.44</a:t>
                      </a:r>
                      <a:endParaRPr lang="en-US" sz="900"/>
                    </a:p>
                    <a:p>
                      <a:pPr lvl="0" algn="ctr">
                        <a:lnSpc>
                          <a:spcPct val="100000"/>
                        </a:lnSpc>
                        <a:spcBef>
                          <a:spcPts val="0"/>
                        </a:spcBef>
                        <a:spcAft>
                          <a:spcPts val="0"/>
                        </a:spcAft>
                        <a:buNone/>
                      </a:pPr>
                      <a:r>
                        <a:rPr lang="en-US" sz="900" b="0" i="0" u="none" strike="noStrike" noProof="0">
                          <a:solidFill>
                            <a:schemeClr val="tx1"/>
                          </a:solidFill>
                          <a:latin typeface="Calibri Light"/>
                          <a:ea typeface="Calibri Light"/>
                          <a:cs typeface="Calibri Light"/>
                        </a:rPr>
                        <a:t>P(FD): 0.59</a:t>
                      </a:r>
                      <a:endParaRPr lang="en-US" sz="900" b="0" i="0" u="none" strike="noStrike" noProof="0">
                        <a:solidFill>
                          <a:srgbClr val="000000"/>
                        </a:solidFill>
                        <a:latin typeface="Calibri Light"/>
                        <a:ea typeface="Calibri Light"/>
                        <a:cs typeface="Calibri Light"/>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900" b="0" i="0" u="none" strike="noStrike" noProof="0">
                          <a:solidFill>
                            <a:schemeClr val="tx1"/>
                          </a:solidFill>
                          <a:latin typeface="Calibri Light"/>
                          <a:ea typeface="Calibri Light"/>
                          <a:cs typeface="Calibri Light"/>
                        </a:rPr>
                        <a:t>C(BCNF): 0.08</a:t>
                      </a:r>
                      <a:endParaRPr lang="en-US" sz="900" b="0" i="0" u="none" strike="noStrike" noProof="0">
                        <a:solidFill>
                          <a:srgbClr val="000000"/>
                        </a:solidFill>
                        <a:latin typeface="Calibri Light"/>
                        <a:ea typeface="Calibri Light"/>
                        <a:cs typeface="Calibri Light"/>
                      </a:endParaRPr>
                    </a:p>
                    <a:p>
                      <a:pPr lvl="0" algn="ctr">
                        <a:lnSpc>
                          <a:spcPct val="100000"/>
                        </a:lnSpc>
                        <a:spcBef>
                          <a:spcPts val="0"/>
                        </a:spcBef>
                        <a:spcAft>
                          <a:spcPts val="0"/>
                        </a:spcAft>
                        <a:buNone/>
                      </a:pPr>
                      <a:r>
                        <a:rPr lang="en-US" sz="900" b="0" i="0" u="none" strike="noStrike" noProof="0">
                          <a:solidFill>
                            <a:schemeClr val="tx1"/>
                          </a:solidFill>
                          <a:latin typeface="Calibri Light"/>
                          <a:ea typeface="Calibri Light"/>
                          <a:cs typeface="Calibri Light"/>
                        </a:rPr>
                        <a:t>C(FD): 0.30</a:t>
                      </a:r>
                      <a:endParaRPr lang="en-US" sz="900" b="0" i="0" u="none" strike="noStrike" noProof="0">
                        <a:solidFill>
                          <a:srgbClr val="000000"/>
                        </a:solidFill>
                        <a:latin typeface="Calibri Light"/>
                        <a:ea typeface="Calibri Light"/>
                        <a:cs typeface="Calibri Light"/>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1000" b="0" i="0" u="none" strike="noStrike" noProof="0">
                          <a:solidFill>
                            <a:schemeClr val="tx1"/>
                          </a:solidFill>
                          <a:latin typeface="Calibri Light"/>
                          <a:ea typeface="Calibri Light"/>
                          <a:cs typeface="Calibri Light"/>
                        </a:rPr>
                        <a:t>Easy</a:t>
                      </a:r>
                      <a:endParaRPr lang="en-US" sz="10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900" b="1" i="0" u="none" strike="noStrike" noProof="0">
                          <a:solidFill>
                            <a:schemeClr val="tx1"/>
                          </a:solidFill>
                          <a:latin typeface="Calibri Light"/>
                          <a:ea typeface="Calibri Light"/>
                          <a:cs typeface="Calibri Light"/>
                        </a:rPr>
                        <a:t>BCNF</a:t>
                      </a:r>
                      <a:r>
                        <a:rPr lang="en-US" sz="900" b="0" i="0" u="none" strike="noStrike" noProof="0">
                          <a:solidFill>
                            <a:schemeClr val="tx1"/>
                          </a:solidFill>
                          <a:latin typeface="Calibri Light"/>
                          <a:ea typeface="Calibri Light"/>
                          <a:cs typeface="Calibri Light"/>
                        </a:rPr>
                        <a:t>: 0.65</a:t>
                      </a:r>
                      <a:br>
                        <a:rPr lang="en-US" sz="900" b="0" i="0" u="none" strike="noStrike" noProof="0" dirty="0">
                          <a:solidFill>
                            <a:srgbClr val="000000"/>
                          </a:solidFill>
                          <a:latin typeface="Calibri Light"/>
                          <a:ea typeface="Calibri Light"/>
                          <a:cs typeface="Calibri Light"/>
                        </a:rPr>
                      </a:br>
                      <a:r>
                        <a:rPr lang="en-US" sz="900" b="0" i="0" u="none" strike="noStrike" noProof="0">
                          <a:solidFill>
                            <a:schemeClr val="tx1"/>
                          </a:solidFill>
                          <a:latin typeface="Calibri Light"/>
                          <a:ea typeface="Calibri Light"/>
                          <a:cs typeface="Calibri Light"/>
                        </a:rPr>
                        <a:t>Functional Dependency: 0.35</a:t>
                      </a:r>
                      <a:endParaRPr lang="en-US" sz="900" b="0" i="0" u="none" strike="noStrike" noProof="0">
                        <a:solidFill>
                          <a:srgbClr val="000000"/>
                        </a:solidFill>
                        <a:latin typeface="Calibri Light"/>
                        <a:ea typeface="Calibri Light"/>
                        <a:cs typeface="Calibri Light"/>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1295856"/>
                  </a:ext>
                </a:extLst>
              </a:tr>
              <a:tr h="242524">
                <a:tc>
                  <a:txBody>
                    <a:bodyPr/>
                    <a:lstStyle/>
                    <a:p>
                      <a:pPr lvl="0" algn="ctr">
                        <a:buNone/>
                      </a:pPr>
                      <a:r>
                        <a:rPr lang="en-US" sz="900" b="0" i="0" u="none" strike="noStrike" noProof="0">
                          <a:solidFill>
                            <a:schemeClr val="tx1"/>
                          </a:solidFill>
                          <a:latin typeface="Calibri Light"/>
                          <a:ea typeface="Calibri Light"/>
                          <a:cs typeface="Calibri Light"/>
                        </a:rPr>
                        <a:t>Q8</a:t>
                      </a:r>
                      <a:endParaRPr lang="en-US" sz="900" b="0" i="0" u="none" strike="noStrike" noProof="0" dirty="0">
                        <a:solidFill>
                          <a:schemeClr val="tx1"/>
                        </a:solidFill>
                        <a:latin typeface="Calibri Light"/>
                        <a:ea typeface="Calibri Light"/>
                        <a:cs typeface="Calibri Light"/>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900" b="0" i="0" u="none" strike="noStrike" noProof="0">
                          <a:solidFill>
                            <a:schemeClr val="tx1"/>
                          </a:solidFill>
                          <a:latin typeface="Calibri Light"/>
                          <a:ea typeface="Calibri Light"/>
                          <a:cs typeface="Calibri Light"/>
                        </a:rPr>
                        <a:t>Correct</a:t>
                      </a:r>
                      <a:endParaRPr lang="en-US" sz="9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900" b="0" i="0" u="none" strike="noStrike" noProof="0">
                          <a:solidFill>
                            <a:schemeClr val="tx1"/>
                          </a:solidFill>
                          <a:latin typeface="Calibri Light"/>
                          <a:ea typeface="Calibri Light"/>
                          <a:cs typeface="Calibri Light"/>
                        </a:rPr>
                        <a:t>P(BCNF): 0.67</a:t>
                      </a:r>
                      <a:endParaRPr lang="en-US" sz="900"/>
                    </a:p>
                    <a:p>
                      <a:pPr lvl="0" algn="ctr">
                        <a:lnSpc>
                          <a:spcPct val="100000"/>
                        </a:lnSpc>
                        <a:spcBef>
                          <a:spcPts val="0"/>
                        </a:spcBef>
                        <a:spcAft>
                          <a:spcPts val="0"/>
                        </a:spcAft>
                        <a:buNone/>
                      </a:pPr>
                      <a:r>
                        <a:rPr lang="en-US" sz="900" b="0" i="0" u="none" strike="noStrike" noProof="0">
                          <a:solidFill>
                            <a:schemeClr val="tx1"/>
                          </a:solidFill>
                          <a:latin typeface="Calibri Light"/>
                          <a:ea typeface="Calibri Light"/>
                          <a:cs typeface="Calibri Light"/>
                        </a:rPr>
                        <a:t>P(FD): 0.69</a:t>
                      </a:r>
                      <a:endParaRPr lang="en-US" sz="900" b="0" i="0" u="none" strike="noStrike" noProof="0">
                        <a:solidFill>
                          <a:srgbClr val="000000"/>
                        </a:solidFill>
                        <a:latin typeface="Calibri Light"/>
                        <a:ea typeface="Calibri Light"/>
                        <a:cs typeface="Calibri Light"/>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900" b="0" i="0" u="none" strike="noStrike" noProof="0">
                          <a:solidFill>
                            <a:schemeClr val="tx1"/>
                          </a:solidFill>
                          <a:latin typeface="Calibri Light"/>
                          <a:ea typeface="Calibri Light"/>
                          <a:cs typeface="Calibri Light"/>
                        </a:rPr>
                        <a:t>C(BCNF): 0.18</a:t>
                      </a:r>
                      <a:endParaRPr lang="en-US" sz="900" b="0" i="0" u="none" strike="noStrike" noProof="0">
                        <a:solidFill>
                          <a:srgbClr val="000000"/>
                        </a:solidFill>
                        <a:latin typeface="Calibri Light"/>
                        <a:ea typeface="Calibri Light"/>
                        <a:cs typeface="Calibri Light"/>
                      </a:endParaRPr>
                    </a:p>
                    <a:p>
                      <a:pPr lvl="0" algn="ctr">
                        <a:lnSpc>
                          <a:spcPct val="100000"/>
                        </a:lnSpc>
                        <a:spcBef>
                          <a:spcPts val="0"/>
                        </a:spcBef>
                        <a:spcAft>
                          <a:spcPts val="0"/>
                        </a:spcAft>
                        <a:buNone/>
                      </a:pPr>
                      <a:r>
                        <a:rPr lang="en-US" sz="900" b="0" i="0" u="none" strike="noStrike" noProof="0">
                          <a:solidFill>
                            <a:schemeClr val="tx1"/>
                          </a:solidFill>
                          <a:latin typeface="Calibri Light"/>
                          <a:ea typeface="Calibri Light"/>
                          <a:cs typeface="Calibri Light"/>
                        </a:rPr>
                        <a:t>C(FD): 0.43</a:t>
                      </a:r>
                      <a:endParaRPr lang="en-US" sz="900" b="0" i="0" u="none" strike="noStrike" noProof="0">
                        <a:solidFill>
                          <a:srgbClr val="000000"/>
                        </a:solidFill>
                        <a:latin typeface="Calibri Light"/>
                        <a:ea typeface="Calibri Light"/>
                        <a:cs typeface="Calibri Light"/>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900" b="0" i="0" u="none" strike="noStrike" noProof="0">
                          <a:solidFill>
                            <a:schemeClr val="tx1"/>
                          </a:solidFill>
                          <a:latin typeface="Calibri Light"/>
                          <a:ea typeface="Calibri Light"/>
                          <a:cs typeface="Calibri Light"/>
                        </a:rPr>
                        <a:t>Medium</a:t>
                      </a:r>
                      <a:endParaRPr lang="en-US" sz="9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900" b="1" i="0" u="none" strike="noStrike" noProof="0">
                          <a:solidFill>
                            <a:schemeClr val="tx1"/>
                          </a:solidFill>
                          <a:latin typeface="Calibri Light"/>
                          <a:ea typeface="Calibri Light"/>
                          <a:cs typeface="Calibri Light"/>
                        </a:rPr>
                        <a:t>BCNF</a:t>
                      </a:r>
                      <a:r>
                        <a:rPr lang="en-US" sz="900" b="0" i="0" u="none" strike="noStrike" noProof="0">
                          <a:solidFill>
                            <a:schemeClr val="tx1"/>
                          </a:solidFill>
                          <a:latin typeface="Calibri Light"/>
                          <a:ea typeface="Calibri Light"/>
                          <a:cs typeface="Calibri Light"/>
                        </a:rPr>
                        <a:t>: 0.65</a:t>
                      </a:r>
                      <a:br>
                        <a:rPr lang="en-US" sz="900" b="0" i="0" u="none" strike="noStrike" noProof="0" dirty="0">
                          <a:solidFill>
                            <a:srgbClr val="000000"/>
                          </a:solidFill>
                          <a:latin typeface="Calibri Light"/>
                          <a:ea typeface="Calibri Light"/>
                          <a:cs typeface="Calibri Light"/>
                        </a:rPr>
                      </a:br>
                      <a:r>
                        <a:rPr lang="en-US" sz="900" b="0" i="0" u="none" strike="noStrike" noProof="0">
                          <a:solidFill>
                            <a:schemeClr val="tx1"/>
                          </a:solidFill>
                          <a:latin typeface="Calibri Light"/>
                          <a:ea typeface="Calibri Light"/>
                          <a:cs typeface="Calibri Light"/>
                        </a:rPr>
                        <a:t>Functional Dependency: 0.35</a:t>
                      </a:r>
                      <a:endParaRPr lang="en-US" sz="900" b="0" i="0" u="none" strike="noStrike" noProof="0">
                        <a:solidFill>
                          <a:srgbClr val="000000"/>
                        </a:solidFill>
                        <a:latin typeface="Calibri Light"/>
                        <a:ea typeface="Calibri Light"/>
                        <a:cs typeface="Calibri Light"/>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64166467"/>
                  </a:ext>
                </a:extLst>
              </a:tr>
              <a:tr h="242524">
                <a:tc>
                  <a:txBody>
                    <a:bodyPr/>
                    <a:lstStyle/>
                    <a:p>
                      <a:pPr lvl="0" algn="ctr">
                        <a:buNone/>
                      </a:pPr>
                      <a:r>
                        <a:rPr lang="en-US" sz="900" b="0" i="0" u="none" strike="noStrike" noProof="0">
                          <a:solidFill>
                            <a:schemeClr val="tx1"/>
                          </a:solidFill>
                          <a:latin typeface="Calibri Light"/>
                          <a:ea typeface="Calibri Light"/>
                          <a:cs typeface="Calibri Light"/>
                        </a:rPr>
                        <a:t>Q9</a:t>
                      </a:r>
                      <a:endParaRPr lang="en-US" sz="9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900" b="0" i="0" u="none" strike="noStrike" noProof="0">
                          <a:solidFill>
                            <a:schemeClr val="tx1"/>
                          </a:solidFill>
                          <a:latin typeface="Calibri Light"/>
                          <a:ea typeface="Calibri Light"/>
                          <a:cs typeface="Calibri Light"/>
                        </a:rPr>
                        <a:t>Correct</a:t>
                      </a:r>
                      <a:endParaRPr lang="en-US" sz="9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900" b="0" i="0" u="none" strike="noStrike" noProof="0">
                          <a:solidFill>
                            <a:schemeClr val="tx1"/>
                          </a:solidFill>
                          <a:latin typeface="Calibri Light"/>
                          <a:ea typeface="Calibri Light"/>
                          <a:cs typeface="Calibri Light"/>
                        </a:rPr>
                        <a:t>P(BCNF): 0.91</a:t>
                      </a:r>
                      <a:endParaRPr lang="en-US" sz="900" b="0" i="0" u="none" strike="noStrike" noProof="0">
                        <a:solidFill>
                          <a:srgbClr val="000000"/>
                        </a:solidFill>
                        <a:latin typeface="Calibri Light"/>
                        <a:ea typeface="Calibri Light"/>
                        <a:cs typeface="Calibri Light"/>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900" b="0" i="0" u="none" strike="noStrike" noProof="0">
                          <a:solidFill>
                            <a:schemeClr val="tx1"/>
                          </a:solidFill>
                          <a:latin typeface="Calibri Light"/>
                          <a:ea typeface="Calibri Light"/>
                          <a:cs typeface="Calibri Light"/>
                        </a:rPr>
                        <a:t>C(BCNF): 0.30</a:t>
                      </a:r>
                      <a:endParaRPr lang="en-US" sz="900"/>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900" b="0" i="0" u="none" strike="noStrike" noProof="0">
                          <a:solidFill>
                            <a:schemeClr val="tx1"/>
                          </a:solidFill>
                          <a:latin typeface="Calibri Light"/>
                          <a:ea typeface="Calibri Light"/>
                          <a:cs typeface="Calibri Light"/>
                        </a:rPr>
                        <a:t>Medium</a:t>
                      </a:r>
                      <a:endParaRPr lang="en-US" sz="9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900" b="1" i="0" u="none" strike="noStrike" noProof="0">
                          <a:solidFill>
                            <a:schemeClr val="tx1"/>
                          </a:solidFill>
                          <a:latin typeface="Calibri Light"/>
                          <a:ea typeface="Calibri Light"/>
                          <a:cs typeface="Calibri Light"/>
                        </a:rPr>
                        <a:t>BCNF</a:t>
                      </a:r>
                      <a:r>
                        <a:rPr lang="en-US" sz="900" b="0" i="0" u="none" strike="noStrike" noProof="0">
                          <a:solidFill>
                            <a:schemeClr val="tx1"/>
                          </a:solidFill>
                          <a:latin typeface="Calibri Light"/>
                          <a:ea typeface="Calibri Light"/>
                          <a:cs typeface="Calibri Light"/>
                        </a:rPr>
                        <a:t>: 1.0</a:t>
                      </a:r>
                      <a:endParaRPr lang="en-US" sz="900" b="0" i="0" u="none" strike="noStrike" noProof="0">
                        <a:solidFill>
                          <a:srgbClr val="000000"/>
                        </a:solidFill>
                        <a:latin typeface="Calibri Light"/>
                        <a:ea typeface="Calibri Light"/>
                        <a:cs typeface="Calibri Light"/>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31203636"/>
                  </a:ext>
                </a:extLst>
              </a:tr>
              <a:tr h="242524">
                <a:tc>
                  <a:txBody>
                    <a:bodyPr/>
                    <a:lstStyle/>
                    <a:p>
                      <a:pPr lvl="0" algn="ctr">
                        <a:buNone/>
                      </a:pPr>
                      <a:r>
                        <a:rPr lang="en-US" sz="900" b="0" i="0" u="none" strike="noStrike" noProof="0">
                          <a:solidFill>
                            <a:schemeClr val="tx1"/>
                          </a:solidFill>
                          <a:latin typeface="Calibri Light"/>
                          <a:ea typeface="Calibri Light"/>
                          <a:cs typeface="Calibri Light"/>
                        </a:rPr>
                        <a:t>Q10</a:t>
                      </a:r>
                      <a:endParaRPr lang="en-US" sz="9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900" b="0" i="0" u="none" strike="noStrike" noProof="0">
                          <a:solidFill>
                            <a:schemeClr val="tx1"/>
                          </a:solidFill>
                          <a:latin typeface="Calibri Light"/>
                          <a:ea typeface="Calibri Light"/>
                          <a:cs typeface="Calibri Light"/>
                        </a:rPr>
                        <a:t>Correct</a:t>
                      </a:r>
                      <a:endParaRPr lang="en-US" sz="9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900" b="0" i="0" u="none" strike="noStrike" noProof="0">
                          <a:solidFill>
                            <a:schemeClr val="tx1"/>
                          </a:solidFill>
                          <a:latin typeface="Calibri Light"/>
                          <a:ea typeface="Calibri Light"/>
                          <a:cs typeface="Calibri Light"/>
                        </a:rPr>
                        <a:t>P(MD): 0.76</a:t>
                      </a:r>
                    </a:p>
                    <a:p>
                      <a:pPr lvl="0" algn="ctr">
                        <a:lnSpc>
                          <a:spcPct val="100000"/>
                        </a:lnSpc>
                        <a:spcBef>
                          <a:spcPts val="0"/>
                        </a:spcBef>
                        <a:spcAft>
                          <a:spcPts val="0"/>
                        </a:spcAft>
                        <a:buNone/>
                      </a:pPr>
                      <a:r>
                        <a:rPr lang="en-US" sz="900" b="0" i="0" u="none" strike="noStrike" noProof="0">
                          <a:solidFill>
                            <a:schemeClr val="tx1"/>
                          </a:solidFill>
                          <a:latin typeface="Calibri Light"/>
                          <a:ea typeface="Calibri Light"/>
                          <a:cs typeface="Calibri Light"/>
                        </a:rPr>
                        <a:t>P(FD): 0.77</a:t>
                      </a:r>
                      <a:endParaRPr lang="en-US" sz="900" b="0" i="0" u="none" strike="noStrike" noProof="0">
                        <a:solidFill>
                          <a:srgbClr val="000000"/>
                        </a:solidFill>
                        <a:latin typeface="Calibri Light"/>
                        <a:ea typeface="Calibri Light"/>
                        <a:cs typeface="Calibri Light"/>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900" b="0" i="0" u="none" strike="noStrike" noProof="0">
                          <a:solidFill>
                            <a:schemeClr val="tx1"/>
                          </a:solidFill>
                          <a:latin typeface="Calibri Light"/>
                          <a:ea typeface="Calibri Light"/>
                          <a:cs typeface="Calibri Light"/>
                        </a:rPr>
                        <a:t>C(MD): 0.43</a:t>
                      </a:r>
                    </a:p>
                    <a:p>
                      <a:pPr lvl="0" algn="ctr">
                        <a:lnSpc>
                          <a:spcPct val="100000"/>
                        </a:lnSpc>
                        <a:spcBef>
                          <a:spcPts val="0"/>
                        </a:spcBef>
                        <a:spcAft>
                          <a:spcPts val="0"/>
                        </a:spcAft>
                        <a:buNone/>
                      </a:pPr>
                      <a:r>
                        <a:rPr lang="en-US" sz="900" b="0" i="0" u="none" strike="noStrike" noProof="0">
                          <a:solidFill>
                            <a:schemeClr val="tx1"/>
                          </a:solidFill>
                          <a:latin typeface="Calibri Light"/>
                          <a:ea typeface="Calibri Light"/>
                          <a:cs typeface="Calibri Light"/>
                        </a:rPr>
                        <a:t>C(FD): 0.57</a:t>
                      </a:r>
                      <a:endParaRPr lang="en-US" sz="900" b="0" i="0" u="none" strike="noStrike" noProof="0">
                        <a:solidFill>
                          <a:srgbClr val="000000"/>
                        </a:solidFill>
                        <a:latin typeface="Calibri Light"/>
                        <a:ea typeface="Calibri Light"/>
                        <a:cs typeface="Calibri Light"/>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900" b="0" i="0" u="none" strike="noStrike" noProof="0">
                          <a:solidFill>
                            <a:schemeClr val="tx1"/>
                          </a:solidFill>
                          <a:latin typeface="Calibri Light"/>
                          <a:ea typeface="Calibri Light"/>
                          <a:cs typeface="Calibri Light"/>
                        </a:rPr>
                        <a:t>Medium</a:t>
                      </a:r>
                      <a:endParaRPr lang="en-US" sz="9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900" b="1" i="0" u="none" strike="noStrike" noProof="0">
                          <a:solidFill>
                            <a:schemeClr val="tx1"/>
                          </a:solidFill>
                          <a:latin typeface="Calibri Light"/>
                          <a:ea typeface="Calibri Light"/>
                          <a:cs typeface="Calibri Light"/>
                        </a:rPr>
                        <a:t>Multivalued Dependency</a:t>
                      </a:r>
                      <a:r>
                        <a:rPr lang="en-US" sz="900" b="0" i="0" u="none" strike="noStrike" noProof="0">
                          <a:solidFill>
                            <a:schemeClr val="tx1"/>
                          </a:solidFill>
                          <a:latin typeface="Calibri Light"/>
                          <a:ea typeface="Calibri Light"/>
                          <a:cs typeface="Calibri Light"/>
                        </a:rPr>
                        <a:t>: 0.65</a:t>
                      </a:r>
                      <a:endParaRPr lang="en-US" sz="900" b="0" i="0" u="none" strike="noStrike" noProof="0" dirty="0">
                        <a:solidFill>
                          <a:schemeClr val="tx1"/>
                        </a:solidFill>
                        <a:latin typeface="Calibri Light"/>
                        <a:ea typeface="Calibri Light"/>
                        <a:cs typeface="Calibri Light"/>
                      </a:endParaRPr>
                    </a:p>
                    <a:p>
                      <a:pPr lvl="0" algn="l">
                        <a:lnSpc>
                          <a:spcPct val="100000"/>
                        </a:lnSpc>
                        <a:spcBef>
                          <a:spcPts val="0"/>
                        </a:spcBef>
                        <a:spcAft>
                          <a:spcPts val="0"/>
                        </a:spcAft>
                        <a:buNone/>
                      </a:pPr>
                      <a:r>
                        <a:rPr lang="en-US" sz="900" b="0" i="0" u="none" strike="noStrike" noProof="0">
                          <a:solidFill>
                            <a:schemeClr val="tx1"/>
                          </a:solidFill>
                          <a:latin typeface="Calibri Light"/>
                          <a:ea typeface="Calibri Light"/>
                          <a:cs typeface="Calibri Light"/>
                        </a:rPr>
                        <a:t>Functional Dependency: 0.35</a:t>
                      </a:r>
                      <a:endParaRPr lang="en-US" sz="9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93411502"/>
                  </a:ext>
                </a:extLst>
              </a:tr>
              <a:tr h="242524">
                <a:tc>
                  <a:txBody>
                    <a:bodyPr/>
                    <a:lstStyle/>
                    <a:p>
                      <a:pPr lvl="0" algn="ctr">
                        <a:buNone/>
                      </a:pPr>
                      <a:r>
                        <a:rPr lang="en-US" sz="900" b="0" i="0" u="none" strike="noStrike" noProof="0">
                          <a:solidFill>
                            <a:schemeClr val="tx1"/>
                          </a:solidFill>
                          <a:latin typeface="Calibri Light"/>
                          <a:ea typeface="Calibri Light"/>
                          <a:cs typeface="Calibri Light"/>
                        </a:rPr>
                        <a:t>Q11 </a:t>
                      </a:r>
                      <a:endParaRPr lang="en-US" sz="900" b="0" i="0" u="none" strike="noStrike" noProof="0" dirty="0">
                        <a:solidFill>
                          <a:schemeClr val="tx1"/>
                        </a:solidFill>
                        <a:latin typeface="Calibri Light"/>
                        <a:ea typeface="Calibri Light"/>
                        <a:cs typeface="Calibri Light"/>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900" b="0" i="0" u="none" strike="noStrike" noProof="0">
                          <a:solidFill>
                            <a:schemeClr val="tx1"/>
                          </a:solidFill>
                          <a:latin typeface="Calibri Light"/>
                          <a:ea typeface="Calibri Light"/>
                          <a:cs typeface="Calibri Light"/>
                        </a:rPr>
                        <a:t>Correct</a:t>
                      </a:r>
                      <a:endParaRPr lang="en-US" sz="9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900" b="0" i="0" u="none" strike="noStrike" noProof="0">
                          <a:solidFill>
                            <a:schemeClr val="tx1"/>
                          </a:solidFill>
                          <a:latin typeface="Calibri Light"/>
                          <a:ea typeface="Calibri Light"/>
                          <a:cs typeface="Calibri Light"/>
                        </a:rPr>
                        <a:t>P(MD): 0.94</a:t>
                      </a:r>
                      <a:endParaRPr lang="en-US" sz="900" b="0" i="0" u="none" strike="noStrike" noProof="0">
                        <a:solidFill>
                          <a:srgbClr val="000000"/>
                        </a:solidFill>
                        <a:latin typeface="Calibri Light"/>
                        <a:ea typeface="Calibri Light"/>
                        <a:cs typeface="Calibri Light"/>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900" b="0" i="0" u="none" strike="noStrike" noProof="0">
                          <a:solidFill>
                            <a:schemeClr val="tx1"/>
                          </a:solidFill>
                          <a:latin typeface="Calibri Light"/>
                          <a:ea typeface="Calibri Light"/>
                          <a:cs typeface="Calibri Light"/>
                        </a:rPr>
                        <a:t>C(MD): 0.57</a:t>
                      </a:r>
                      <a:endParaRPr lang="en-US" sz="900" b="0" i="0" u="none" strike="noStrike" noProof="0">
                        <a:solidFill>
                          <a:srgbClr val="000000"/>
                        </a:solidFill>
                        <a:latin typeface="Calibri Light"/>
                        <a:ea typeface="Calibri Light"/>
                        <a:cs typeface="Calibri Light"/>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900" b="0" i="0" u="none" strike="noStrike" noProof="0">
                          <a:solidFill>
                            <a:schemeClr val="tx1"/>
                          </a:solidFill>
                          <a:latin typeface="Calibri Light"/>
                          <a:ea typeface="Calibri Light"/>
                          <a:cs typeface="Calibri Light"/>
                        </a:rPr>
                        <a:t>Medium</a:t>
                      </a:r>
                      <a:endParaRPr lang="en-US" sz="9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900" b="1" i="0" u="none" strike="noStrike" noProof="0">
                          <a:solidFill>
                            <a:schemeClr val="tx1"/>
                          </a:solidFill>
                          <a:latin typeface="Calibri Light"/>
                          <a:ea typeface="Calibri Light"/>
                          <a:cs typeface="Calibri Light"/>
                        </a:rPr>
                        <a:t>Multivalued Dependency</a:t>
                      </a:r>
                      <a:r>
                        <a:rPr lang="en-US" sz="900" b="0" i="0" u="none" strike="noStrike" noProof="0">
                          <a:solidFill>
                            <a:schemeClr val="tx1"/>
                          </a:solidFill>
                          <a:latin typeface="Calibri Light"/>
                          <a:ea typeface="Calibri Light"/>
                          <a:cs typeface="Calibri Light"/>
                        </a:rPr>
                        <a:t>: 1.0</a:t>
                      </a:r>
                      <a:endParaRPr lang="en-US" sz="900" b="0" i="0" u="none" strike="noStrike" noProof="0">
                        <a:solidFill>
                          <a:srgbClr val="000000"/>
                        </a:solidFill>
                        <a:latin typeface="Calibri Light"/>
                        <a:ea typeface="Calibri Light"/>
                        <a:cs typeface="Calibri Light"/>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28574628"/>
                  </a:ext>
                </a:extLst>
              </a:tr>
              <a:tr h="242524">
                <a:tc>
                  <a:txBody>
                    <a:bodyPr/>
                    <a:lstStyle/>
                    <a:p>
                      <a:pPr lvl="0" algn="ctr">
                        <a:buNone/>
                      </a:pPr>
                      <a:r>
                        <a:rPr lang="en-US" sz="900" b="0" i="0" u="none" strike="noStrike" noProof="0">
                          <a:solidFill>
                            <a:schemeClr val="tx1"/>
                          </a:solidFill>
                          <a:latin typeface="Calibri Light"/>
                          <a:ea typeface="Calibri Light"/>
                          <a:cs typeface="Calibri Light"/>
                        </a:rPr>
                        <a:t>Q12</a:t>
                      </a:r>
                      <a:endParaRPr lang="en-US" sz="900" b="0" i="0" u="none" strike="noStrike" noProof="0" dirty="0">
                        <a:solidFill>
                          <a:schemeClr val="tx1"/>
                        </a:solidFill>
                        <a:latin typeface="Calibri Light"/>
                        <a:ea typeface="Calibri Light"/>
                        <a:cs typeface="Calibri Light"/>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900" b="0" i="0" u="none" strike="noStrike" noProof="0">
                          <a:solidFill>
                            <a:schemeClr val="tx1"/>
                          </a:solidFill>
                          <a:latin typeface="Calibri Light"/>
                          <a:ea typeface="Calibri Light"/>
                          <a:cs typeface="Calibri Light"/>
                        </a:rPr>
                        <a:t>Correct</a:t>
                      </a:r>
                      <a:endParaRPr lang="en-US" sz="900" b="0" i="0" u="none" strike="noStrike" noProof="0">
                        <a:solidFill>
                          <a:srgbClr val="000000"/>
                        </a:solidFill>
                        <a:latin typeface="Calibri Light"/>
                        <a:ea typeface="Calibri Light"/>
                        <a:cs typeface="Calibri Light"/>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900" b="0" i="0" u="none" strike="noStrike" noProof="0">
                          <a:solidFill>
                            <a:schemeClr val="tx1"/>
                          </a:solidFill>
                          <a:latin typeface="Calibri Light"/>
                          <a:ea typeface="Calibri Light"/>
                          <a:cs typeface="Calibri Light"/>
                        </a:rPr>
                        <a:t>P(4NF): 0.96</a:t>
                      </a:r>
                      <a:endParaRPr lang="en-US" sz="900" b="0" i="0" u="none" strike="noStrike" noProof="0">
                        <a:solidFill>
                          <a:srgbClr val="000000"/>
                        </a:solidFill>
                        <a:latin typeface="Calibri Light"/>
                        <a:ea typeface="Calibri Light"/>
                        <a:cs typeface="Calibri Light"/>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900" b="0" i="0" u="none" strike="noStrike" noProof="0">
                          <a:solidFill>
                            <a:schemeClr val="tx1"/>
                          </a:solidFill>
                          <a:latin typeface="Calibri Light"/>
                          <a:ea typeface="Calibri Light"/>
                          <a:cs typeface="Calibri Light"/>
                        </a:rPr>
                        <a:t>C(4NF): 0.43</a:t>
                      </a:r>
                      <a:endParaRPr lang="en-US" sz="900"/>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900" b="0" i="0" u="none" strike="noStrike" noProof="0">
                          <a:solidFill>
                            <a:schemeClr val="tx1"/>
                          </a:solidFill>
                          <a:latin typeface="Calibri Light"/>
                          <a:ea typeface="Calibri Light"/>
                          <a:cs typeface="Calibri Light"/>
                        </a:rPr>
                        <a:t>Hard</a:t>
                      </a:r>
                      <a:endParaRPr lang="en-US" sz="90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900" b="1" i="0" u="none" strike="noStrike" noProof="0">
                          <a:solidFill>
                            <a:schemeClr val="tx1"/>
                          </a:solidFill>
                          <a:latin typeface="Calibri Light"/>
                          <a:ea typeface="Calibri Light"/>
                          <a:cs typeface="Calibri Light"/>
                        </a:rPr>
                        <a:t>4NF</a:t>
                      </a:r>
                      <a:r>
                        <a:rPr lang="en-US" sz="900" b="0" i="0" u="none" strike="noStrike" noProof="0" dirty="0">
                          <a:solidFill>
                            <a:schemeClr val="tx1"/>
                          </a:solidFill>
                          <a:latin typeface="Calibri Light"/>
                          <a:ea typeface="Calibri Light"/>
                          <a:cs typeface="Calibri Light"/>
                        </a:rPr>
                        <a:t>: 1.0</a:t>
                      </a:r>
                      <a:endParaRPr lang="en-US" sz="900" b="0" i="0" u="none" strike="noStrike" noProof="0">
                        <a:solidFill>
                          <a:srgbClr val="000000"/>
                        </a:solidFill>
                        <a:latin typeface="Calibri Light"/>
                        <a:ea typeface="Calibri Light"/>
                        <a:cs typeface="Calibri Light"/>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8865448"/>
                  </a:ext>
                </a:extLst>
              </a:tr>
            </a:tbl>
          </a:graphicData>
        </a:graphic>
      </p:graphicFrame>
      <p:sp>
        <p:nvSpPr>
          <p:cNvPr id="5" name="Subtitle 11">
            <a:extLst>
              <a:ext uri="{FF2B5EF4-FFF2-40B4-BE49-F238E27FC236}">
                <a16:creationId xmlns:a16="http://schemas.microsoft.com/office/drawing/2014/main" id="{6BF70896-A816-93A9-81D2-541C362BE9A3}"/>
              </a:ext>
            </a:extLst>
          </p:cNvPr>
          <p:cNvSpPr txBox="1">
            <a:spLocks/>
          </p:cNvSpPr>
          <p:nvPr/>
        </p:nvSpPr>
        <p:spPr>
          <a:xfrm>
            <a:off x="67772" y="1146591"/>
            <a:ext cx="1553387" cy="892265"/>
          </a:xfrm>
          <a:prstGeom prst="rect">
            <a:avLst/>
          </a:prstGeom>
        </p:spPr>
        <p:txBody>
          <a:bodyPr lIns="91440" tIns="45720" rIns="91440" bIns="45720" anchor="t">
            <a:no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1"/>
                </a:solidFill>
                <a:latin typeface="+mn-lt"/>
                <a:ea typeface="+mn-ea"/>
                <a:cs typeface="Poppins Light" pitchFamily="2" charset="77"/>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mn-lt"/>
                <a:ea typeface="+mn-ea"/>
                <a:cs typeface="Poppins Light" pitchFamily="2" charset="77"/>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1"/>
                </a:solidFill>
                <a:latin typeface="+mn-lt"/>
                <a:ea typeface="+mn-ea"/>
                <a:cs typeface="Poppins Light" pitchFamily="2" charset="77"/>
              </a:defRPr>
            </a:lvl3pPr>
            <a:lvl4pPr marL="685800" indent="0" algn="l" defTabSz="914400" rtl="0" eaLnBrk="1" latinLnBrk="0" hangingPunct="1">
              <a:lnSpc>
                <a:spcPct val="100000"/>
              </a:lnSpc>
              <a:spcBef>
                <a:spcPts val="500"/>
              </a:spcBef>
              <a:buFont typeface="Arial" panose="020B0604020202020204" pitchFamily="34" charset="0"/>
              <a:buNone/>
              <a:defRPr sz="1200" b="0" i="0" kern="1200">
                <a:solidFill>
                  <a:schemeClr val="tx1"/>
                </a:solidFill>
                <a:latin typeface="Poppins Light" pitchFamily="2" charset="77"/>
                <a:ea typeface="+mn-ea"/>
                <a:cs typeface="Poppins Light" pitchFamily="2" charset="77"/>
              </a:defRPr>
            </a:lvl4pPr>
            <a:lvl5pPr marL="914400" indent="0" algn="l" defTabSz="914400" rtl="0" eaLnBrk="1" latinLnBrk="0" hangingPunct="1">
              <a:lnSpc>
                <a:spcPct val="100000"/>
              </a:lnSpc>
              <a:spcBef>
                <a:spcPts val="500"/>
              </a:spcBef>
              <a:buFont typeface="Arial" panose="020B0604020202020204" pitchFamily="34" charset="0"/>
              <a:buNone/>
              <a:defRPr sz="1100" b="0" i="0" kern="1200">
                <a:solidFill>
                  <a:schemeClr val="tx1"/>
                </a:solidFill>
                <a:latin typeface="Poppins Light" pitchFamily="2" charset="77"/>
                <a:ea typeface="+mn-ea"/>
                <a:cs typeface="Poppins Light"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ea typeface="+mn-lt"/>
                <a:cs typeface="+mn-lt"/>
              </a:rPr>
              <a:t>Case 2: Strong Learner</a:t>
            </a:r>
            <a:endParaRPr lang="en-US" b="1">
              <a:ea typeface="Calibri Light"/>
              <a:cs typeface="Calibri Light"/>
            </a:endParaRPr>
          </a:p>
        </p:txBody>
      </p:sp>
      <p:sp>
        <p:nvSpPr>
          <p:cNvPr id="8" name="Subtitle 11">
            <a:extLst>
              <a:ext uri="{FF2B5EF4-FFF2-40B4-BE49-F238E27FC236}">
                <a16:creationId xmlns:a16="http://schemas.microsoft.com/office/drawing/2014/main" id="{5B740E25-A104-402E-22E1-A1E3462B635C}"/>
              </a:ext>
            </a:extLst>
          </p:cNvPr>
          <p:cNvSpPr txBox="1">
            <a:spLocks/>
          </p:cNvSpPr>
          <p:nvPr/>
        </p:nvSpPr>
        <p:spPr>
          <a:xfrm>
            <a:off x="67772" y="204974"/>
            <a:ext cx="2097674" cy="298995"/>
          </a:xfrm>
          <a:prstGeom prst="rect">
            <a:avLst/>
          </a:prstGeom>
        </p:spPr>
        <p:txBody>
          <a:bodyPr lIns="91440" tIns="45720" rIns="91440" bIns="45720" anchor="t">
            <a:no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1"/>
                </a:solidFill>
                <a:latin typeface="+mn-lt"/>
                <a:ea typeface="+mn-ea"/>
                <a:cs typeface="Poppins Light" pitchFamily="2" charset="77"/>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mn-lt"/>
                <a:ea typeface="+mn-ea"/>
                <a:cs typeface="Poppins Light" pitchFamily="2" charset="77"/>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1"/>
                </a:solidFill>
                <a:latin typeface="+mn-lt"/>
                <a:ea typeface="+mn-ea"/>
                <a:cs typeface="Poppins Light" pitchFamily="2" charset="77"/>
              </a:defRPr>
            </a:lvl3pPr>
            <a:lvl4pPr marL="685800" indent="0" algn="l" defTabSz="914400" rtl="0" eaLnBrk="1" latinLnBrk="0" hangingPunct="1">
              <a:lnSpc>
                <a:spcPct val="100000"/>
              </a:lnSpc>
              <a:spcBef>
                <a:spcPts val="500"/>
              </a:spcBef>
              <a:buFont typeface="Arial" panose="020B0604020202020204" pitchFamily="34" charset="0"/>
              <a:buNone/>
              <a:defRPr sz="1200" b="0" i="0" kern="1200">
                <a:solidFill>
                  <a:schemeClr val="tx1"/>
                </a:solidFill>
                <a:latin typeface="Poppins Light" pitchFamily="2" charset="77"/>
                <a:ea typeface="+mn-ea"/>
                <a:cs typeface="Poppins Light" pitchFamily="2" charset="77"/>
              </a:defRPr>
            </a:lvl4pPr>
            <a:lvl5pPr marL="914400" indent="0" algn="l" defTabSz="914400" rtl="0" eaLnBrk="1" latinLnBrk="0" hangingPunct="1">
              <a:lnSpc>
                <a:spcPct val="100000"/>
              </a:lnSpc>
              <a:spcBef>
                <a:spcPts val="500"/>
              </a:spcBef>
              <a:buFont typeface="Arial" panose="020B0604020202020204" pitchFamily="34" charset="0"/>
              <a:buNone/>
              <a:defRPr sz="1100" b="0" i="0" kern="1200">
                <a:solidFill>
                  <a:schemeClr val="tx1"/>
                </a:solidFill>
                <a:latin typeface="Poppins Light" pitchFamily="2" charset="77"/>
                <a:ea typeface="+mn-ea"/>
                <a:cs typeface="Poppins Light"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1">
                <a:latin typeface="Poppins"/>
                <a:ea typeface="+mn-lt"/>
                <a:cs typeface="Poppins"/>
              </a:rPr>
              <a:t>With BKT + Confidence:-</a:t>
            </a:r>
            <a:endParaRPr lang="en-US"/>
          </a:p>
        </p:txBody>
      </p:sp>
      <p:sp>
        <p:nvSpPr>
          <p:cNvPr id="16" name="Content Placeholder 2">
            <a:extLst>
              <a:ext uri="{FF2B5EF4-FFF2-40B4-BE49-F238E27FC236}">
                <a16:creationId xmlns:a16="http://schemas.microsoft.com/office/drawing/2014/main" id="{F412F48D-F14E-91A6-54E2-A3E4C336CC21}"/>
              </a:ext>
            </a:extLst>
          </p:cNvPr>
          <p:cNvSpPr txBox="1">
            <a:spLocks/>
          </p:cNvSpPr>
          <p:nvPr/>
        </p:nvSpPr>
        <p:spPr>
          <a:xfrm>
            <a:off x="8339887" y="4114226"/>
            <a:ext cx="941902" cy="294311"/>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lgn="ctr">
              <a:defRPr sz="2200"/>
            </a:pPr>
            <a:r>
              <a:rPr lang="en-US" sz="900">
                <a:solidFill>
                  <a:schemeClr val="tx1"/>
                </a:solidFill>
                <a:ea typeface="Calibri"/>
              </a:rPr>
              <a:t>4NF</a:t>
            </a:r>
          </a:p>
          <a:p>
            <a:pPr algn="ctr">
              <a:defRPr sz="2200"/>
            </a:pPr>
            <a:r>
              <a:rPr lang="en-US" sz="900">
                <a:solidFill>
                  <a:schemeClr val="tx1"/>
                </a:solidFill>
                <a:ea typeface="Calibri"/>
              </a:rPr>
              <a:t>Mastered </a:t>
            </a:r>
            <a:r>
              <a:rPr lang="en-US" sz="900">
                <a:solidFill>
                  <a:schemeClr val="tx1"/>
                </a:solidFill>
                <a:latin typeface="Segoe UI"/>
                <a:ea typeface="Calibri"/>
                <a:cs typeface="Segoe UI"/>
              </a:rPr>
              <a:t>✅</a:t>
            </a:r>
            <a:endParaRPr lang="en-US" sz="900">
              <a:solidFill>
                <a:schemeClr val="tx1"/>
              </a:solidFill>
              <a:ea typeface="Calibri"/>
            </a:endParaRPr>
          </a:p>
        </p:txBody>
      </p:sp>
      <p:cxnSp>
        <p:nvCxnSpPr>
          <p:cNvPr id="18" name="Straight Arrow Connector 17">
            <a:extLst>
              <a:ext uri="{FF2B5EF4-FFF2-40B4-BE49-F238E27FC236}">
                <a16:creationId xmlns:a16="http://schemas.microsoft.com/office/drawing/2014/main" id="{5B05D72C-C1FA-F500-6EE3-2E1E9A6085CE}"/>
              </a:ext>
            </a:extLst>
          </p:cNvPr>
          <p:cNvCxnSpPr/>
          <p:nvPr/>
        </p:nvCxnSpPr>
        <p:spPr>
          <a:xfrm>
            <a:off x="8430987" y="4591050"/>
            <a:ext cx="397329" cy="5443"/>
          </a:xfrm>
          <a:prstGeom prst="straightConnector1">
            <a:avLst/>
          </a:prstGeom>
          <a:ln w="952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B9D1C1A-BF8D-88C2-E7D6-415603705A52}"/>
              </a:ext>
            </a:extLst>
          </p:cNvPr>
          <p:cNvCxnSpPr/>
          <p:nvPr/>
        </p:nvCxnSpPr>
        <p:spPr>
          <a:xfrm flipV="1">
            <a:off x="8824232" y="4407355"/>
            <a:ext cx="5443" cy="195942"/>
          </a:xfrm>
          <a:prstGeom prst="straightConnector1">
            <a:avLst/>
          </a:prstGeom>
          <a:ln w="9525"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Content Placeholder 2">
            <a:extLst>
              <a:ext uri="{FF2B5EF4-FFF2-40B4-BE49-F238E27FC236}">
                <a16:creationId xmlns:a16="http://schemas.microsoft.com/office/drawing/2014/main" id="{DA32E948-C515-035F-22BC-E13FB8778A33}"/>
              </a:ext>
            </a:extLst>
          </p:cNvPr>
          <p:cNvSpPr txBox="1">
            <a:spLocks/>
          </p:cNvSpPr>
          <p:nvPr/>
        </p:nvSpPr>
        <p:spPr>
          <a:xfrm>
            <a:off x="6293374" y="4843570"/>
            <a:ext cx="2237302" cy="263534"/>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lgn="ctr">
              <a:defRPr sz="2200"/>
            </a:pPr>
            <a:r>
              <a:rPr lang="en-US" sz="800">
                <a:solidFill>
                  <a:schemeClr val="tx1"/>
                </a:solidFill>
                <a:ea typeface="Calibri"/>
              </a:rPr>
              <a:t>Moved to next unmastered successor of </a:t>
            </a:r>
            <a:br>
              <a:rPr lang="en-US" sz="800" dirty="0">
                <a:solidFill>
                  <a:schemeClr val="tx1"/>
                </a:solidFill>
                <a:ea typeface="Calibri"/>
              </a:rPr>
            </a:br>
            <a:r>
              <a:rPr lang="en-US" sz="800">
                <a:solidFill>
                  <a:schemeClr val="tx1"/>
                </a:solidFill>
                <a:ea typeface="Calibri"/>
              </a:rPr>
              <a:t>original concept (</a:t>
            </a:r>
            <a:r>
              <a:rPr lang="en-US" sz="800" b="1" dirty="0">
                <a:solidFill>
                  <a:schemeClr val="tx1"/>
                </a:solidFill>
                <a:ea typeface="Calibri"/>
              </a:rPr>
              <a:t>4NF</a:t>
            </a:r>
            <a:r>
              <a:rPr lang="en-US" sz="800" dirty="0">
                <a:solidFill>
                  <a:schemeClr val="tx1"/>
                </a:solidFill>
                <a:ea typeface="Calibri"/>
              </a:rPr>
              <a:t>)</a:t>
            </a:r>
          </a:p>
        </p:txBody>
      </p:sp>
      <p:cxnSp>
        <p:nvCxnSpPr>
          <p:cNvPr id="27" name="Straight Arrow Connector 26">
            <a:extLst>
              <a:ext uri="{FF2B5EF4-FFF2-40B4-BE49-F238E27FC236}">
                <a16:creationId xmlns:a16="http://schemas.microsoft.com/office/drawing/2014/main" id="{7B8168D7-EFE2-28E5-948F-D5C2333F9B82}"/>
              </a:ext>
            </a:extLst>
          </p:cNvPr>
          <p:cNvCxnSpPr>
            <a:cxnSpLocks/>
          </p:cNvCxnSpPr>
          <p:nvPr/>
        </p:nvCxnSpPr>
        <p:spPr>
          <a:xfrm flipH="1">
            <a:off x="7452631" y="4739367"/>
            <a:ext cx="1" cy="103416"/>
          </a:xfrm>
          <a:prstGeom prst="straightConnector1">
            <a:avLst/>
          </a:prstGeom>
          <a:ln w="9525" cap="rnd">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60461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D7EC1-71CE-2473-6A28-AB78DCC2381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33EE76A-D1E9-401D-25D9-F2A7961AF194}"/>
              </a:ext>
            </a:extLst>
          </p:cNvPr>
          <p:cNvSpPr>
            <a:spLocks noGrp="1"/>
          </p:cNvSpPr>
          <p:nvPr>
            <p:ph type="title"/>
          </p:nvPr>
        </p:nvSpPr>
        <p:spPr>
          <a:xfrm>
            <a:off x="338889" y="833617"/>
            <a:ext cx="3426492" cy="314622"/>
          </a:xfrm>
        </p:spPr>
        <p:txBody>
          <a:bodyPr vert="horz" wrap="square" lIns="0" tIns="12065" rIns="0" bIns="0" rtlCol="0" anchor="t">
            <a:noAutofit/>
          </a:bodyPr>
          <a:lstStyle/>
          <a:p>
            <a:r>
              <a:rPr lang="en-US" sz="2000" b="1">
                <a:latin typeface="Poppins"/>
                <a:cs typeface="Poppins"/>
              </a:rPr>
              <a:t>Interpretation:</a:t>
            </a:r>
          </a:p>
        </p:txBody>
      </p:sp>
      <p:sp>
        <p:nvSpPr>
          <p:cNvPr id="21" name="Slide Number Placeholder 1">
            <a:extLst>
              <a:ext uri="{FF2B5EF4-FFF2-40B4-BE49-F238E27FC236}">
                <a16:creationId xmlns:a16="http://schemas.microsoft.com/office/drawing/2014/main" id="{CA12E3DD-3131-DA0B-EBA9-4ED86F092464}"/>
              </a:ext>
            </a:extLst>
          </p:cNvPr>
          <p:cNvSpPr txBox="1">
            <a:spLocks/>
          </p:cNvSpPr>
          <p:nvPr/>
        </p:nvSpPr>
        <p:spPr>
          <a:xfrm>
            <a:off x="4252734" y="4945372"/>
            <a:ext cx="131861" cy="176153"/>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62A0901-ACEF-4BE9-9C8C-C119B421173E}" type="slidenum">
              <a:rPr lang="en-US" sz="800" b="1" dirty="0" smtClean="0">
                <a:solidFill>
                  <a:schemeClr val="bg2">
                    <a:lumMod val="49000"/>
                  </a:schemeClr>
                </a:solidFill>
              </a:rPr>
              <a:pPr/>
              <a:t>15</a:t>
            </a:fld>
            <a:endParaRPr lang="en-US" sz="800" b="1">
              <a:solidFill>
                <a:schemeClr val="bg2">
                  <a:lumMod val="49000"/>
                </a:schemeClr>
              </a:solidFill>
              <a:ea typeface="Calibri Light"/>
              <a:cs typeface="Calibri Light"/>
            </a:endParaRPr>
          </a:p>
        </p:txBody>
      </p:sp>
      <p:sp>
        <p:nvSpPr>
          <p:cNvPr id="23" name="Footer Placeholder 2">
            <a:extLst>
              <a:ext uri="{FF2B5EF4-FFF2-40B4-BE49-F238E27FC236}">
                <a16:creationId xmlns:a16="http://schemas.microsoft.com/office/drawing/2014/main" id="{302766B5-C53E-F10C-D155-9F22C801643B}"/>
              </a:ext>
            </a:extLst>
          </p:cNvPr>
          <p:cNvSpPr txBox="1">
            <a:spLocks/>
          </p:cNvSpPr>
          <p:nvPr/>
        </p:nvSpPr>
        <p:spPr>
          <a:xfrm>
            <a:off x="4429095" y="4950814"/>
            <a:ext cx="885500" cy="159827"/>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355"/>
            <a:r>
              <a:rPr lang="en-US" sz="800" b="1">
                <a:solidFill>
                  <a:srgbClr val="7F7F7F"/>
                </a:solidFill>
              </a:rPr>
              <a:t>TCS confidential</a:t>
            </a:r>
            <a:endParaRPr lang="en-US" sz="800" b="1">
              <a:solidFill>
                <a:srgbClr val="7F7F7F"/>
              </a:solidFill>
              <a:ea typeface="Calibri Light"/>
              <a:cs typeface="Calibri Light"/>
            </a:endParaRPr>
          </a:p>
        </p:txBody>
      </p:sp>
      <p:cxnSp>
        <p:nvCxnSpPr>
          <p:cNvPr id="24" name="Straight Arrow Connector 23">
            <a:extLst>
              <a:ext uri="{FF2B5EF4-FFF2-40B4-BE49-F238E27FC236}">
                <a16:creationId xmlns:a16="http://schemas.microsoft.com/office/drawing/2014/main" id="{DEC58EAB-D3B3-B30A-153B-9D1EAC8C2E07}"/>
              </a:ext>
            </a:extLst>
          </p:cNvPr>
          <p:cNvCxnSpPr>
            <a:cxnSpLocks/>
          </p:cNvCxnSpPr>
          <p:nvPr/>
        </p:nvCxnSpPr>
        <p:spPr>
          <a:xfrm>
            <a:off x="4443548" y="5028115"/>
            <a:ext cx="1087" cy="66401"/>
          </a:xfrm>
          <a:prstGeom prst="straightConnector1">
            <a:avLst/>
          </a:prstGeom>
          <a:ln>
            <a:solidFill>
              <a:schemeClr val="bg2">
                <a:lumMod val="6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4E0CB17-FBFE-9621-4998-BED33CFEC119}"/>
              </a:ext>
            </a:extLst>
          </p:cNvPr>
          <p:cNvSpPr txBox="1">
            <a:spLocks/>
          </p:cNvSpPr>
          <p:nvPr/>
        </p:nvSpPr>
        <p:spPr>
          <a:xfrm>
            <a:off x="289905" y="1294828"/>
            <a:ext cx="7086886" cy="232756"/>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a:solidFill>
                  <a:schemeClr val="tx1"/>
                </a:solidFill>
                <a:ea typeface="Calibri"/>
              </a:rPr>
              <a:t>The learner answers correctly, so the mastery value for </a:t>
            </a:r>
            <a:r>
              <a:rPr lang="en-US" sz="1400" b="1">
                <a:solidFill>
                  <a:schemeClr val="tx1"/>
                </a:solidFill>
                <a:ea typeface="Calibri"/>
              </a:rPr>
              <a:t>4NF</a:t>
            </a:r>
            <a:r>
              <a:rPr lang="en-US" sz="1400">
                <a:solidFill>
                  <a:schemeClr val="tx1"/>
                </a:solidFill>
                <a:ea typeface="Calibri"/>
              </a:rPr>
              <a:t> increases quickly.</a:t>
            </a:r>
            <a:endParaRPr lang="en-US">
              <a:solidFill>
                <a:schemeClr val="tx1"/>
              </a:solidFill>
              <a:ea typeface="Calibri"/>
            </a:endParaRPr>
          </a:p>
        </p:txBody>
      </p:sp>
      <p:sp>
        <p:nvSpPr>
          <p:cNvPr id="6" name="Content Placeholder 2">
            <a:extLst>
              <a:ext uri="{FF2B5EF4-FFF2-40B4-BE49-F238E27FC236}">
                <a16:creationId xmlns:a16="http://schemas.microsoft.com/office/drawing/2014/main" id="{A9FBA4C3-5FE1-7872-D315-2E77C285F104}"/>
              </a:ext>
            </a:extLst>
          </p:cNvPr>
          <p:cNvSpPr txBox="1">
            <a:spLocks/>
          </p:cNvSpPr>
          <p:nvPr/>
        </p:nvSpPr>
        <p:spPr>
          <a:xfrm>
            <a:off x="289905" y="1605071"/>
            <a:ext cx="7086886" cy="448200"/>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a:solidFill>
                  <a:schemeClr val="tx1"/>
                </a:solidFill>
                <a:ea typeface="Calibri"/>
              </a:rPr>
              <a:t>Even if </a:t>
            </a:r>
            <a:r>
              <a:rPr lang="en-US" sz="1400" b="1">
                <a:solidFill>
                  <a:schemeClr val="tx1"/>
                </a:solidFill>
                <a:ea typeface="Calibri"/>
              </a:rPr>
              <a:t>4NF</a:t>
            </a:r>
            <a:r>
              <a:rPr lang="en-US" sz="1400">
                <a:solidFill>
                  <a:schemeClr val="tx1"/>
                </a:solidFill>
                <a:ea typeface="Calibri"/>
              </a:rPr>
              <a:t> has </a:t>
            </a:r>
            <a:r>
              <a:rPr lang="en-US" sz="1400" b="1">
                <a:solidFill>
                  <a:schemeClr val="tx1"/>
                </a:solidFill>
                <a:ea typeface="Calibri"/>
              </a:rPr>
              <a:t>high mastery</a:t>
            </a:r>
            <a:r>
              <a:rPr lang="en-US" sz="1400">
                <a:solidFill>
                  <a:schemeClr val="tx1"/>
                </a:solidFill>
                <a:ea typeface="Calibri"/>
              </a:rPr>
              <a:t> and </a:t>
            </a:r>
            <a:r>
              <a:rPr lang="en-US" sz="1400" b="1">
                <a:solidFill>
                  <a:schemeClr val="tx1"/>
                </a:solidFill>
                <a:ea typeface="Calibri"/>
              </a:rPr>
              <a:t>confidence</a:t>
            </a:r>
            <a:r>
              <a:rPr lang="en-US" sz="1400">
                <a:solidFill>
                  <a:schemeClr val="tx1"/>
                </a:solidFill>
                <a:ea typeface="Calibri"/>
              </a:rPr>
              <a:t>, the system checks whether its prerequisites are also mastered.</a:t>
            </a:r>
            <a:endParaRPr lang="en-US">
              <a:solidFill>
                <a:schemeClr val="tx1"/>
              </a:solidFill>
              <a:ea typeface="Calibri"/>
            </a:endParaRPr>
          </a:p>
        </p:txBody>
      </p:sp>
      <p:sp>
        <p:nvSpPr>
          <p:cNvPr id="8" name="Content Placeholder 2">
            <a:extLst>
              <a:ext uri="{FF2B5EF4-FFF2-40B4-BE49-F238E27FC236}">
                <a16:creationId xmlns:a16="http://schemas.microsoft.com/office/drawing/2014/main" id="{243CA142-FD99-4551-6181-6CF66DFADD1A}"/>
              </a:ext>
            </a:extLst>
          </p:cNvPr>
          <p:cNvSpPr txBox="1">
            <a:spLocks/>
          </p:cNvSpPr>
          <p:nvPr/>
        </p:nvSpPr>
        <p:spPr>
          <a:xfrm>
            <a:off x="289905" y="2160242"/>
            <a:ext cx="7086886" cy="448200"/>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a:solidFill>
                  <a:schemeClr val="tx1"/>
                </a:solidFill>
                <a:ea typeface="Calibri"/>
              </a:rPr>
              <a:t>If any direct prerequisite is still </a:t>
            </a:r>
            <a:r>
              <a:rPr lang="en-US" sz="1400" b="1">
                <a:solidFill>
                  <a:schemeClr val="tx1"/>
                </a:solidFill>
                <a:ea typeface="Calibri"/>
              </a:rPr>
              <a:t>weak</a:t>
            </a:r>
            <a:r>
              <a:rPr lang="en-US" sz="1400">
                <a:solidFill>
                  <a:schemeClr val="tx1"/>
                </a:solidFill>
                <a:ea typeface="Calibri"/>
              </a:rPr>
              <a:t>, the system moves to that </a:t>
            </a:r>
            <a:r>
              <a:rPr lang="en-US" sz="1400" b="1">
                <a:solidFill>
                  <a:schemeClr val="tx1"/>
                </a:solidFill>
                <a:ea typeface="Calibri"/>
              </a:rPr>
              <a:t>prerequisite </a:t>
            </a:r>
            <a:r>
              <a:rPr lang="en-US" sz="1400">
                <a:solidFill>
                  <a:schemeClr val="tx1"/>
                </a:solidFill>
                <a:ea typeface="Calibri"/>
              </a:rPr>
              <a:t>before progressing further.</a:t>
            </a:r>
            <a:endParaRPr lang="en-US">
              <a:solidFill>
                <a:schemeClr val="tx1"/>
              </a:solidFill>
              <a:ea typeface="Calibri"/>
            </a:endParaRPr>
          </a:p>
        </p:txBody>
      </p:sp>
      <p:sp>
        <p:nvSpPr>
          <p:cNvPr id="10" name="Content Placeholder 2">
            <a:extLst>
              <a:ext uri="{FF2B5EF4-FFF2-40B4-BE49-F238E27FC236}">
                <a16:creationId xmlns:a16="http://schemas.microsoft.com/office/drawing/2014/main" id="{454AF52F-4E2E-10B0-BBED-B7B244827F27}"/>
              </a:ext>
            </a:extLst>
          </p:cNvPr>
          <p:cNvSpPr txBox="1">
            <a:spLocks/>
          </p:cNvSpPr>
          <p:nvPr/>
        </p:nvSpPr>
        <p:spPr>
          <a:xfrm>
            <a:off x="289905" y="2748070"/>
            <a:ext cx="8333300" cy="232756"/>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a:solidFill>
                  <a:schemeClr val="tx1"/>
                </a:solidFill>
                <a:ea typeface="Calibri"/>
              </a:rPr>
              <a:t>Once all prerequisites and 4NF are </a:t>
            </a:r>
            <a:r>
              <a:rPr lang="en-US" sz="1400" b="1">
                <a:solidFill>
                  <a:schemeClr val="tx1"/>
                </a:solidFill>
                <a:ea typeface="Calibri"/>
              </a:rPr>
              <a:t>mastered</a:t>
            </a:r>
            <a:r>
              <a:rPr lang="en-US" sz="1400">
                <a:solidFill>
                  <a:schemeClr val="tx1"/>
                </a:solidFill>
                <a:ea typeface="Calibri"/>
              </a:rPr>
              <a:t>, the system allows progression to the </a:t>
            </a:r>
            <a:r>
              <a:rPr lang="en-US" sz="1400" b="1">
                <a:solidFill>
                  <a:schemeClr val="tx1"/>
                </a:solidFill>
                <a:ea typeface="Calibri"/>
              </a:rPr>
              <a:t>next successor</a:t>
            </a:r>
            <a:r>
              <a:rPr lang="en-US" sz="1400">
                <a:solidFill>
                  <a:schemeClr val="tx1"/>
                </a:solidFill>
                <a:ea typeface="Calibri"/>
              </a:rPr>
              <a:t> concept.</a:t>
            </a:r>
            <a:endParaRPr lang="en-US">
              <a:solidFill>
                <a:schemeClr val="tx1"/>
              </a:solidFill>
              <a:ea typeface="Calibri"/>
            </a:endParaRPr>
          </a:p>
        </p:txBody>
      </p:sp>
      <p:sp>
        <p:nvSpPr>
          <p:cNvPr id="12" name="Content Placeholder 2">
            <a:extLst>
              <a:ext uri="{FF2B5EF4-FFF2-40B4-BE49-F238E27FC236}">
                <a16:creationId xmlns:a16="http://schemas.microsoft.com/office/drawing/2014/main" id="{D3FC3B45-0264-557C-704A-AC3B69D374CD}"/>
              </a:ext>
            </a:extLst>
          </p:cNvPr>
          <p:cNvSpPr txBox="1">
            <a:spLocks/>
          </p:cNvSpPr>
          <p:nvPr/>
        </p:nvSpPr>
        <p:spPr>
          <a:xfrm>
            <a:off x="289905" y="3101856"/>
            <a:ext cx="6520829" cy="448200"/>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a:solidFill>
                  <a:schemeClr val="tx1"/>
                </a:solidFill>
                <a:ea typeface="Calibri"/>
              </a:rPr>
              <a:t>This prevents </a:t>
            </a:r>
            <a:r>
              <a:rPr lang="en-US" sz="1400" b="1">
                <a:solidFill>
                  <a:schemeClr val="tx1"/>
                </a:solidFill>
                <a:ea typeface="Calibri"/>
              </a:rPr>
              <a:t>premature advancement</a:t>
            </a:r>
            <a:r>
              <a:rPr lang="en-US" sz="1400">
                <a:solidFill>
                  <a:schemeClr val="tx1"/>
                </a:solidFill>
                <a:ea typeface="Calibri"/>
              </a:rPr>
              <a:t> and ensures the learner’s </a:t>
            </a:r>
            <a:r>
              <a:rPr lang="en-US" sz="1400" b="1">
                <a:solidFill>
                  <a:schemeClr val="tx1"/>
                </a:solidFill>
                <a:ea typeface="Calibri"/>
              </a:rPr>
              <a:t>foundation is complete</a:t>
            </a:r>
            <a:r>
              <a:rPr lang="en-US" sz="1400">
                <a:solidFill>
                  <a:schemeClr val="tx1"/>
                </a:solidFill>
                <a:ea typeface="Calibri"/>
              </a:rPr>
              <a:t> before moving ahead.</a:t>
            </a:r>
            <a:endParaRPr lang="en-US">
              <a:solidFill>
                <a:schemeClr val="tx1"/>
              </a:solidFill>
              <a:ea typeface="Calibri"/>
            </a:endParaRPr>
          </a:p>
        </p:txBody>
      </p:sp>
    </p:spTree>
    <p:extLst>
      <p:ext uri="{BB962C8B-B14F-4D97-AF65-F5344CB8AC3E}">
        <p14:creationId xmlns:p14="http://schemas.microsoft.com/office/powerpoint/2010/main" val="4227272683"/>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9F188-42C0-C589-C333-2F396E2B0EE4}"/>
            </a:ext>
          </a:extLst>
        </p:cNvPr>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693F409D-2E26-8D03-61A9-04CEAFE07265}"/>
              </a:ext>
            </a:extLst>
          </p:cNvPr>
          <p:cNvSpPr txBox="1">
            <a:spLocks/>
          </p:cNvSpPr>
          <p:nvPr/>
        </p:nvSpPr>
        <p:spPr>
          <a:xfrm>
            <a:off x="266161" y="875130"/>
            <a:ext cx="1780104" cy="325089"/>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defRPr sz="2200"/>
            </a:pPr>
            <a:r>
              <a:rPr lang="en-US" sz="2000" b="1">
                <a:solidFill>
                  <a:schemeClr val="tx1"/>
                </a:solidFill>
                <a:latin typeface="Poppins"/>
                <a:cs typeface="Poppins"/>
              </a:rPr>
              <a:t>Future Scope</a:t>
            </a:r>
          </a:p>
        </p:txBody>
      </p:sp>
      <p:sp>
        <p:nvSpPr>
          <p:cNvPr id="14" name="Content Placeholder 2">
            <a:extLst>
              <a:ext uri="{FF2B5EF4-FFF2-40B4-BE49-F238E27FC236}">
                <a16:creationId xmlns:a16="http://schemas.microsoft.com/office/drawing/2014/main" id="{D0AE9CF1-7D14-6DCA-2202-56138C8D06AF}"/>
              </a:ext>
            </a:extLst>
          </p:cNvPr>
          <p:cNvSpPr txBox="1">
            <a:spLocks/>
          </p:cNvSpPr>
          <p:nvPr/>
        </p:nvSpPr>
        <p:spPr>
          <a:xfrm>
            <a:off x="476234" y="1366744"/>
            <a:ext cx="7468948" cy="263534"/>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600">
                <a:solidFill>
                  <a:schemeClr val="tx1"/>
                </a:solidFill>
                <a:ea typeface="Calibri"/>
              </a:rPr>
              <a:t>Create a gold-standard benchmark and compare system outputs against it</a:t>
            </a:r>
            <a:endParaRPr lang="en-US" sz="2400">
              <a:solidFill>
                <a:schemeClr val="tx1"/>
              </a:solidFill>
              <a:ea typeface="Calibri"/>
            </a:endParaRPr>
          </a:p>
        </p:txBody>
      </p:sp>
      <p:sp>
        <p:nvSpPr>
          <p:cNvPr id="18" name="Content Placeholder 2">
            <a:extLst>
              <a:ext uri="{FF2B5EF4-FFF2-40B4-BE49-F238E27FC236}">
                <a16:creationId xmlns:a16="http://schemas.microsoft.com/office/drawing/2014/main" id="{098C2BAD-A560-4FF2-80C7-5E6F1F29BDAA}"/>
              </a:ext>
            </a:extLst>
          </p:cNvPr>
          <p:cNvSpPr txBox="1">
            <a:spLocks/>
          </p:cNvSpPr>
          <p:nvPr/>
        </p:nvSpPr>
        <p:spPr>
          <a:xfrm>
            <a:off x="476232" y="1768869"/>
            <a:ext cx="7468950" cy="509755"/>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600">
                <a:solidFill>
                  <a:schemeClr val="tx1"/>
                </a:solidFill>
                <a:ea typeface="Calibri"/>
              </a:rPr>
              <a:t>Improve Knowledge Graph quality through edge validation, and cleanup of noisy relationships</a:t>
            </a:r>
            <a:endParaRPr lang="en-US" sz="2400">
              <a:solidFill>
                <a:schemeClr val="tx1"/>
              </a:solidFill>
              <a:ea typeface="Calibri"/>
            </a:endParaRPr>
          </a:p>
        </p:txBody>
      </p:sp>
      <p:sp>
        <p:nvSpPr>
          <p:cNvPr id="21" name="Content Placeholder 2">
            <a:extLst>
              <a:ext uri="{FF2B5EF4-FFF2-40B4-BE49-F238E27FC236}">
                <a16:creationId xmlns:a16="http://schemas.microsoft.com/office/drawing/2014/main" id="{43FF57FB-BB07-9A48-5FC4-F30AC257AA94}"/>
              </a:ext>
            </a:extLst>
          </p:cNvPr>
          <p:cNvSpPr txBox="1">
            <a:spLocks/>
          </p:cNvSpPr>
          <p:nvPr/>
        </p:nvSpPr>
        <p:spPr>
          <a:xfrm>
            <a:off x="476233" y="3119989"/>
            <a:ext cx="7468949" cy="509755"/>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600" dirty="0">
                <a:solidFill>
                  <a:schemeClr val="tx1"/>
                </a:solidFill>
                <a:ea typeface="Calibri"/>
              </a:rPr>
              <a:t>Extend the same architecture to </a:t>
            </a:r>
            <a:r>
              <a:rPr lang="en-US" sz="1600">
                <a:solidFill>
                  <a:schemeClr val="tx1"/>
                </a:solidFill>
                <a:ea typeface="Calibri"/>
              </a:rPr>
              <a:t>generalize</a:t>
            </a:r>
            <a:r>
              <a:rPr lang="en-US" sz="1600" dirty="0">
                <a:solidFill>
                  <a:schemeClr val="tx1"/>
                </a:solidFill>
                <a:ea typeface="Calibri"/>
              </a:rPr>
              <a:t> to other subjects beyond DBMS and to </a:t>
            </a:r>
            <a:r>
              <a:rPr lang="en-US" sz="1600">
                <a:solidFill>
                  <a:schemeClr val="tx1"/>
                </a:solidFill>
                <a:ea typeface="Calibri"/>
              </a:rPr>
              <a:t>generate varied types of questions (descriptive, etc.)</a:t>
            </a:r>
            <a:endParaRPr lang="en-US" sz="2400" dirty="0">
              <a:solidFill>
                <a:schemeClr val="tx1"/>
              </a:solidFill>
              <a:ea typeface="Calibri"/>
            </a:endParaRPr>
          </a:p>
        </p:txBody>
      </p:sp>
      <p:sp>
        <p:nvSpPr>
          <p:cNvPr id="23" name="Content Placeholder 2">
            <a:extLst>
              <a:ext uri="{FF2B5EF4-FFF2-40B4-BE49-F238E27FC236}">
                <a16:creationId xmlns:a16="http://schemas.microsoft.com/office/drawing/2014/main" id="{F62EE88D-805C-69A9-5CF5-C7C155ED3DA7}"/>
              </a:ext>
            </a:extLst>
          </p:cNvPr>
          <p:cNvSpPr txBox="1">
            <a:spLocks/>
          </p:cNvSpPr>
          <p:nvPr/>
        </p:nvSpPr>
        <p:spPr>
          <a:xfrm>
            <a:off x="476232" y="2444429"/>
            <a:ext cx="7772400" cy="509755"/>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600">
                <a:solidFill>
                  <a:schemeClr val="tx1"/>
                </a:solidFill>
                <a:ea typeface="Calibri"/>
              </a:rPr>
              <a:t>Conduct real learner testing using pre-test/post-test evaluation to measure actual learning gain</a:t>
            </a:r>
            <a:endParaRPr lang="en-US" sz="2400">
              <a:solidFill>
                <a:schemeClr val="tx1"/>
              </a:solidFill>
              <a:ea typeface="Calibri"/>
            </a:endParaRPr>
          </a:p>
        </p:txBody>
      </p:sp>
      <p:sp>
        <p:nvSpPr>
          <p:cNvPr id="17" name="Slide Number Placeholder 1">
            <a:extLst>
              <a:ext uri="{FF2B5EF4-FFF2-40B4-BE49-F238E27FC236}">
                <a16:creationId xmlns:a16="http://schemas.microsoft.com/office/drawing/2014/main" id="{C15E3706-B397-DB05-D9B6-7BEF6952BB8A}"/>
              </a:ext>
            </a:extLst>
          </p:cNvPr>
          <p:cNvSpPr txBox="1">
            <a:spLocks/>
          </p:cNvSpPr>
          <p:nvPr/>
        </p:nvSpPr>
        <p:spPr>
          <a:xfrm>
            <a:off x="4084007" y="4950814"/>
            <a:ext cx="327804" cy="15982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62A0901-ACEF-4BE9-9C8C-C119B421173E}" type="slidenum">
              <a:rPr lang="en-US" sz="800" b="1" dirty="0" smtClean="0">
                <a:solidFill>
                  <a:schemeClr val="bg2">
                    <a:lumMod val="49000"/>
                  </a:schemeClr>
                </a:solidFill>
              </a:rPr>
              <a:pPr/>
              <a:t>16</a:t>
            </a:fld>
            <a:endParaRPr lang="en-US" sz="800" b="1">
              <a:solidFill>
                <a:schemeClr val="bg2">
                  <a:lumMod val="49000"/>
                </a:schemeClr>
              </a:solidFill>
              <a:ea typeface="Calibri Light"/>
              <a:cs typeface="Calibri Light"/>
            </a:endParaRPr>
          </a:p>
        </p:txBody>
      </p:sp>
      <p:sp>
        <p:nvSpPr>
          <p:cNvPr id="20" name="Footer Placeholder 2">
            <a:extLst>
              <a:ext uri="{FF2B5EF4-FFF2-40B4-BE49-F238E27FC236}">
                <a16:creationId xmlns:a16="http://schemas.microsoft.com/office/drawing/2014/main" id="{9E4FC6F0-59F0-94C8-817D-B06F4F6B5853}"/>
              </a:ext>
            </a:extLst>
          </p:cNvPr>
          <p:cNvSpPr txBox="1">
            <a:spLocks/>
          </p:cNvSpPr>
          <p:nvPr/>
        </p:nvSpPr>
        <p:spPr>
          <a:xfrm>
            <a:off x="4429095" y="4950814"/>
            <a:ext cx="885500" cy="159827"/>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355"/>
            <a:r>
              <a:rPr lang="en-US" sz="800" b="1">
                <a:solidFill>
                  <a:srgbClr val="7F7F7F"/>
                </a:solidFill>
              </a:rPr>
              <a:t>TCS confidential</a:t>
            </a:r>
            <a:endParaRPr lang="en-US" sz="800" b="1">
              <a:solidFill>
                <a:srgbClr val="7F7F7F"/>
              </a:solidFill>
              <a:ea typeface="Calibri Light"/>
              <a:cs typeface="Calibri Light"/>
            </a:endParaRPr>
          </a:p>
        </p:txBody>
      </p:sp>
      <p:cxnSp>
        <p:nvCxnSpPr>
          <p:cNvPr id="24" name="Straight Arrow Connector 23">
            <a:extLst>
              <a:ext uri="{FF2B5EF4-FFF2-40B4-BE49-F238E27FC236}">
                <a16:creationId xmlns:a16="http://schemas.microsoft.com/office/drawing/2014/main" id="{659AFEFC-C372-86CF-6854-0BBDA17ED5CB}"/>
              </a:ext>
            </a:extLst>
          </p:cNvPr>
          <p:cNvCxnSpPr>
            <a:cxnSpLocks/>
          </p:cNvCxnSpPr>
          <p:nvPr/>
        </p:nvCxnSpPr>
        <p:spPr>
          <a:xfrm>
            <a:off x="4443548" y="5028115"/>
            <a:ext cx="1087" cy="66401"/>
          </a:xfrm>
          <a:prstGeom prst="straightConnector1">
            <a:avLst/>
          </a:prstGeom>
          <a:ln>
            <a:solidFill>
              <a:schemeClr val="bg2">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3673556"/>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EB5D4-965A-51DD-5DA4-66D5A5298DDA}"/>
            </a:ext>
          </a:extLst>
        </p:cNvPr>
        <p:cNvGrpSpPr/>
        <p:nvPr/>
      </p:nvGrpSpPr>
      <p:grpSpPr>
        <a:xfrm>
          <a:off x="0" y="0"/>
          <a:ext cx="0" cy="0"/>
          <a:chOff x="0" y="0"/>
          <a:chExt cx="0" cy="0"/>
        </a:xfrm>
      </p:grpSpPr>
      <p:sp>
        <p:nvSpPr>
          <p:cNvPr id="25" name="Title 1">
            <a:extLst>
              <a:ext uri="{FF2B5EF4-FFF2-40B4-BE49-F238E27FC236}">
                <a16:creationId xmlns:a16="http://schemas.microsoft.com/office/drawing/2014/main" id="{DA826CD3-6158-83F5-A77A-681C8642785C}"/>
              </a:ext>
            </a:extLst>
          </p:cNvPr>
          <p:cNvSpPr>
            <a:spLocks noGrp="1"/>
          </p:cNvSpPr>
          <p:nvPr>
            <p:ph type="title"/>
          </p:nvPr>
        </p:nvSpPr>
        <p:spPr>
          <a:xfrm>
            <a:off x="2056184" y="549729"/>
            <a:ext cx="1951423" cy="265636"/>
          </a:xfrm>
        </p:spPr>
        <p:txBody>
          <a:bodyPr vert="horz" wrap="square" lIns="0" tIns="12065" rIns="0" bIns="0" rtlCol="0" anchor="t">
            <a:noAutofit/>
          </a:bodyPr>
          <a:lstStyle/>
          <a:p>
            <a:r>
              <a:rPr lang="en-US" sz="2000" b="1">
                <a:latin typeface="Poppins"/>
                <a:cs typeface="Poppins"/>
              </a:rPr>
              <a:t>Key Learnings</a:t>
            </a:r>
            <a:endParaRPr lang="en-US" b="1">
              <a:latin typeface="Poppins"/>
              <a:cs typeface="Poppins"/>
            </a:endParaRPr>
          </a:p>
        </p:txBody>
      </p:sp>
      <p:sp>
        <p:nvSpPr>
          <p:cNvPr id="27" name="Content Placeholder 2">
            <a:extLst>
              <a:ext uri="{FF2B5EF4-FFF2-40B4-BE49-F238E27FC236}">
                <a16:creationId xmlns:a16="http://schemas.microsoft.com/office/drawing/2014/main" id="{E96DACA2-2891-3132-9B1E-1ADEF39DEAE8}"/>
              </a:ext>
            </a:extLst>
          </p:cNvPr>
          <p:cNvSpPr txBox="1">
            <a:spLocks/>
          </p:cNvSpPr>
          <p:nvPr/>
        </p:nvSpPr>
        <p:spPr>
          <a:xfrm>
            <a:off x="328003" y="1028129"/>
            <a:ext cx="4234831" cy="663643"/>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a:solidFill>
                  <a:schemeClr val="tx1"/>
                </a:solidFill>
                <a:ea typeface="Calibri"/>
              </a:rPr>
              <a:t>Learned how to build an end-to-end </a:t>
            </a:r>
            <a:r>
              <a:rPr lang="en-US" sz="1400" b="1">
                <a:solidFill>
                  <a:schemeClr val="tx1"/>
                </a:solidFill>
                <a:ea typeface="Calibri"/>
              </a:rPr>
              <a:t>AI-powered adaptive assessment system</a:t>
            </a:r>
            <a:r>
              <a:rPr lang="en-US" sz="1400">
                <a:solidFill>
                  <a:schemeClr val="tx1"/>
                </a:solidFill>
                <a:ea typeface="Calibri"/>
              </a:rPr>
              <a:t> from </a:t>
            </a:r>
            <a:r>
              <a:rPr lang="en-US" sz="1400" b="1">
                <a:solidFill>
                  <a:schemeClr val="tx1"/>
                </a:solidFill>
                <a:ea typeface="Calibri"/>
              </a:rPr>
              <a:t>educational content</a:t>
            </a:r>
            <a:r>
              <a:rPr lang="en-US" sz="1400">
                <a:solidFill>
                  <a:schemeClr val="tx1"/>
                </a:solidFill>
                <a:ea typeface="Calibri"/>
              </a:rPr>
              <a:t>.</a:t>
            </a:r>
            <a:endParaRPr lang="en-US" sz="2200">
              <a:solidFill>
                <a:schemeClr val="tx1"/>
              </a:solidFill>
              <a:ea typeface="Calibri"/>
            </a:endParaRPr>
          </a:p>
        </p:txBody>
      </p:sp>
      <p:sp>
        <p:nvSpPr>
          <p:cNvPr id="29" name="Content Placeholder 2">
            <a:extLst>
              <a:ext uri="{FF2B5EF4-FFF2-40B4-BE49-F238E27FC236}">
                <a16:creationId xmlns:a16="http://schemas.microsoft.com/office/drawing/2014/main" id="{90C873E5-3ED4-3368-5E69-A15E3BF6A1D0}"/>
              </a:ext>
            </a:extLst>
          </p:cNvPr>
          <p:cNvSpPr txBox="1">
            <a:spLocks/>
          </p:cNvSpPr>
          <p:nvPr/>
        </p:nvSpPr>
        <p:spPr>
          <a:xfrm>
            <a:off x="322560" y="1844557"/>
            <a:ext cx="4234831" cy="448200"/>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a:solidFill>
                  <a:schemeClr val="tx1"/>
                </a:solidFill>
                <a:ea typeface="Calibri"/>
              </a:rPr>
              <a:t>Understood how </a:t>
            </a:r>
            <a:r>
              <a:rPr lang="en-US" sz="1400" b="1">
                <a:solidFill>
                  <a:schemeClr val="tx1"/>
                </a:solidFill>
                <a:ea typeface="Calibri"/>
              </a:rPr>
              <a:t>Knowledge Graphs</a:t>
            </a:r>
            <a:r>
              <a:rPr lang="en-US" sz="1400">
                <a:solidFill>
                  <a:schemeClr val="tx1"/>
                </a:solidFill>
                <a:ea typeface="Calibri"/>
              </a:rPr>
              <a:t> can represent concepts, prerequisites, and learning paths</a:t>
            </a:r>
            <a:endParaRPr lang="en-US" sz="2200">
              <a:solidFill>
                <a:schemeClr val="tx1"/>
              </a:solidFill>
              <a:ea typeface="Calibri"/>
            </a:endParaRPr>
          </a:p>
        </p:txBody>
      </p:sp>
      <p:sp>
        <p:nvSpPr>
          <p:cNvPr id="31" name="Content Placeholder 2">
            <a:extLst>
              <a:ext uri="{FF2B5EF4-FFF2-40B4-BE49-F238E27FC236}">
                <a16:creationId xmlns:a16="http://schemas.microsoft.com/office/drawing/2014/main" id="{77DDC5B4-F53E-7AD3-9A36-D9B6AB730663}"/>
              </a:ext>
            </a:extLst>
          </p:cNvPr>
          <p:cNvSpPr txBox="1">
            <a:spLocks/>
          </p:cNvSpPr>
          <p:nvPr/>
        </p:nvSpPr>
        <p:spPr>
          <a:xfrm>
            <a:off x="322560" y="2503142"/>
            <a:ext cx="4234831" cy="448200"/>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a:solidFill>
                  <a:schemeClr val="tx1"/>
                </a:solidFill>
                <a:ea typeface="Calibri"/>
              </a:rPr>
              <a:t>Understood the role of </a:t>
            </a:r>
            <a:r>
              <a:rPr lang="en-US" sz="1400" b="1">
                <a:solidFill>
                  <a:schemeClr val="tx1"/>
                </a:solidFill>
                <a:ea typeface="Calibri"/>
              </a:rPr>
              <a:t>Bayesian Knowledge Tracing</a:t>
            </a:r>
            <a:r>
              <a:rPr lang="en-US" sz="1400">
                <a:solidFill>
                  <a:schemeClr val="tx1"/>
                </a:solidFill>
                <a:ea typeface="Calibri"/>
              </a:rPr>
              <a:t> (BKT) in tracking learner mastery</a:t>
            </a:r>
            <a:endParaRPr lang="en-US" sz="2200">
              <a:solidFill>
                <a:schemeClr val="tx1"/>
              </a:solidFill>
              <a:ea typeface="Calibri"/>
            </a:endParaRPr>
          </a:p>
        </p:txBody>
      </p:sp>
      <p:sp>
        <p:nvSpPr>
          <p:cNvPr id="33" name="Content Placeholder 2">
            <a:extLst>
              <a:ext uri="{FF2B5EF4-FFF2-40B4-BE49-F238E27FC236}">
                <a16:creationId xmlns:a16="http://schemas.microsoft.com/office/drawing/2014/main" id="{4F0A6E78-7D6B-E961-4D01-4FCE8798B813}"/>
              </a:ext>
            </a:extLst>
          </p:cNvPr>
          <p:cNvSpPr txBox="1">
            <a:spLocks/>
          </p:cNvSpPr>
          <p:nvPr/>
        </p:nvSpPr>
        <p:spPr>
          <a:xfrm>
            <a:off x="328003" y="3118185"/>
            <a:ext cx="4229389" cy="448200"/>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a:solidFill>
                  <a:schemeClr val="tx1"/>
                </a:solidFill>
                <a:ea typeface="Calibri"/>
              </a:rPr>
              <a:t>Understood and applied different retrieval techniques:</a:t>
            </a:r>
            <a:endParaRPr lang="en-US" sz="1000">
              <a:solidFill>
                <a:schemeClr val="tx1"/>
              </a:solidFill>
              <a:ea typeface="Calibri"/>
            </a:endParaRPr>
          </a:p>
        </p:txBody>
      </p:sp>
      <p:sp>
        <p:nvSpPr>
          <p:cNvPr id="35" name="Content Placeholder 2">
            <a:extLst>
              <a:ext uri="{FF2B5EF4-FFF2-40B4-BE49-F238E27FC236}">
                <a16:creationId xmlns:a16="http://schemas.microsoft.com/office/drawing/2014/main" id="{6542C309-4DA8-51C4-3729-D5A18134FAB8}"/>
              </a:ext>
            </a:extLst>
          </p:cNvPr>
          <p:cNvSpPr txBox="1">
            <a:spLocks/>
          </p:cNvSpPr>
          <p:nvPr/>
        </p:nvSpPr>
        <p:spPr>
          <a:xfrm>
            <a:off x="1574417" y="3363112"/>
            <a:ext cx="1823646" cy="201978"/>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171450" indent="-171450">
              <a:buFont typeface="Arial"/>
              <a:buChar char="•"/>
              <a:defRPr sz="2200"/>
            </a:pPr>
            <a:r>
              <a:rPr lang="en-US" sz="1200" b="1">
                <a:solidFill>
                  <a:schemeClr val="tx1"/>
                </a:solidFill>
                <a:ea typeface="Calibri"/>
              </a:rPr>
              <a:t>Lexical </a:t>
            </a:r>
            <a:r>
              <a:rPr lang="en-US" sz="1200">
                <a:solidFill>
                  <a:schemeClr val="tx1"/>
                </a:solidFill>
                <a:ea typeface="Calibri"/>
              </a:rPr>
              <a:t>retrieval</a:t>
            </a:r>
            <a:endParaRPr lang="en-US"/>
          </a:p>
        </p:txBody>
      </p:sp>
      <p:sp>
        <p:nvSpPr>
          <p:cNvPr id="37" name="Content Placeholder 2">
            <a:extLst>
              <a:ext uri="{FF2B5EF4-FFF2-40B4-BE49-F238E27FC236}">
                <a16:creationId xmlns:a16="http://schemas.microsoft.com/office/drawing/2014/main" id="{FF4ED8A3-93A3-D807-BEF0-B7D23B8CC60A}"/>
              </a:ext>
            </a:extLst>
          </p:cNvPr>
          <p:cNvSpPr txBox="1">
            <a:spLocks/>
          </p:cNvSpPr>
          <p:nvPr/>
        </p:nvSpPr>
        <p:spPr>
          <a:xfrm>
            <a:off x="1574417" y="3548169"/>
            <a:ext cx="1823646" cy="201978"/>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171450" indent="-171450">
              <a:buChar char="•"/>
              <a:defRPr sz="2200"/>
            </a:pPr>
            <a:r>
              <a:rPr lang="en-US" sz="1200" b="1">
                <a:solidFill>
                  <a:schemeClr val="tx1"/>
                </a:solidFill>
                <a:ea typeface="Calibri"/>
              </a:rPr>
              <a:t>Semantic </a:t>
            </a:r>
            <a:r>
              <a:rPr lang="en-US" sz="1200">
                <a:solidFill>
                  <a:schemeClr val="tx1"/>
                </a:solidFill>
                <a:ea typeface="Calibri"/>
              </a:rPr>
              <a:t>retrieval</a:t>
            </a:r>
            <a:endParaRPr lang="en-US">
              <a:ea typeface="Calibri"/>
            </a:endParaRPr>
          </a:p>
        </p:txBody>
      </p:sp>
      <p:sp>
        <p:nvSpPr>
          <p:cNvPr id="39" name="Content Placeholder 2">
            <a:extLst>
              <a:ext uri="{FF2B5EF4-FFF2-40B4-BE49-F238E27FC236}">
                <a16:creationId xmlns:a16="http://schemas.microsoft.com/office/drawing/2014/main" id="{FBFFE0CA-5D9F-D41D-ED7B-C83B3B29F070}"/>
              </a:ext>
            </a:extLst>
          </p:cNvPr>
          <p:cNvSpPr txBox="1">
            <a:spLocks/>
          </p:cNvSpPr>
          <p:nvPr/>
        </p:nvSpPr>
        <p:spPr>
          <a:xfrm>
            <a:off x="2967789" y="3363113"/>
            <a:ext cx="1556946" cy="386644"/>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171450" indent="-171450">
              <a:buChar char="•"/>
              <a:defRPr sz="2200"/>
            </a:pPr>
            <a:r>
              <a:rPr lang="en-US" sz="1200" b="1">
                <a:solidFill>
                  <a:schemeClr val="tx1"/>
                </a:solidFill>
                <a:ea typeface="Calibri"/>
              </a:rPr>
              <a:t>Graph</a:t>
            </a:r>
            <a:r>
              <a:rPr lang="en-US" sz="1200">
                <a:solidFill>
                  <a:schemeClr val="tx1"/>
                </a:solidFill>
                <a:ea typeface="Calibri"/>
              </a:rPr>
              <a:t>-</a:t>
            </a:r>
            <a:r>
              <a:rPr lang="en-US" sz="1200" b="1">
                <a:solidFill>
                  <a:schemeClr val="tx1"/>
                </a:solidFill>
                <a:ea typeface="Calibri"/>
              </a:rPr>
              <a:t>Aware</a:t>
            </a:r>
            <a:r>
              <a:rPr lang="en-US" sz="1200">
                <a:solidFill>
                  <a:schemeClr val="tx1"/>
                </a:solidFill>
                <a:ea typeface="Calibri"/>
              </a:rPr>
              <a:t> retrieval</a:t>
            </a:r>
            <a:endParaRPr lang="en-US">
              <a:ea typeface="Calibri"/>
            </a:endParaRPr>
          </a:p>
        </p:txBody>
      </p:sp>
      <p:sp>
        <p:nvSpPr>
          <p:cNvPr id="41" name="Content Placeholder 2">
            <a:extLst>
              <a:ext uri="{FF2B5EF4-FFF2-40B4-BE49-F238E27FC236}">
                <a16:creationId xmlns:a16="http://schemas.microsoft.com/office/drawing/2014/main" id="{B246D44E-ACE1-D7A6-3148-982B03C72817}"/>
              </a:ext>
            </a:extLst>
          </p:cNvPr>
          <p:cNvSpPr txBox="1">
            <a:spLocks/>
          </p:cNvSpPr>
          <p:nvPr/>
        </p:nvSpPr>
        <p:spPr>
          <a:xfrm>
            <a:off x="2967789" y="3749555"/>
            <a:ext cx="1823646" cy="201978"/>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171450" indent="-171450">
              <a:buFont typeface="Arial"/>
              <a:buChar char="•"/>
              <a:defRPr sz="2200"/>
            </a:pPr>
            <a:r>
              <a:rPr lang="en-US" sz="1200" b="1">
                <a:solidFill>
                  <a:schemeClr val="tx1"/>
                </a:solidFill>
                <a:ea typeface="Calibri"/>
              </a:rPr>
              <a:t>Hybrid </a:t>
            </a:r>
            <a:r>
              <a:rPr lang="en-US" sz="1200">
                <a:solidFill>
                  <a:schemeClr val="tx1"/>
                </a:solidFill>
                <a:ea typeface="Calibri"/>
              </a:rPr>
              <a:t>retrieval</a:t>
            </a:r>
            <a:endParaRPr lang="en-US"/>
          </a:p>
        </p:txBody>
      </p:sp>
      <p:sp>
        <p:nvSpPr>
          <p:cNvPr id="43" name="Title 1">
            <a:extLst>
              <a:ext uri="{FF2B5EF4-FFF2-40B4-BE49-F238E27FC236}">
                <a16:creationId xmlns:a16="http://schemas.microsoft.com/office/drawing/2014/main" id="{39B110B2-C01E-97FB-B4B7-F13317935043}"/>
              </a:ext>
            </a:extLst>
          </p:cNvPr>
          <p:cNvSpPr txBox="1">
            <a:spLocks/>
          </p:cNvSpPr>
          <p:nvPr/>
        </p:nvSpPr>
        <p:spPr>
          <a:xfrm>
            <a:off x="5953270" y="604158"/>
            <a:ext cx="1788138" cy="265636"/>
          </a:xfrm>
          <a:prstGeom prst="rect">
            <a:avLst/>
          </a:prstGeom>
        </p:spPr>
        <p:txBody>
          <a:bodyPr vert="horz" wrap="square" lIns="0" tIns="12065" rIns="0" bIns="0" rtlCol="0" anchor="t">
            <a:noAutofit/>
          </a:bodyPr>
          <a:lstStyle>
            <a:lvl1pPr algn="l" defTabSz="914355" rtl="0" eaLnBrk="1" latinLnBrk="0" hangingPunct="1">
              <a:lnSpc>
                <a:spcPct val="90000"/>
              </a:lnSpc>
              <a:spcBef>
                <a:spcPct val="0"/>
              </a:spcBef>
              <a:buNone/>
              <a:defRPr lang="en-IN" sz="2400" b="0" kern="0" spc="0" baseline="0" dirty="0">
                <a:solidFill>
                  <a:schemeClr val="tx1"/>
                </a:solidFill>
                <a:latin typeface="+mj-lt"/>
                <a:ea typeface="+mj-ea"/>
                <a:cs typeface="+mj-cs"/>
              </a:defRPr>
            </a:lvl1pPr>
          </a:lstStyle>
          <a:p>
            <a:r>
              <a:rPr lang="en-US" sz="2000" b="1">
                <a:latin typeface="Poppins"/>
                <a:cs typeface="Poppins"/>
              </a:rPr>
              <a:t>Skills Gained</a:t>
            </a:r>
          </a:p>
        </p:txBody>
      </p:sp>
      <p:sp>
        <p:nvSpPr>
          <p:cNvPr id="45" name="Content Placeholder 2">
            <a:extLst>
              <a:ext uri="{FF2B5EF4-FFF2-40B4-BE49-F238E27FC236}">
                <a16:creationId xmlns:a16="http://schemas.microsoft.com/office/drawing/2014/main" id="{FE3EB23F-851D-E7D6-934A-D5A4D88019ED}"/>
              </a:ext>
            </a:extLst>
          </p:cNvPr>
          <p:cNvSpPr txBox="1">
            <a:spLocks/>
          </p:cNvSpPr>
          <p:nvPr/>
        </p:nvSpPr>
        <p:spPr>
          <a:xfrm>
            <a:off x="5106831" y="1136987"/>
            <a:ext cx="3483717" cy="448200"/>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a:solidFill>
                  <a:schemeClr val="tx1"/>
                </a:solidFill>
                <a:ea typeface="Calibri"/>
              </a:rPr>
              <a:t>Knowledge Graph construction using </a:t>
            </a:r>
            <a:r>
              <a:rPr lang="en-US" sz="1400" b="1" err="1">
                <a:solidFill>
                  <a:schemeClr val="tx1"/>
                </a:solidFill>
                <a:ea typeface="Calibri"/>
              </a:rPr>
              <a:t>NetworkX</a:t>
            </a:r>
            <a:endParaRPr lang="en-US" sz="2200" b="1">
              <a:solidFill>
                <a:schemeClr val="tx1"/>
              </a:solidFill>
              <a:ea typeface="Calibri"/>
            </a:endParaRPr>
          </a:p>
        </p:txBody>
      </p:sp>
      <p:sp>
        <p:nvSpPr>
          <p:cNvPr id="47" name="Content Placeholder 2">
            <a:extLst>
              <a:ext uri="{FF2B5EF4-FFF2-40B4-BE49-F238E27FC236}">
                <a16:creationId xmlns:a16="http://schemas.microsoft.com/office/drawing/2014/main" id="{769CA790-6A71-5AFE-FC52-F8A09781FEE7}"/>
              </a:ext>
            </a:extLst>
          </p:cNvPr>
          <p:cNvSpPr txBox="1">
            <a:spLocks/>
          </p:cNvSpPr>
          <p:nvPr/>
        </p:nvSpPr>
        <p:spPr>
          <a:xfrm>
            <a:off x="5106831" y="1844558"/>
            <a:ext cx="3695989" cy="448200"/>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b="1">
                <a:solidFill>
                  <a:schemeClr val="tx1"/>
                </a:solidFill>
                <a:ea typeface="Calibri"/>
              </a:rPr>
              <a:t>RAG system</a:t>
            </a:r>
            <a:r>
              <a:rPr lang="en-US" sz="1400">
                <a:solidFill>
                  <a:schemeClr val="tx1"/>
                </a:solidFill>
                <a:ea typeface="Calibri"/>
              </a:rPr>
              <a:t> design combining graph context and semantic retrieval</a:t>
            </a:r>
            <a:endParaRPr lang="en-US" sz="2200">
              <a:solidFill>
                <a:schemeClr val="tx1"/>
              </a:solidFill>
              <a:ea typeface="Calibri"/>
            </a:endParaRPr>
          </a:p>
        </p:txBody>
      </p:sp>
      <p:sp>
        <p:nvSpPr>
          <p:cNvPr id="49" name="Content Placeholder 2">
            <a:extLst>
              <a:ext uri="{FF2B5EF4-FFF2-40B4-BE49-F238E27FC236}">
                <a16:creationId xmlns:a16="http://schemas.microsoft.com/office/drawing/2014/main" id="{4D6DC1CF-FBE7-8E5B-6533-4090AD61FB64}"/>
              </a:ext>
            </a:extLst>
          </p:cNvPr>
          <p:cNvSpPr txBox="1">
            <a:spLocks/>
          </p:cNvSpPr>
          <p:nvPr/>
        </p:nvSpPr>
        <p:spPr>
          <a:xfrm>
            <a:off x="5085060" y="2503143"/>
            <a:ext cx="3739531" cy="448200"/>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a:solidFill>
                  <a:schemeClr val="tx1"/>
                </a:solidFill>
                <a:ea typeface="Calibri"/>
              </a:rPr>
              <a:t>Adaptive learning implementation using </a:t>
            </a:r>
            <a:r>
              <a:rPr lang="en-US" sz="1400" b="1">
                <a:solidFill>
                  <a:schemeClr val="tx1"/>
                </a:solidFill>
                <a:ea typeface="Calibri"/>
              </a:rPr>
              <a:t>BKT</a:t>
            </a:r>
            <a:r>
              <a:rPr lang="en-US" sz="1400">
                <a:solidFill>
                  <a:schemeClr val="tx1"/>
                </a:solidFill>
                <a:ea typeface="Calibri"/>
              </a:rPr>
              <a:t> formulas and learner state tracking</a:t>
            </a:r>
            <a:endParaRPr lang="en-US" sz="2200">
              <a:solidFill>
                <a:schemeClr val="tx1"/>
              </a:solidFill>
              <a:ea typeface="Calibri"/>
            </a:endParaRPr>
          </a:p>
        </p:txBody>
      </p:sp>
      <p:sp>
        <p:nvSpPr>
          <p:cNvPr id="51" name="Content Placeholder 2">
            <a:extLst>
              <a:ext uri="{FF2B5EF4-FFF2-40B4-BE49-F238E27FC236}">
                <a16:creationId xmlns:a16="http://schemas.microsoft.com/office/drawing/2014/main" id="{02016CB3-FFF6-A67E-7A71-530C4494689A}"/>
              </a:ext>
            </a:extLst>
          </p:cNvPr>
          <p:cNvSpPr txBox="1">
            <a:spLocks/>
          </p:cNvSpPr>
          <p:nvPr/>
        </p:nvSpPr>
        <p:spPr>
          <a:xfrm>
            <a:off x="5085060" y="3118186"/>
            <a:ext cx="4234831" cy="232756"/>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85750" indent="-285750">
              <a:buChar char="•"/>
              <a:defRPr sz="2200"/>
            </a:pPr>
            <a:r>
              <a:rPr lang="en-US" sz="1400">
                <a:solidFill>
                  <a:schemeClr val="tx1"/>
                </a:solidFill>
                <a:ea typeface="Calibri"/>
              </a:rPr>
              <a:t>Importance of good </a:t>
            </a:r>
            <a:r>
              <a:rPr lang="en-US" sz="1400" b="1">
                <a:solidFill>
                  <a:schemeClr val="tx1"/>
                </a:solidFill>
                <a:ea typeface="Calibri"/>
              </a:rPr>
              <a:t>prompting </a:t>
            </a:r>
            <a:r>
              <a:rPr lang="en-US" sz="1400">
                <a:solidFill>
                  <a:schemeClr val="tx1"/>
                </a:solidFill>
                <a:ea typeface="Calibri"/>
              </a:rPr>
              <a:t>techniques</a:t>
            </a:r>
          </a:p>
        </p:txBody>
      </p:sp>
      <p:cxnSp>
        <p:nvCxnSpPr>
          <p:cNvPr id="53" name="Straight Arrow Connector 52">
            <a:extLst>
              <a:ext uri="{FF2B5EF4-FFF2-40B4-BE49-F238E27FC236}">
                <a16:creationId xmlns:a16="http://schemas.microsoft.com/office/drawing/2014/main" id="{E07DB7EA-0617-2421-C3C8-D3164ABAD5CE}"/>
              </a:ext>
            </a:extLst>
          </p:cNvPr>
          <p:cNvCxnSpPr>
            <a:cxnSpLocks/>
          </p:cNvCxnSpPr>
          <p:nvPr/>
        </p:nvCxnSpPr>
        <p:spPr>
          <a:xfrm>
            <a:off x="4544150" y="497490"/>
            <a:ext cx="18684" cy="3520253"/>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lide Number Placeholder 1">
            <a:extLst>
              <a:ext uri="{FF2B5EF4-FFF2-40B4-BE49-F238E27FC236}">
                <a16:creationId xmlns:a16="http://schemas.microsoft.com/office/drawing/2014/main" id="{DC0F73D7-A22C-FBF3-2EDB-BA9CC5EBF1B9}"/>
              </a:ext>
            </a:extLst>
          </p:cNvPr>
          <p:cNvSpPr txBox="1">
            <a:spLocks/>
          </p:cNvSpPr>
          <p:nvPr/>
        </p:nvSpPr>
        <p:spPr>
          <a:xfrm>
            <a:off x="4084007" y="4950814"/>
            <a:ext cx="327804" cy="15982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62A0901-ACEF-4BE9-9C8C-C119B421173E}" type="slidenum">
              <a:rPr lang="en-US" sz="800" b="1" dirty="0" smtClean="0">
                <a:solidFill>
                  <a:schemeClr val="bg2">
                    <a:lumMod val="49000"/>
                  </a:schemeClr>
                </a:solidFill>
              </a:rPr>
              <a:pPr/>
              <a:t>17</a:t>
            </a:fld>
            <a:endParaRPr lang="en-US" sz="800" b="1">
              <a:solidFill>
                <a:schemeClr val="bg2">
                  <a:lumMod val="49000"/>
                </a:schemeClr>
              </a:solidFill>
              <a:ea typeface="Calibri Light"/>
              <a:cs typeface="Calibri Light"/>
            </a:endParaRPr>
          </a:p>
        </p:txBody>
      </p:sp>
      <p:sp>
        <p:nvSpPr>
          <p:cNvPr id="5" name="Footer Placeholder 2">
            <a:extLst>
              <a:ext uri="{FF2B5EF4-FFF2-40B4-BE49-F238E27FC236}">
                <a16:creationId xmlns:a16="http://schemas.microsoft.com/office/drawing/2014/main" id="{F6FC2B15-A624-1E66-4D6F-1B0B814AEAA6}"/>
              </a:ext>
            </a:extLst>
          </p:cNvPr>
          <p:cNvSpPr txBox="1">
            <a:spLocks/>
          </p:cNvSpPr>
          <p:nvPr/>
        </p:nvSpPr>
        <p:spPr>
          <a:xfrm>
            <a:off x="4429095" y="4950814"/>
            <a:ext cx="885500" cy="159827"/>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355"/>
            <a:r>
              <a:rPr lang="en-US" sz="800" b="1">
                <a:solidFill>
                  <a:srgbClr val="7F7F7F"/>
                </a:solidFill>
              </a:rPr>
              <a:t>TCS confidential</a:t>
            </a:r>
            <a:endParaRPr lang="en-US" sz="800" b="1">
              <a:solidFill>
                <a:srgbClr val="7F7F7F"/>
              </a:solidFill>
              <a:ea typeface="Calibri Light"/>
              <a:cs typeface="Calibri Light"/>
            </a:endParaRPr>
          </a:p>
        </p:txBody>
      </p:sp>
      <p:cxnSp>
        <p:nvCxnSpPr>
          <p:cNvPr id="7" name="Straight Arrow Connector 6">
            <a:extLst>
              <a:ext uri="{FF2B5EF4-FFF2-40B4-BE49-F238E27FC236}">
                <a16:creationId xmlns:a16="http://schemas.microsoft.com/office/drawing/2014/main" id="{FAF5B00F-C947-6D6C-BFD7-2098EA7D9B07}"/>
              </a:ext>
            </a:extLst>
          </p:cNvPr>
          <p:cNvCxnSpPr>
            <a:cxnSpLocks/>
          </p:cNvCxnSpPr>
          <p:nvPr/>
        </p:nvCxnSpPr>
        <p:spPr>
          <a:xfrm>
            <a:off x="4443548" y="5028115"/>
            <a:ext cx="1087" cy="66401"/>
          </a:xfrm>
          <a:prstGeom prst="straightConnector1">
            <a:avLst/>
          </a:prstGeom>
          <a:ln>
            <a:solidFill>
              <a:schemeClr val="bg2">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5744366"/>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FD7A2-C618-E493-AF3C-463BEE1F3E92}"/>
            </a:ext>
          </a:extLst>
        </p:cNvPr>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58E6651C-7CB3-E36C-50BF-B2A56AFB1F14}"/>
              </a:ext>
            </a:extLst>
          </p:cNvPr>
          <p:cNvSpPr txBox="1">
            <a:spLocks/>
          </p:cNvSpPr>
          <p:nvPr/>
        </p:nvSpPr>
        <p:spPr>
          <a:xfrm>
            <a:off x="266161" y="875130"/>
            <a:ext cx="6466404" cy="325089"/>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defRPr sz="2200"/>
            </a:pPr>
            <a:r>
              <a:rPr lang="en-US" sz="2000" b="1">
                <a:solidFill>
                  <a:schemeClr val="tx1"/>
                </a:solidFill>
                <a:latin typeface="Poppins"/>
                <a:cs typeface="Poppins"/>
              </a:rPr>
              <a:t>References/Literature Review</a:t>
            </a:r>
            <a:endParaRPr lang="en-US"/>
          </a:p>
        </p:txBody>
      </p:sp>
      <p:sp>
        <p:nvSpPr>
          <p:cNvPr id="17" name="Slide Number Placeholder 1">
            <a:extLst>
              <a:ext uri="{FF2B5EF4-FFF2-40B4-BE49-F238E27FC236}">
                <a16:creationId xmlns:a16="http://schemas.microsoft.com/office/drawing/2014/main" id="{918914DC-C1FC-D20E-0376-AA79A0456AB7}"/>
              </a:ext>
            </a:extLst>
          </p:cNvPr>
          <p:cNvSpPr txBox="1">
            <a:spLocks/>
          </p:cNvSpPr>
          <p:nvPr/>
        </p:nvSpPr>
        <p:spPr>
          <a:xfrm>
            <a:off x="4084007" y="4950814"/>
            <a:ext cx="327804" cy="159826"/>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62A0901-ACEF-4BE9-9C8C-C119B421173E}" type="slidenum">
              <a:rPr lang="en-US" sz="800" b="1" dirty="0" smtClean="0">
                <a:solidFill>
                  <a:schemeClr val="bg2">
                    <a:lumMod val="49000"/>
                  </a:schemeClr>
                </a:solidFill>
              </a:rPr>
              <a:pPr/>
              <a:t>18</a:t>
            </a:fld>
            <a:endParaRPr lang="en-US" sz="800" b="1">
              <a:solidFill>
                <a:schemeClr val="bg2">
                  <a:lumMod val="49000"/>
                </a:schemeClr>
              </a:solidFill>
              <a:ea typeface="Calibri Light"/>
              <a:cs typeface="Calibri Light"/>
            </a:endParaRPr>
          </a:p>
        </p:txBody>
      </p:sp>
      <p:sp>
        <p:nvSpPr>
          <p:cNvPr id="20" name="Footer Placeholder 2">
            <a:extLst>
              <a:ext uri="{FF2B5EF4-FFF2-40B4-BE49-F238E27FC236}">
                <a16:creationId xmlns:a16="http://schemas.microsoft.com/office/drawing/2014/main" id="{1EE30423-CA52-4351-788E-BB2DA94A8D67}"/>
              </a:ext>
            </a:extLst>
          </p:cNvPr>
          <p:cNvSpPr txBox="1">
            <a:spLocks/>
          </p:cNvSpPr>
          <p:nvPr/>
        </p:nvSpPr>
        <p:spPr>
          <a:xfrm>
            <a:off x="4429095" y="4950814"/>
            <a:ext cx="885500" cy="159827"/>
          </a:xfrm>
          <a:prstGeom prst="rect">
            <a:avLst/>
          </a:prstGeom>
        </p:spPr>
        <p:txBody>
          <a:bodyPr lIns="91440" tIns="45720" rIns="91440" bIns="4572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355"/>
            <a:r>
              <a:rPr lang="en-US" sz="800" b="1">
                <a:solidFill>
                  <a:srgbClr val="7F7F7F"/>
                </a:solidFill>
              </a:rPr>
              <a:t>TCS confidential</a:t>
            </a:r>
            <a:endParaRPr lang="en-US" sz="800" b="1">
              <a:solidFill>
                <a:srgbClr val="7F7F7F"/>
              </a:solidFill>
              <a:ea typeface="Calibri Light"/>
              <a:cs typeface="Calibri Light"/>
            </a:endParaRPr>
          </a:p>
        </p:txBody>
      </p:sp>
      <p:cxnSp>
        <p:nvCxnSpPr>
          <p:cNvPr id="24" name="Straight Arrow Connector 23">
            <a:extLst>
              <a:ext uri="{FF2B5EF4-FFF2-40B4-BE49-F238E27FC236}">
                <a16:creationId xmlns:a16="http://schemas.microsoft.com/office/drawing/2014/main" id="{D05D7F12-45D6-8585-6CAC-5CF9A95E6237}"/>
              </a:ext>
            </a:extLst>
          </p:cNvPr>
          <p:cNvCxnSpPr>
            <a:cxnSpLocks/>
          </p:cNvCxnSpPr>
          <p:nvPr/>
        </p:nvCxnSpPr>
        <p:spPr>
          <a:xfrm>
            <a:off x="4443548" y="5028115"/>
            <a:ext cx="1087" cy="66401"/>
          </a:xfrm>
          <a:prstGeom prst="straightConnector1">
            <a:avLst/>
          </a:prstGeom>
          <a:ln>
            <a:solidFill>
              <a:schemeClr val="bg2">
                <a:lumMod val="65000"/>
              </a:schemeClr>
            </a:solidFill>
          </a:ln>
        </p:spPr>
        <p:style>
          <a:lnRef idx="1">
            <a:schemeClr val="accent1"/>
          </a:lnRef>
          <a:fillRef idx="0">
            <a:schemeClr val="accent1"/>
          </a:fillRef>
          <a:effectRef idx="0">
            <a:schemeClr val="accent1"/>
          </a:effectRef>
          <a:fontRef idx="minor">
            <a:schemeClr val="tx1"/>
          </a:fontRef>
        </p:style>
      </p:cxnSp>
      <p:sp>
        <p:nvSpPr>
          <p:cNvPr id="6" name="Subtitle 11">
            <a:extLst>
              <a:ext uri="{FF2B5EF4-FFF2-40B4-BE49-F238E27FC236}">
                <a16:creationId xmlns:a16="http://schemas.microsoft.com/office/drawing/2014/main" id="{3587857A-7C2D-AD12-2840-7EB66C2ED39A}"/>
              </a:ext>
            </a:extLst>
          </p:cNvPr>
          <p:cNvSpPr txBox="1">
            <a:spLocks/>
          </p:cNvSpPr>
          <p:nvPr/>
        </p:nvSpPr>
        <p:spPr>
          <a:xfrm>
            <a:off x="267346" y="1288101"/>
            <a:ext cx="5738948" cy="641894"/>
          </a:xfrm>
          <a:prstGeom prst="rect">
            <a:avLst/>
          </a:prstGeom>
        </p:spPr>
        <p:txBody>
          <a:bodyPr vert="horz" lIns="91440" tIns="45720" rIns="91440" bIns="45720" rtlCol="0" anchor="b" anchorCtr="0">
            <a:norm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2000" b="0" i="0" kern="1200">
                <a:solidFill>
                  <a:schemeClr val="tx1"/>
                </a:solidFill>
                <a:latin typeface="+mn-lt"/>
                <a:ea typeface="+mn-ea"/>
                <a:cs typeface="Poppins Light" pitchFamily="2" charset="77"/>
              </a:defRPr>
            </a:lvl1pPr>
            <a:lvl2pPr marL="457200" indent="0" algn="ctr"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mn-lt"/>
                <a:ea typeface="+mn-ea"/>
                <a:cs typeface="Poppins Light" pitchFamily="2" charset="77"/>
              </a:defRPr>
            </a:lvl2pPr>
            <a:lvl3pPr marL="914400" indent="0" algn="ctr"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mn-lt"/>
                <a:ea typeface="+mn-ea"/>
                <a:cs typeface="Poppins Light" pitchFamily="2" charset="77"/>
              </a:defRPr>
            </a:lvl3pPr>
            <a:lvl4pPr marL="13716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4pPr>
            <a:lvl5pPr marL="18288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28600" indent="-228600">
              <a:buAutoNum type="arabicPeriod"/>
            </a:pPr>
            <a:r>
              <a:rPr lang="en-US" sz="1200" dirty="0">
                <a:cs typeface="Poppins Light"/>
                <a:hlinkClick r:id="rId3"/>
              </a:rPr>
              <a:t>Beyond Static Question Banks: Dynamic Knowledge Expansion via LLM-Automated Graph Construction and Adaptive Generation</a:t>
            </a:r>
            <a:r>
              <a:rPr lang="en-US" sz="1600" dirty="0">
                <a:cs typeface="Poppins Light"/>
              </a:rPr>
              <a:t> </a:t>
            </a:r>
            <a:r>
              <a:rPr lang="en-US" sz="1100" b="1">
                <a:cs typeface="Poppins Light"/>
              </a:rPr>
              <a:t>(On </a:t>
            </a:r>
            <a:r>
              <a:rPr lang="en-US" sz="1100" b="1">
                <a:ea typeface="+mn-lt"/>
                <a:cs typeface="+mn-lt"/>
              </a:rPr>
              <a:t>arxiv.org</a:t>
            </a:r>
            <a:r>
              <a:rPr lang="en-US" sz="1100" b="1">
                <a:cs typeface="Poppins Light"/>
              </a:rPr>
              <a:t>) - Feb 2026</a:t>
            </a:r>
            <a:endParaRPr lang="en-US" sz="1100">
              <a:ea typeface="Calibri Light"/>
            </a:endParaRPr>
          </a:p>
        </p:txBody>
      </p:sp>
      <p:sp>
        <p:nvSpPr>
          <p:cNvPr id="7" name="Subtitle 11">
            <a:extLst>
              <a:ext uri="{FF2B5EF4-FFF2-40B4-BE49-F238E27FC236}">
                <a16:creationId xmlns:a16="http://schemas.microsoft.com/office/drawing/2014/main" id="{9FEF3966-B064-153F-0358-D3C46217834F}"/>
              </a:ext>
            </a:extLst>
          </p:cNvPr>
          <p:cNvSpPr txBox="1">
            <a:spLocks/>
          </p:cNvSpPr>
          <p:nvPr/>
        </p:nvSpPr>
        <p:spPr>
          <a:xfrm>
            <a:off x="528602" y="1748931"/>
            <a:ext cx="6355806" cy="364309"/>
          </a:xfrm>
          <a:prstGeom prst="rect">
            <a:avLst/>
          </a:prstGeom>
        </p:spPr>
        <p:txBody>
          <a:bodyPr vert="horz" lIns="91440" tIns="45720" rIns="91440" bIns="45720" rtlCol="0" anchor="b" anchorCtr="0">
            <a:no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2000" b="0" i="0" kern="1200">
                <a:solidFill>
                  <a:schemeClr val="tx1"/>
                </a:solidFill>
                <a:latin typeface="+mn-lt"/>
                <a:ea typeface="+mn-ea"/>
                <a:cs typeface="Poppins Light" pitchFamily="2" charset="77"/>
              </a:defRPr>
            </a:lvl1pPr>
            <a:lvl2pPr marL="457200" indent="0" algn="ctr"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mn-lt"/>
                <a:ea typeface="+mn-ea"/>
                <a:cs typeface="Poppins Light" pitchFamily="2" charset="77"/>
              </a:defRPr>
            </a:lvl2pPr>
            <a:lvl3pPr marL="914400" indent="0" algn="ctr"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mn-lt"/>
                <a:ea typeface="+mn-ea"/>
                <a:cs typeface="Poppins Light" pitchFamily="2" charset="77"/>
              </a:defRPr>
            </a:lvl3pPr>
            <a:lvl4pPr marL="13716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4pPr>
            <a:lvl5pPr marL="18288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100" dirty="0">
                <a:cs typeface="Poppins Light"/>
              </a:rPr>
              <a:t>Authors:- </a:t>
            </a:r>
            <a:r>
              <a:rPr lang="en-US" sz="1100" b="1" dirty="0">
                <a:ea typeface="+mn-lt"/>
                <a:cs typeface="+mn-lt"/>
              </a:rPr>
              <a:t>Yingquan Wang</a:t>
            </a:r>
            <a:r>
              <a:rPr lang="en-US" sz="1100" dirty="0">
                <a:ea typeface="+mn-lt"/>
                <a:cs typeface="+mn-lt"/>
              </a:rPr>
              <a:t>, </a:t>
            </a:r>
            <a:r>
              <a:rPr lang="en-US" sz="1100" b="1" dirty="0">
                <a:ea typeface="+mn-lt"/>
                <a:cs typeface="+mn-lt"/>
              </a:rPr>
              <a:t>Li Zeng, Tianyu Wei</a:t>
            </a:r>
            <a:r>
              <a:rPr lang="en-US" sz="1100" dirty="0">
                <a:ea typeface="+mn-lt"/>
                <a:cs typeface="+mn-lt"/>
              </a:rPr>
              <a:t>, </a:t>
            </a:r>
            <a:r>
              <a:rPr lang="en-US" sz="1100" b="1" dirty="0">
                <a:ea typeface="+mn-lt"/>
                <a:cs typeface="+mn-lt"/>
              </a:rPr>
              <a:t>Qinsi Li</a:t>
            </a:r>
            <a:r>
              <a:rPr lang="en-US" sz="1100" dirty="0">
                <a:ea typeface="+mn-lt"/>
                <a:cs typeface="+mn-lt"/>
              </a:rPr>
              <a:t> </a:t>
            </a:r>
            <a:endParaRPr lang="en-US" sz="1100" b="1" dirty="0"/>
          </a:p>
        </p:txBody>
      </p:sp>
      <p:sp>
        <p:nvSpPr>
          <p:cNvPr id="8" name="Subtitle 11">
            <a:extLst>
              <a:ext uri="{FF2B5EF4-FFF2-40B4-BE49-F238E27FC236}">
                <a16:creationId xmlns:a16="http://schemas.microsoft.com/office/drawing/2014/main" id="{69302530-1E09-A9DD-CE3E-970BC4B1F3EE}"/>
              </a:ext>
            </a:extLst>
          </p:cNvPr>
          <p:cNvSpPr txBox="1">
            <a:spLocks/>
          </p:cNvSpPr>
          <p:nvPr/>
        </p:nvSpPr>
        <p:spPr>
          <a:xfrm>
            <a:off x="517716" y="2071872"/>
            <a:ext cx="5298077" cy="641894"/>
          </a:xfrm>
          <a:prstGeom prst="rect">
            <a:avLst/>
          </a:prstGeom>
        </p:spPr>
        <p:txBody>
          <a:bodyPr vert="horz" lIns="91440" tIns="45720" rIns="91440" bIns="45720" rtlCol="0" anchor="b" anchorCtr="0">
            <a:norm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2000" b="0" i="0" kern="1200">
                <a:solidFill>
                  <a:schemeClr val="tx1"/>
                </a:solidFill>
                <a:latin typeface="+mn-lt"/>
                <a:ea typeface="+mn-ea"/>
                <a:cs typeface="Poppins Light" pitchFamily="2" charset="77"/>
              </a:defRPr>
            </a:lvl1pPr>
            <a:lvl2pPr marL="457200" indent="0" algn="ctr"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mn-lt"/>
                <a:ea typeface="+mn-ea"/>
                <a:cs typeface="Poppins Light" pitchFamily="2" charset="77"/>
              </a:defRPr>
            </a:lvl2pPr>
            <a:lvl3pPr marL="914400" indent="0" algn="ctr"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mn-lt"/>
                <a:ea typeface="+mn-ea"/>
                <a:cs typeface="Poppins Light" pitchFamily="2" charset="77"/>
              </a:defRPr>
            </a:lvl3pPr>
            <a:lvl4pPr marL="13716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4pPr>
            <a:lvl5pPr marL="18288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u="sng" dirty="0">
                <a:highlight>
                  <a:srgbClr val="FFFFFF"/>
                </a:highlight>
                <a:latin typeface="Calibri Light"/>
                <a:ea typeface="Calibri Light"/>
                <a:cs typeface="Calibri Light"/>
                <a:hlinkClick r:id="rId4"/>
              </a:rPr>
              <a:t>A Systematic Review on Assessment in Adaptive Learning: Theories, Algorithms and Techniques</a:t>
            </a:r>
            <a:r>
              <a:rPr lang="en-US" sz="1600" dirty="0">
                <a:latin typeface="Calibri Light"/>
                <a:ea typeface="Calibri Light"/>
                <a:cs typeface="Calibri Light"/>
              </a:rPr>
              <a:t> </a:t>
            </a:r>
            <a:r>
              <a:rPr lang="en-US" sz="1100" b="1" dirty="0">
                <a:cs typeface="Poppins Light"/>
              </a:rPr>
              <a:t>(On </a:t>
            </a:r>
            <a:r>
              <a:rPr lang="en-US" sz="1100" b="1" dirty="0">
                <a:ea typeface="+mn-lt"/>
                <a:cs typeface="+mn-lt"/>
              </a:rPr>
              <a:t>thesai.org</a:t>
            </a:r>
            <a:r>
              <a:rPr lang="en-US" sz="1100" b="1">
                <a:cs typeface="Poppins Light"/>
              </a:rPr>
              <a:t>) - Nov 2024</a:t>
            </a:r>
            <a:endParaRPr lang="en-US" sz="1100">
              <a:ea typeface="Calibri Light"/>
            </a:endParaRPr>
          </a:p>
        </p:txBody>
      </p:sp>
      <p:sp>
        <p:nvSpPr>
          <p:cNvPr id="9" name="Subtitle 11">
            <a:extLst>
              <a:ext uri="{FF2B5EF4-FFF2-40B4-BE49-F238E27FC236}">
                <a16:creationId xmlns:a16="http://schemas.microsoft.com/office/drawing/2014/main" id="{6AD53308-DAC7-AB1C-7A21-5608C1B163B5}"/>
              </a:ext>
            </a:extLst>
          </p:cNvPr>
          <p:cNvSpPr txBox="1">
            <a:spLocks/>
          </p:cNvSpPr>
          <p:nvPr/>
        </p:nvSpPr>
        <p:spPr>
          <a:xfrm>
            <a:off x="539487" y="2549030"/>
            <a:ext cx="6355806" cy="364309"/>
          </a:xfrm>
          <a:prstGeom prst="rect">
            <a:avLst/>
          </a:prstGeom>
        </p:spPr>
        <p:txBody>
          <a:bodyPr vert="horz" lIns="91440" tIns="45720" rIns="91440" bIns="45720" rtlCol="0" anchor="b" anchorCtr="0">
            <a:no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2000" b="0" i="0" kern="1200">
                <a:solidFill>
                  <a:schemeClr val="tx1"/>
                </a:solidFill>
                <a:latin typeface="+mn-lt"/>
                <a:ea typeface="+mn-ea"/>
                <a:cs typeface="Poppins Light" pitchFamily="2" charset="77"/>
              </a:defRPr>
            </a:lvl1pPr>
            <a:lvl2pPr marL="457200" indent="0" algn="ctr"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mn-lt"/>
                <a:ea typeface="+mn-ea"/>
                <a:cs typeface="Poppins Light" pitchFamily="2" charset="77"/>
              </a:defRPr>
            </a:lvl2pPr>
            <a:lvl3pPr marL="914400" indent="0" algn="ctr"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mn-lt"/>
                <a:ea typeface="+mn-ea"/>
                <a:cs typeface="Poppins Light" pitchFamily="2" charset="77"/>
              </a:defRPr>
            </a:lvl3pPr>
            <a:lvl4pPr marL="13716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4pPr>
            <a:lvl5pPr marL="18288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100" dirty="0">
                <a:cs typeface="Poppins Light"/>
              </a:rPr>
              <a:t>Authors:- </a:t>
            </a:r>
            <a:r>
              <a:rPr lang="en-US" sz="1100" b="1" dirty="0">
                <a:ea typeface="+mn-lt"/>
                <a:cs typeface="+mn-lt"/>
              </a:rPr>
              <a:t>Adel Ihichr</a:t>
            </a:r>
            <a:r>
              <a:rPr lang="en-US" sz="1100" dirty="0">
                <a:ea typeface="+mn-lt"/>
                <a:cs typeface="+mn-lt"/>
              </a:rPr>
              <a:t>, </a:t>
            </a:r>
            <a:r>
              <a:rPr lang="en-US" sz="1100" b="1" dirty="0">
                <a:ea typeface="+mn-lt"/>
                <a:cs typeface="+mn-lt"/>
              </a:rPr>
              <a:t>Omar Oustous</a:t>
            </a:r>
            <a:r>
              <a:rPr lang="en-US" sz="1100" dirty="0">
                <a:ea typeface="+mn-lt"/>
                <a:cs typeface="+mn-lt"/>
              </a:rPr>
              <a:t>,</a:t>
            </a:r>
            <a:r>
              <a:rPr lang="en-US" sz="1100" b="1" dirty="0">
                <a:ea typeface="+mn-lt"/>
                <a:cs typeface="+mn-lt"/>
              </a:rPr>
              <a:t> Younes El Bouzekri El Idrissi</a:t>
            </a:r>
            <a:r>
              <a:rPr lang="en-US" sz="1100" dirty="0">
                <a:ea typeface="+mn-lt"/>
                <a:cs typeface="+mn-lt"/>
              </a:rPr>
              <a:t>, </a:t>
            </a:r>
            <a:r>
              <a:rPr lang="en-US" sz="1100" b="1" dirty="0">
                <a:ea typeface="+mn-lt"/>
                <a:cs typeface="+mn-lt"/>
              </a:rPr>
              <a:t>Ayoub </a:t>
            </a:r>
            <a:r>
              <a:rPr lang="en-US" sz="1100" b="1" dirty="0" err="1">
                <a:ea typeface="+mn-lt"/>
                <a:cs typeface="+mn-lt"/>
              </a:rPr>
              <a:t>Ait</a:t>
            </a:r>
            <a:r>
              <a:rPr lang="en-US" sz="1100" b="1" dirty="0">
                <a:ea typeface="+mn-lt"/>
                <a:cs typeface="+mn-lt"/>
              </a:rPr>
              <a:t> Lahcen</a:t>
            </a:r>
            <a:endParaRPr lang="en-US" sz="1100" b="1" dirty="0"/>
          </a:p>
        </p:txBody>
      </p:sp>
      <p:sp>
        <p:nvSpPr>
          <p:cNvPr id="10" name="Subtitle 11">
            <a:extLst>
              <a:ext uri="{FF2B5EF4-FFF2-40B4-BE49-F238E27FC236}">
                <a16:creationId xmlns:a16="http://schemas.microsoft.com/office/drawing/2014/main" id="{B6FA898B-44E1-A21E-34A3-F72D4B65E816}"/>
              </a:ext>
            </a:extLst>
          </p:cNvPr>
          <p:cNvSpPr txBox="1">
            <a:spLocks/>
          </p:cNvSpPr>
          <p:nvPr/>
        </p:nvSpPr>
        <p:spPr>
          <a:xfrm>
            <a:off x="517716" y="2997158"/>
            <a:ext cx="5287191" cy="282665"/>
          </a:xfrm>
          <a:prstGeom prst="rect">
            <a:avLst/>
          </a:prstGeom>
        </p:spPr>
        <p:txBody>
          <a:bodyPr vert="horz" lIns="91440" tIns="45720" rIns="91440" bIns="45720" rtlCol="0" anchor="b" anchorCtr="0">
            <a:norm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2000" b="0" i="0" kern="1200">
                <a:solidFill>
                  <a:schemeClr val="tx1"/>
                </a:solidFill>
                <a:latin typeface="+mn-lt"/>
                <a:ea typeface="+mn-ea"/>
                <a:cs typeface="Poppins Light" pitchFamily="2" charset="77"/>
              </a:defRPr>
            </a:lvl1pPr>
            <a:lvl2pPr marL="457200" indent="0" algn="ctr"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mn-lt"/>
                <a:ea typeface="+mn-ea"/>
                <a:cs typeface="Poppins Light" pitchFamily="2" charset="77"/>
              </a:defRPr>
            </a:lvl2pPr>
            <a:lvl3pPr marL="914400" indent="0" algn="ctr"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mn-lt"/>
                <a:ea typeface="+mn-ea"/>
                <a:cs typeface="Poppins Light" pitchFamily="2" charset="77"/>
              </a:defRPr>
            </a:lvl3pPr>
            <a:lvl4pPr marL="13716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4pPr>
            <a:lvl5pPr marL="18288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100" u="sng" dirty="0">
                <a:highlight>
                  <a:srgbClr val="FFFFFF"/>
                </a:highlight>
                <a:latin typeface="Calibri Light"/>
                <a:ea typeface="Calibri Light"/>
                <a:cs typeface="Calibri Light"/>
                <a:hlinkClick r:id="rId5"/>
              </a:rPr>
              <a:t>Deep Computerized Adaptive Testing</a:t>
            </a:r>
            <a:r>
              <a:rPr lang="en-US" sz="1100" dirty="0">
                <a:latin typeface="Calibri Light"/>
                <a:ea typeface="Calibri Light"/>
                <a:cs typeface="Poppins Light"/>
              </a:rPr>
              <a:t> </a:t>
            </a:r>
            <a:r>
              <a:rPr lang="en-US" sz="1100" b="1" dirty="0">
                <a:cs typeface="Poppins Light"/>
              </a:rPr>
              <a:t>(On </a:t>
            </a:r>
            <a:r>
              <a:rPr lang="en-US" sz="1100" b="1" dirty="0">
                <a:ea typeface="+mn-lt"/>
                <a:cs typeface="+mn-lt"/>
              </a:rPr>
              <a:t>thesai.org</a:t>
            </a:r>
            <a:r>
              <a:rPr lang="en-US" sz="1100" b="1">
                <a:cs typeface="Poppins Light"/>
              </a:rPr>
              <a:t>) - Mar 2026</a:t>
            </a:r>
            <a:endParaRPr lang="en-US" sz="1100">
              <a:ea typeface="Calibri Light"/>
            </a:endParaRPr>
          </a:p>
        </p:txBody>
      </p:sp>
      <p:sp>
        <p:nvSpPr>
          <p:cNvPr id="12" name="Subtitle 11">
            <a:extLst>
              <a:ext uri="{FF2B5EF4-FFF2-40B4-BE49-F238E27FC236}">
                <a16:creationId xmlns:a16="http://schemas.microsoft.com/office/drawing/2014/main" id="{1E92EF12-03A3-61B9-FDF0-8CC4D8F1698F}"/>
              </a:ext>
            </a:extLst>
          </p:cNvPr>
          <p:cNvSpPr txBox="1">
            <a:spLocks/>
          </p:cNvSpPr>
          <p:nvPr/>
        </p:nvSpPr>
        <p:spPr>
          <a:xfrm>
            <a:off x="539488" y="3207616"/>
            <a:ext cx="6355806" cy="277224"/>
          </a:xfrm>
          <a:prstGeom prst="rect">
            <a:avLst/>
          </a:prstGeom>
        </p:spPr>
        <p:txBody>
          <a:bodyPr vert="horz" lIns="91440" tIns="45720" rIns="91440" bIns="45720" rtlCol="0" anchor="b" anchorCtr="0">
            <a:no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2000" b="0" i="0" kern="1200">
                <a:solidFill>
                  <a:schemeClr val="tx1"/>
                </a:solidFill>
                <a:latin typeface="+mn-lt"/>
                <a:ea typeface="+mn-ea"/>
                <a:cs typeface="Poppins Light" pitchFamily="2" charset="77"/>
              </a:defRPr>
            </a:lvl1pPr>
            <a:lvl2pPr marL="457200" indent="0" algn="ctr"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mn-lt"/>
                <a:ea typeface="+mn-ea"/>
                <a:cs typeface="Poppins Light" pitchFamily="2" charset="77"/>
              </a:defRPr>
            </a:lvl2pPr>
            <a:lvl3pPr marL="914400" indent="0" algn="ctr"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mn-lt"/>
                <a:ea typeface="+mn-ea"/>
                <a:cs typeface="Poppins Light" pitchFamily="2" charset="77"/>
              </a:defRPr>
            </a:lvl3pPr>
            <a:lvl4pPr marL="13716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4pPr>
            <a:lvl5pPr marL="18288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100" dirty="0">
                <a:cs typeface="Poppins Light"/>
              </a:rPr>
              <a:t>Authors:-</a:t>
            </a:r>
            <a:r>
              <a:rPr lang="en-US" sz="1100" dirty="0">
                <a:ea typeface="+mn-lt"/>
                <a:cs typeface="Poppins Light"/>
              </a:rPr>
              <a:t> </a:t>
            </a:r>
            <a:r>
              <a:rPr lang="en-US" sz="1100" b="1" dirty="0">
                <a:ea typeface="+mn-lt"/>
                <a:cs typeface="+mn-lt"/>
              </a:rPr>
              <a:t>Jiguang Li</a:t>
            </a:r>
            <a:r>
              <a:rPr lang="en-US" sz="1100" dirty="0">
                <a:ea typeface="+mn-lt"/>
                <a:cs typeface="+mn-lt"/>
              </a:rPr>
              <a:t>, </a:t>
            </a:r>
            <a:r>
              <a:rPr lang="en-US" sz="1100" b="1" dirty="0">
                <a:ea typeface="+mn-lt"/>
                <a:cs typeface="+mn-lt"/>
              </a:rPr>
              <a:t>Robert Gibbons</a:t>
            </a:r>
            <a:r>
              <a:rPr lang="en-US" sz="1100" dirty="0">
                <a:ea typeface="+mn-lt"/>
                <a:cs typeface="+mn-lt"/>
              </a:rPr>
              <a:t>, </a:t>
            </a:r>
            <a:r>
              <a:rPr lang="en-US" sz="1100" b="1" dirty="0">
                <a:ea typeface="+mn-lt"/>
                <a:cs typeface="+mn-lt"/>
              </a:rPr>
              <a:t>Veronika </a:t>
            </a:r>
            <a:r>
              <a:rPr lang="en-US" sz="1100" b="1" dirty="0" err="1">
                <a:ea typeface="+mn-lt"/>
                <a:cs typeface="+mn-lt"/>
              </a:rPr>
              <a:t>Rockova</a:t>
            </a:r>
            <a:endParaRPr lang="en-US" sz="1100" b="1" dirty="0">
              <a:ea typeface="Calibri Light"/>
              <a:cs typeface="Calibri Light"/>
            </a:endParaRPr>
          </a:p>
        </p:txBody>
      </p:sp>
      <p:sp>
        <p:nvSpPr>
          <p:cNvPr id="15" name="Subtitle 11">
            <a:extLst>
              <a:ext uri="{FF2B5EF4-FFF2-40B4-BE49-F238E27FC236}">
                <a16:creationId xmlns:a16="http://schemas.microsoft.com/office/drawing/2014/main" id="{C1475D4B-2E09-3228-3C6D-E542FCC4B7F5}"/>
              </a:ext>
            </a:extLst>
          </p:cNvPr>
          <p:cNvSpPr txBox="1">
            <a:spLocks/>
          </p:cNvSpPr>
          <p:nvPr/>
        </p:nvSpPr>
        <p:spPr>
          <a:xfrm>
            <a:off x="278232" y="2180729"/>
            <a:ext cx="372291" cy="315323"/>
          </a:xfrm>
          <a:prstGeom prst="rect">
            <a:avLst/>
          </a:prstGeom>
        </p:spPr>
        <p:txBody>
          <a:bodyPr vert="horz" lIns="91440" tIns="45720" rIns="91440" bIns="45720" rtlCol="0" anchor="b" anchorCtr="0">
            <a:norm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2000" b="0" i="0" kern="1200">
                <a:solidFill>
                  <a:schemeClr val="tx1"/>
                </a:solidFill>
                <a:latin typeface="+mn-lt"/>
                <a:ea typeface="+mn-ea"/>
                <a:cs typeface="Poppins Light" pitchFamily="2" charset="77"/>
              </a:defRPr>
            </a:lvl1pPr>
            <a:lvl2pPr marL="457200" indent="0" algn="ctr"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mn-lt"/>
                <a:ea typeface="+mn-ea"/>
                <a:cs typeface="Poppins Light" pitchFamily="2" charset="77"/>
              </a:defRPr>
            </a:lvl2pPr>
            <a:lvl3pPr marL="914400" indent="0" algn="ctr"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mn-lt"/>
                <a:ea typeface="+mn-ea"/>
                <a:cs typeface="Poppins Light" pitchFamily="2" charset="77"/>
              </a:defRPr>
            </a:lvl3pPr>
            <a:lvl4pPr marL="13716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4pPr>
            <a:lvl5pPr marL="18288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b="1">
                <a:cs typeface="Poppins Light"/>
              </a:rPr>
              <a:t>2.</a:t>
            </a:r>
            <a:endParaRPr lang="en-US" sz="1100" b="1">
              <a:ea typeface="Calibri Light"/>
            </a:endParaRPr>
          </a:p>
        </p:txBody>
      </p:sp>
      <p:sp>
        <p:nvSpPr>
          <p:cNvPr id="16" name="Subtitle 11">
            <a:extLst>
              <a:ext uri="{FF2B5EF4-FFF2-40B4-BE49-F238E27FC236}">
                <a16:creationId xmlns:a16="http://schemas.microsoft.com/office/drawing/2014/main" id="{F9C084D2-B05E-8230-B1FA-E106B2514D00}"/>
              </a:ext>
            </a:extLst>
          </p:cNvPr>
          <p:cNvSpPr txBox="1">
            <a:spLocks/>
          </p:cNvSpPr>
          <p:nvPr/>
        </p:nvSpPr>
        <p:spPr>
          <a:xfrm>
            <a:off x="294560" y="2969943"/>
            <a:ext cx="372291" cy="315323"/>
          </a:xfrm>
          <a:prstGeom prst="rect">
            <a:avLst/>
          </a:prstGeom>
        </p:spPr>
        <p:txBody>
          <a:bodyPr vert="horz" lIns="91440" tIns="45720" rIns="91440" bIns="45720" rtlCol="0" anchor="b" anchorCtr="0">
            <a:norm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2000" b="0" i="0" kern="1200">
                <a:solidFill>
                  <a:schemeClr val="tx1"/>
                </a:solidFill>
                <a:latin typeface="+mn-lt"/>
                <a:ea typeface="+mn-ea"/>
                <a:cs typeface="Poppins Light" pitchFamily="2" charset="77"/>
              </a:defRPr>
            </a:lvl1pPr>
            <a:lvl2pPr marL="457200" indent="0" algn="ctr"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mn-lt"/>
                <a:ea typeface="+mn-ea"/>
                <a:cs typeface="Poppins Light" pitchFamily="2" charset="77"/>
              </a:defRPr>
            </a:lvl2pPr>
            <a:lvl3pPr marL="914400" indent="0" algn="ctr"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mn-lt"/>
                <a:ea typeface="+mn-ea"/>
                <a:cs typeface="Poppins Light" pitchFamily="2" charset="77"/>
              </a:defRPr>
            </a:lvl3pPr>
            <a:lvl4pPr marL="13716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4pPr>
            <a:lvl5pPr marL="18288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b="1">
                <a:cs typeface="Poppins Light"/>
              </a:rPr>
              <a:t>3.</a:t>
            </a:r>
            <a:endParaRPr lang="en-US" sz="1100" b="1">
              <a:ea typeface="Calibri Light"/>
            </a:endParaRPr>
          </a:p>
        </p:txBody>
      </p:sp>
      <p:sp>
        <p:nvSpPr>
          <p:cNvPr id="2" name="Subtitle 11">
            <a:extLst>
              <a:ext uri="{FF2B5EF4-FFF2-40B4-BE49-F238E27FC236}">
                <a16:creationId xmlns:a16="http://schemas.microsoft.com/office/drawing/2014/main" id="{600CE962-AAD5-DB30-E218-0F14F75A2950}"/>
              </a:ext>
            </a:extLst>
          </p:cNvPr>
          <p:cNvSpPr txBox="1">
            <a:spLocks/>
          </p:cNvSpPr>
          <p:nvPr/>
        </p:nvSpPr>
        <p:spPr>
          <a:xfrm>
            <a:off x="5933358" y="1580202"/>
            <a:ext cx="3209836" cy="342538"/>
          </a:xfrm>
          <a:prstGeom prst="rect">
            <a:avLst/>
          </a:prstGeom>
        </p:spPr>
        <p:txBody>
          <a:bodyPr vert="horz" lIns="91440" tIns="45720" rIns="91440" bIns="45720" rtlCol="0" anchor="b" anchorCtr="0">
            <a:no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2000" b="0" i="0" kern="1200">
                <a:solidFill>
                  <a:schemeClr val="tx1"/>
                </a:solidFill>
                <a:latin typeface="+mn-lt"/>
                <a:ea typeface="+mn-ea"/>
                <a:cs typeface="Poppins Light" pitchFamily="2" charset="77"/>
              </a:defRPr>
            </a:lvl1pPr>
            <a:lvl2pPr marL="457200" indent="0" algn="ctr"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mn-lt"/>
                <a:ea typeface="+mn-ea"/>
                <a:cs typeface="Poppins Light" pitchFamily="2" charset="77"/>
              </a:defRPr>
            </a:lvl2pPr>
            <a:lvl3pPr marL="914400" indent="0" algn="ctr"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mn-lt"/>
                <a:ea typeface="+mn-ea"/>
                <a:cs typeface="Poppins Light" pitchFamily="2" charset="77"/>
              </a:defRPr>
            </a:lvl3pPr>
            <a:lvl4pPr marL="13716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4pPr>
            <a:lvl5pPr marL="18288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100">
                <a:ea typeface="+mn-lt"/>
                <a:cs typeface="+mn-lt"/>
              </a:rPr>
              <a:t>1. Fundamentals of Database Systems PDF - Shamkant B. Navathe </a:t>
            </a:r>
            <a:endParaRPr lang="en-US">
              <a:ea typeface="Calibri Light"/>
            </a:endParaRPr>
          </a:p>
        </p:txBody>
      </p:sp>
      <p:sp>
        <p:nvSpPr>
          <p:cNvPr id="3" name="Subtitle 11">
            <a:extLst>
              <a:ext uri="{FF2B5EF4-FFF2-40B4-BE49-F238E27FC236}">
                <a16:creationId xmlns:a16="http://schemas.microsoft.com/office/drawing/2014/main" id="{B456769A-F113-196C-3525-055F69DD9659}"/>
              </a:ext>
            </a:extLst>
          </p:cNvPr>
          <p:cNvSpPr txBox="1">
            <a:spLocks/>
          </p:cNvSpPr>
          <p:nvPr/>
        </p:nvSpPr>
        <p:spPr>
          <a:xfrm>
            <a:off x="5933358" y="2380302"/>
            <a:ext cx="3209836" cy="217352"/>
          </a:xfrm>
          <a:prstGeom prst="rect">
            <a:avLst/>
          </a:prstGeom>
        </p:spPr>
        <p:txBody>
          <a:bodyPr vert="horz" lIns="91440" tIns="45720" rIns="91440" bIns="45720" rtlCol="0" anchor="b" anchorCtr="0">
            <a:no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2000" b="0" i="0" kern="1200">
                <a:solidFill>
                  <a:schemeClr val="tx1"/>
                </a:solidFill>
                <a:latin typeface="+mn-lt"/>
                <a:ea typeface="+mn-ea"/>
                <a:cs typeface="Poppins Light" pitchFamily="2" charset="77"/>
              </a:defRPr>
            </a:lvl1pPr>
            <a:lvl2pPr marL="457200" indent="0" algn="ctr"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mn-lt"/>
                <a:ea typeface="+mn-ea"/>
                <a:cs typeface="Poppins Light" pitchFamily="2" charset="77"/>
              </a:defRPr>
            </a:lvl2pPr>
            <a:lvl3pPr marL="914400" indent="0" algn="ctr"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mn-lt"/>
                <a:ea typeface="+mn-ea"/>
                <a:cs typeface="Poppins Light" pitchFamily="2" charset="77"/>
              </a:defRPr>
            </a:lvl3pPr>
            <a:lvl4pPr marL="13716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4pPr>
            <a:lvl5pPr marL="18288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100">
                <a:ea typeface="+mn-lt"/>
                <a:cs typeface="+mn-lt"/>
              </a:rPr>
              <a:t>2. Database Systems - </a:t>
            </a:r>
            <a:br>
              <a:rPr lang="en-US" sz="1100" dirty="0">
                <a:ea typeface="+mn-lt"/>
                <a:cs typeface="+mn-lt"/>
              </a:rPr>
            </a:br>
            <a:r>
              <a:rPr lang="en-US" sz="1100">
                <a:ea typeface="+mn-lt"/>
                <a:cs typeface="+mn-lt"/>
              </a:rPr>
              <a:t>Hector Garcia-Molina, Jeffrey D. Ullman, Jennifer Widom</a:t>
            </a:r>
            <a:endParaRPr lang="en-US"/>
          </a:p>
        </p:txBody>
      </p:sp>
      <p:sp>
        <p:nvSpPr>
          <p:cNvPr id="4" name="Subtitle 11">
            <a:extLst>
              <a:ext uri="{FF2B5EF4-FFF2-40B4-BE49-F238E27FC236}">
                <a16:creationId xmlns:a16="http://schemas.microsoft.com/office/drawing/2014/main" id="{69EF62E0-2EAD-68C4-46A7-A7E295E60910}"/>
              </a:ext>
            </a:extLst>
          </p:cNvPr>
          <p:cNvSpPr txBox="1">
            <a:spLocks/>
          </p:cNvSpPr>
          <p:nvPr/>
        </p:nvSpPr>
        <p:spPr>
          <a:xfrm>
            <a:off x="5938801" y="2505488"/>
            <a:ext cx="3209836" cy="571137"/>
          </a:xfrm>
          <a:prstGeom prst="rect">
            <a:avLst/>
          </a:prstGeom>
        </p:spPr>
        <p:txBody>
          <a:bodyPr vert="horz" lIns="91440" tIns="45720" rIns="91440" bIns="45720" rtlCol="0" anchor="b" anchorCtr="0">
            <a:no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2000" b="0" i="0" kern="1200">
                <a:solidFill>
                  <a:schemeClr val="tx1"/>
                </a:solidFill>
                <a:latin typeface="+mn-lt"/>
                <a:ea typeface="+mn-ea"/>
                <a:cs typeface="Poppins Light" pitchFamily="2" charset="77"/>
              </a:defRPr>
            </a:lvl1pPr>
            <a:lvl2pPr marL="457200" indent="0" algn="ctr"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mn-lt"/>
                <a:ea typeface="+mn-ea"/>
                <a:cs typeface="Poppins Light" pitchFamily="2" charset="77"/>
              </a:defRPr>
            </a:lvl2pPr>
            <a:lvl3pPr marL="914400" indent="0" algn="ctr"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mn-lt"/>
                <a:ea typeface="+mn-ea"/>
                <a:cs typeface="Poppins Light" pitchFamily="2" charset="77"/>
              </a:defRPr>
            </a:lvl3pPr>
            <a:lvl4pPr marL="13716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4pPr>
            <a:lvl5pPr marL="18288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100">
                <a:ea typeface="+mn-lt"/>
                <a:cs typeface="+mn-lt"/>
              </a:rPr>
              <a:t>3. Database Design - </a:t>
            </a:r>
            <a:br>
              <a:rPr lang="en-US" sz="1100" dirty="0">
                <a:ea typeface="+mn-lt"/>
                <a:cs typeface="+mn-lt"/>
              </a:rPr>
            </a:br>
            <a:r>
              <a:rPr lang="en-US" sz="1100">
                <a:ea typeface="+mn-lt"/>
                <a:cs typeface="+mn-lt"/>
              </a:rPr>
              <a:t>Adrienne Watt, Nelson Eng </a:t>
            </a:r>
            <a:endParaRPr lang="en-US"/>
          </a:p>
        </p:txBody>
      </p:sp>
      <p:sp>
        <p:nvSpPr>
          <p:cNvPr id="5" name="Subtitle 11">
            <a:extLst>
              <a:ext uri="{FF2B5EF4-FFF2-40B4-BE49-F238E27FC236}">
                <a16:creationId xmlns:a16="http://schemas.microsoft.com/office/drawing/2014/main" id="{D89DEA4E-70D4-CA09-4B4F-5B6C865EC56C}"/>
              </a:ext>
            </a:extLst>
          </p:cNvPr>
          <p:cNvSpPr txBox="1">
            <a:spLocks/>
          </p:cNvSpPr>
          <p:nvPr/>
        </p:nvSpPr>
        <p:spPr>
          <a:xfrm>
            <a:off x="7179772" y="1683617"/>
            <a:ext cx="1685836" cy="239123"/>
          </a:xfrm>
          <a:prstGeom prst="rect">
            <a:avLst/>
          </a:prstGeom>
        </p:spPr>
        <p:txBody>
          <a:bodyPr vert="horz" lIns="91440" tIns="45720" rIns="91440" bIns="45720" rtlCol="0" anchor="b" anchorCtr="0">
            <a:no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2000" b="0" i="0" kern="1200">
                <a:solidFill>
                  <a:schemeClr val="tx1"/>
                </a:solidFill>
                <a:latin typeface="+mn-lt"/>
                <a:ea typeface="+mn-ea"/>
                <a:cs typeface="Poppins Light" pitchFamily="2" charset="77"/>
              </a:defRPr>
            </a:lvl1pPr>
            <a:lvl2pPr marL="457200" indent="0" algn="ctr"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mn-lt"/>
                <a:ea typeface="+mn-ea"/>
                <a:cs typeface="Poppins Light" pitchFamily="2" charset="77"/>
              </a:defRPr>
            </a:lvl2pPr>
            <a:lvl3pPr marL="914400" indent="0" algn="ctr"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mn-lt"/>
                <a:ea typeface="+mn-ea"/>
                <a:cs typeface="Poppins Light" pitchFamily="2" charset="77"/>
              </a:defRPr>
            </a:lvl3pPr>
            <a:lvl4pPr marL="13716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4pPr>
            <a:lvl5pPr marL="18288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100">
                <a:ea typeface="+mn-lt"/>
                <a:cs typeface="+mn-lt"/>
              </a:rPr>
              <a:t>(Georgia State University) </a:t>
            </a:r>
            <a:endParaRPr lang="en-US">
              <a:ea typeface="+mn-lt"/>
              <a:cs typeface="+mn-lt"/>
            </a:endParaRPr>
          </a:p>
        </p:txBody>
      </p:sp>
      <p:sp>
        <p:nvSpPr>
          <p:cNvPr id="13" name="Subtitle 11">
            <a:extLst>
              <a:ext uri="{FF2B5EF4-FFF2-40B4-BE49-F238E27FC236}">
                <a16:creationId xmlns:a16="http://schemas.microsoft.com/office/drawing/2014/main" id="{9799B433-E1F9-91E0-E700-A0E61844BE2E}"/>
              </a:ext>
            </a:extLst>
          </p:cNvPr>
          <p:cNvSpPr txBox="1">
            <a:spLocks/>
          </p:cNvSpPr>
          <p:nvPr/>
        </p:nvSpPr>
        <p:spPr>
          <a:xfrm>
            <a:off x="6379673" y="2271447"/>
            <a:ext cx="1691279" cy="326207"/>
          </a:xfrm>
          <a:prstGeom prst="rect">
            <a:avLst/>
          </a:prstGeom>
        </p:spPr>
        <p:txBody>
          <a:bodyPr vert="horz" lIns="91440" tIns="45720" rIns="91440" bIns="45720" rtlCol="0" anchor="b" anchorCtr="0">
            <a:no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2000" b="0" i="0" kern="1200">
                <a:solidFill>
                  <a:schemeClr val="tx1"/>
                </a:solidFill>
                <a:latin typeface="+mn-lt"/>
                <a:ea typeface="+mn-ea"/>
                <a:cs typeface="Poppins Light" pitchFamily="2" charset="77"/>
              </a:defRPr>
            </a:lvl1pPr>
            <a:lvl2pPr marL="457200" indent="0" algn="ctr"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mn-lt"/>
                <a:ea typeface="+mn-ea"/>
                <a:cs typeface="Poppins Light" pitchFamily="2" charset="77"/>
              </a:defRPr>
            </a:lvl2pPr>
            <a:lvl3pPr marL="914400" indent="0" algn="ctr"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mn-lt"/>
                <a:ea typeface="+mn-ea"/>
                <a:cs typeface="Poppins Light" pitchFamily="2" charset="77"/>
              </a:defRPr>
            </a:lvl3pPr>
            <a:lvl4pPr marL="13716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4pPr>
            <a:lvl5pPr marL="18288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100">
                <a:ea typeface="+mn-lt"/>
                <a:cs typeface="+mn-lt"/>
              </a:rPr>
              <a:t>(Stanford University) </a:t>
            </a:r>
            <a:endParaRPr lang="en-US">
              <a:ea typeface="+mn-lt"/>
              <a:cs typeface="+mn-lt"/>
            </a:endParaRPr>
          </a:p>
        </p:txBody>
      </p:sp>
      <p:sp>
        <p:nvSpPr>
          <p:cNvPr id="14" name="Subtitle 11">
            <a:extLst>
              <a:ext uri="{FF2B5EF4-FFF2-40B4-BE49-F238E27FC236}">
                <a16:creationId xmlns:a16="http://schemas.microsoft.com/office/drawing/2014/main" id="{4FC88C82-CF6A-5D06-A8E3-81EC858A50EB}"/>
              </a:ext>
            </a:extLst>
          </p:cNvPr>
          <p:cNvSpPr txBox="1">
            <a:spLocks/>
          </p:cNvSpPr>
          <p:nvPr/>
        </p:nvSpPr>
        <p:spPr>
          <a:xfrm>
            <a:off x="7490015" y="2821176"/>
            <a:ext cx="1239522" cy="266335"/>
          </a:xfrm>
          <a:prstGeom prst="rect">
            <a:avLst/>
          </a:prstGeom>
        </p:spPr>
        <p:txBody>
          <a:bodyPr vert="horz" lIns="91440" tIns="45720" rIns="91440" bIns="45720" rtlCol="0" anchor="b" anchorCtr="0">
            <a:noAutofit/>
          </a:bodyPr>
          <a:lstStyle>
            <a:defPPr>
              <a:defRPr lang="en-US"/>
            </a:defPPr>
            <a:lvl1pPr marL="0" indent="0" algn="l" defTabSz="914400" rtl="0" eaLnBrk="1" latinLnBrk="0" hangingPunct="1">
              <a:lnSpc>
                <a:spcPct val="100000"/>
              </a:lnSpc>
              <a:spcBef>
                <a:spcPts val="1000"/>
              </a:spcBef>
              <a:buFont typeface="Arial" panose="020B0604020202020204" pitchFamily="34" charset="0"/>
              <a:buNone/>
              <a:defRPr sz="2000" b="0" i="0" kern="1200">
                <a:solidFill>
                  <a:schemeClr val="tx1"/>
                </a:solidFill>
                <a:latin typeface="+mn-lt"/>
                <a:ea typeface="+mn-ea"/>
                <a:cs typeface="Poppins Light" pitchFamily="2" charset="77"/>
              </a:defRPr>
            </a:lvl1pPr>
            <a:lvl2pPr marL="457200" indent="0" algn="ctr" defTabSz="914400" rtl="0" eaLnBrk="1" latinLnBrk="0" hangingPunct="1">
              <a:lnSpc>
                <a:spcPct val="100000"/>
              </a:lnSpc>
              <a:spcBef>
                <a:spcPts val="500"/>
              </a:spcBef>
              <a:buFont typeface="Arial" panose="020B0604020202020204" pitchFamily="34" charset="0"/>
              <a:buNone/>
              <a:defRPr sz="2000" b="0" i="0" kern="1200">
                <a:solidFill>
                  <a:schemeClr val="tx1"/>
                </a:solidFill>
                <a:latin typeface="+mn-lt"/>
                <a:ea typeface="+mn-ea"/>
                <a:cs typeface="Poppins Light" pitchFamily="2" charset="77"/>
              </a:defRPr>
            </a:lvl2pPr>
            <a:lvl3pPr marL="914400" indent="0" algn="ctr"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mn-lt"/>
                <a:ea typeface="+mn-ea"/>
                <a:cs typeface="Poppins Light" pitchFamily="2" charset="77"/>
              </a:defRPr>
            </a:lvl3pPr>
            <a:lvl4pPr marL="13716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4pPr>
            <a:lvl5pPr marL="1828800" indent="0" algn="ctr"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Poppins Light" pitchFamily="2" charset="77"/>
                <a:ea typeface="+mn-ea"/>
                <a:cs typeface="Poppins Light" pitchFamily="2" charset="77"/>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100">
                <a:ea typeface="+mn-lt"/>
                <a:cs typeface="+mn-lt"/>
              </a:rPr>
              <a:t>(Douglas College) </a:t>
            </a:r>
            <a:endParaRPr lang="en-US">
              <a:ea typeface="+mn-lt"/>
              <a:cs typeface="+mn-lt"/>
            </a:endParaRPr>
          </a:p>
        </p:txBody>
      </p:sp>
      <p:sp>
        <p:nvSpPr>
          <p:cNvPr id="19" name="Content Placeholder 2">
            <a:extLst>
              <a:ext uri="{FF2B5EF4-FFF2-40B4-BE49-F238E27FC236}">
                <a16:creationId xmlns:a16="http://schemas.microsoft.com/office/drawing/2014/main" id="{55001B6C-6688-2392-A751-11D010B32054}"/>
              </a:ext>
            </a:extLst>
          </p:cNvPr>
          <p:cNvSpPr txBox="1">
            <a:spLocks/>
          </p:cNvSpPr>
          <p:nvPr/>
        </p:nvSpPr>
        <p:spPr>
          <a:xfrm>
            <a:off x="6008375" y="1185372"/>
            <a:ext cx="1780104" cy="201978"/>
          </a:xfrm>
          <a:prstGeom prst="rect">
            <a:avLst/>
          </a:prstGeom>
        </p:spPr>
        <p:txBody>
          <a:bodyPr vert="horz" wrap="square" lIns="0" tIns="17145" rIns="0" bIns="0" rtlCol="0" anchor="t">
            <a:spAutoFit/>
          </a:bodyPr>
          <a:lstStyle>
            <a:lvl1pPr marL="0" indent="0" algn="l" defTabSz="1219170" rtl="0" eaLnBrk="1" latinLnBrk="0" hangingPunct="1">
              <a:lnSpc>
                <a:spcPct val="100000"/>
              </a:lnSpc>
              <a:spcBef>
                <a:spcPts val="0"/>
              </a:spcBef>
              <a:buFont typeface="Arial" panose="020B0604020202020204" pitchFamily="34" charset="0"/>
              <a:buNone/>
              <a:defRPr lang="en-US" sz="2133" kern="1200" spc="3" dirty="0" smtClean="0">
                <a:solidFill>
                  <a:srgbClr val="4E84C4"/>
                </a:solidFill>
                <a:latin typeface="Calibri"/>
                <a:ea typeface="+mn-ea"/>
                <a:cs typeface="Calibri"/>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bg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bg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bg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defRPr sz="2200"/>
            </a:pPr>
            <a:r>
              <a:rPr lang="en-US" sz="1200" b="1">
                <a:solidFill>
                  <a:schemeClr val="tx1"/>
                </a:solidFill>
                <a:latin typeface="Poppins"/>
                <a:cs typeface="Poppins"/>
              </a:rPr>
              <a:t>Books used:</a:t>
            </a:r>
            <a:endParaRPr lang="en-US" sz="1200">
              <a:solidFill>
                <a:schemeClr val="tx1"/>
              </a:solidFill>
              <a:ea typeface="Calibri"/>
            </a:endParaRPr>
          </a:p>
        </p:txBody>
      </p:sp>
    </p:spTree>
    <p:extLst>
      <p:ext uri="{BB962C8B-B14F-4D97-AF65-F5344CB8AC3E}">
        <p14:creationId xmlns:p14="http://schemas.microsoft.com/office/powerpoint/2010/main" val="3768377166"/>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DD3C7-AD14-70C4-0F37-B64251ADE658}"/>
              </a:ext>
            </a:extLst>
          </p:cNvPr>
          <p:cNvSpPr>
            <a:spLocks noGrp="1"/>
          </p:cNvSpPr>
          <p:nvPr>
            <p:ph type="title"/>
          </p:nvPr>
        </p:nvSpPr>
        <p:spPr/>
        <p:txBody>
          <a:bodyPr/>
          <a:lstStyle/>
          <a:p>
            <a:r>
              <a:rPr lang="en-US"/>
              <a:t>Thank You</a:t>
            </a:r>
          </a:p>
        </p:txBody>
      </p:sp>
    </p:spTree>
    <p:extLst>
      <p:ext uri="{BB962C8B-B14F-4D97-AF65-F5344CB8AC3E}">
        <p14:creationId xmlns:p14="http://schemas.microsoft.com/office/powerpoint/2010/main" val="1824600247"/>
      </p:ext>
    </p:extLst>
  </p:cSld>
  <p:clrMapOvr>
    <a:masterClrMapping/>
  </p:clrMapOvr>
</p:sld>
</file>

<file path=ppt/theme/theme1.xml><?xml version="1.0" encoding="utf-8"?>
<a:theme xmlns:a="http://schemas.openxmlformats.org/drawingml/2006/main" name="Content Slide_Whit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ustom 2">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4E84C4"/>
        </a:solidFill>
        <a:ln>
          <a:noFill/>
        </a:ln>
      </a:spPr>
      <a:bodyPr rtlCol="0" anchor="ctr"/>
      <a:lstStyle>
        <a:defPPr algn="ctr">
          <a:defRPr sz="1600"/>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nchor="ctr" anchorCtr="0">
        <a:noAutofit/>
      </a:bodyPr>
      <a:lstStyle>
        <a:defPPr algn="ctr">
          <a:defRPr sz="900" dirty="0">
            <a:solidFill>
              <a:schemeClr val="tx1"/>
            </a:solidFill>
          </a:defRPr>
        </a:defPPr>
      </a:lstStyle>
    </a:txDef>
  </a:objectDefaults>
  <a:extraClrSchemeLst/>
  <a:custClrLst>
    <a:custClr name="White">
      <a:srgbClr val="FFFFFF"/>
    </a:custClr>
    <a:custClr name="Black">
      <a:srgbClr val="000000"/>
    </a:custClr>
    <a:custClr name="Darker 1">
      <a:srgbClr val="3E6A9D"/>
    </a:custClr>
    <a:custClr name="TCS Blue">
      <a:srgbClr val="4E84C4"/>
    </a:custClr>
    <a:custClr name="Lighter 1">
      <a:srgbClr val="7BA3D3"/>
    </a:custClr>
    <a:custClr name="Lighter 2">
      <a:srgbClr val="A9C2E2"/>
    </a:custClr>
    <a:custClr name="Lighter 3">
      <a:srgbClr val="D3E1F0"/>
    </a:custClr>
    <a:custClr name="Darker 1">
      <a:srgbClr val="D89225"/>
    </a:custClr>
    <a:custClr name="TCS Yellow">
      <a:srgbClr val="FBB034"/>
    </a:custClr>
    <a:custClr name="Lighter 1">
      <a:srgbClr val="FDC46E"/>
    </a:custClr>
    <a:custClr name="Lighter 2">
      <a:srgbClr val="FED9A1"/>
    </a:custClr>
    <a:custClr name="lighter 3">
      <a:srgbClr val="FFECD0"/>
    </a:custClr>
    <a:custClr name="TCS Green">
      <a:srgbClr val="54B948"/>
    </a:custClr>
    <a:custClr name="TCS Red">
      <a:srgbClr val="EF4135"/>
    </a:custClr>
    <a:custClr name="TCS Orange">
      <a:srgbClr val="F15A29"/>
    </a:custClr>
  </a:custClrLst>
  <a:extLst>
    <a:ext uri="{05A4C25C-085E-4340-85A3-A5531E510DB2}">
      <thm15:themeFamily xmlns:thm15="http://schemas.microsoft.com/office/thememl/2012/main" name="TCS PowerPoint Template" id="{DFB5CE0D-4C40-4142-9210-9A2F2D8E9DDA}" vid="{D96C1006-7CC9-49CD-B790-A73E4DB067D6}"/>
    </a:ext>
  </a:extLst>
</a:theme>
</file>

<file path=ppt/theme/theme2.xml><?xml version="1.0" encoding="utf-8"?>
<a:theme xmlns:a="http://schemas.openxmlformats.org/drawingml/2006/main" name="1_Content Slide_Whit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ustom 2">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4E84C4"/>
        </a:solidFill>
        <a:ln>
          <a:noFill/>
        </a:ln>
      </a:spPr>
      <a:bodyPr rtlCol="0" anchor="ctr"/>
      <a:lstStyle>
        <a:defPPr algn="ctr">
          <a:defRPr sz="1600"/>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nchor="ctr" anchorCtr="0">
        <a:noAutofit/>
      </a:bodyPr>
      <a:lstStyle>
        <a:defPPr algn="ctr">
          <a:defRPr sz="900" dirty="0">
            <a:solidFill>
              <a:schemeClr val="tx1"/>
            </a:solidFill>
          </a:defRPr>
        </a:defPPr>
      </a:lstStyle>
    </a:txDef>
  </a:objectDefaults>
  <a:extraClrSchemeLst/>
  <a:custClrLst>
    <a:custClr name="White">
      <a:srgbClr val="FFFFFF"/>
    </a:custClr>
    <a:custClr name="Black">
      <a:srgbClr val="000000"/>
    </a:custClr>
    <a:custClr name="Darker 1">
      <a:srgbClr val="3E6A9D"/>
    </a:custClr>
    <a:custClr name="TCS Blue">
      <a:srgbClr val="4E84C4"/>
    </a:custClr>
    <a:custClr name="Lighter 1">
      <a:srgbClr val="7BA3D3"/>
    </a:custClr>
    <a:custClr name="Lighter 2">
      <a:srgbClr val="A9C2E2"/>
    </a:custClr>
    <a:custClr name="Lighter 3">
      <a:srgbClr val="D3E1F0"/>
    </a:custClr>
    <a:custClr name="Darker 1">
      <a:srgbClr val="D89225"/>
    </a:custClr>
    <a:custClr name="TCS Yellow">
      <a:srgbClr val="FBB034"/>
    </a:custClr>
    <a:custClr name="Lighter 1">
      <a:srgbClr val="FDC46E"/>
    </a:custClr>
    <a:custClr name="Lighter 2">
      <a:srgbClr val="FED9A1"/>
    </a:custClr>
    <a:custClr name="lighter 3">
      <a:srgbClr val="FFECD0"/>
    </a:custClr>
    <a:custClr name="TCS Green">
      <a:srgbClr val="54B948"/>
    </a:custClr>
    <a:custClr name="TCS Red">
      <a:srgbClr val="EF4135"/>
    </a:custClr>
    <a:custClr name="TCS Orange">
      <a:srgbClr val="F15A29"/>
    </a:custClr>
  </a:custClrLst>
  <a:extLst>
    <a:ext uri="{05A4C25C-085E-4340-85A3-A5531E510DB2}">
      <thm15:themeFamily xmlns:thm15="http://schemas.microsoft.com/office/thememl/2012/main" name="TCS PowerPoint Template" id="{DFB5CE0D-4C40-4142-9210-9A2F2D8E9DDA}" vid="{24E31B8B-E904-4755-8363-F13A11812D54}"/>
    </a:ext>
  </a:extLst>
</a:theme>
</file>

<file path=ppt/theme/theme3.xml><?xml version="1.0" encoding="utf-8"?>
<a:theme xmlns:a="http://schemas.openxmlformats.org/drawingml/2006/main" name="Title Slid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ustom 2">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000000"/>
    </a:custClr>
    <a:custClr name="Darker 1">
      <a:srgbClr val="3E6A9D"/>
    </a:custClr>
    <a:custClr name="TCS Blue">
      <a:srgbClr val="4E84C4"/>
    </a:custClr>
    <a:custClr name="Lighter 1">
      <a:srgbClr val="7BA3D3"/>
    </a:custClr>
    <a:custClr name="Lighter 2">
      <a:srgbClr val="A9C2E2"/>
    </a:custClr>
    <a:custClr name="Lighter 3">
      <a:srgbClr val="D3E1F0"/>
    </a:custClr>
    <a:custClr name="Darker 1">
      <a:srgbClr val="D89225"/>
    </a:custClr>
    <a:custClr name="TCS Yellow">
      <a:srgbClr val="FBB034"/>
    </a:custClr>
    <a:custClr name="Lighter 1">
      <a:srgbClr val="FDC46E"/>
    </a:custClr>
    <a:custClr name="Lighter 2">
      <a:srgbClr val="FED9A1"/>
    </a:custClr>
    <a:custClr name="lighter 3">
      <a:srgbClr val="FFECD0"/>
    </a:custClr>
    <a:custClr name="TCS Green">
      <a:srgbClr val="54B948"/>
    </a:custClr>
    <a:custClr name="TCS Red">
      <a:srgbClr val="EF4135"/>
    </a:custClr>
    <a:custClr name="TCS Orange">
      <a:srgbClr val="F15A29"/>
    </a:custClr>
  </a:custClrLst>
  <a:extLst>
    <a:ext uri="{05A4C25C-085E-4340-85A3-A5531E510DB2}">
      <thm15:themeFamily xmlns:thm15="http://schemas.microsoft.com/office/thememl/2012/main" name="TCS PowerPoint Template" id="{DFB5CE0D-4C40-4142-9210-9A2F2D8E9DDA}" vid="{0A68DC9D-FC78-47F8-B5EF-E4AE038BA57E}"/>
    </a:ext>
  </a:extLst>
</a:theme>
</file>

<file path=ppt/theme/theme4.xml><?xml version="1.0" encoding="utf-8"?>
<a:theme xmlns:a="http://schemas.openxmlformats.org/drawingml/2006/main" name="1_Title Slid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ustom 2">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000000"/>
    </a:custClr>
    <a:custClr name="Darker 1">
      <a:srgbClr val="3E6A9D"/>
    </a:custClr>
    <a:custClr name="TCS Blue">
      <a:srgbClr val="4E84C4"/>
    </a:custClr>
    <a:custClr name="Lighter 1">
      <a:srgbClr val="7BA3D3"/>
    </a:custClr>
    <a:custClr name="Lighter 2">
      <a:srgbClr val="A9C2E2"/>
    </a:custClr>
    <a:custClr name="Lighter 3">
      <a:srgbClr val="D3E1F0"/>
    </a:custClr>
    <a:custClr name="Darker 1">
      <a:srgbClr val="D89225"/>
    </a:custClr>
    <a:custClr name="TCS Yellow">
      <a:srgbClr val="FBB034"/>
    </a:custClr>
    <a:custClr name="Lighter 1">
      <a:srgbClr val="FDC46E"/>
    </a:custClr>
    <a:custClr name="Lighter 2">
      <a:srgbClr val="FED9A1"/>
    </a:custClr>
    <a:custClr name="lighter 3">
      <a:srgbClr val="FFECD0"/>
    </a:custClr>
    <a:custClr name="TCS Green">
      <a:srgbClr val="54B948"/>
    </a:custClr>
    <a:custClr name="TCS Red">
      <a:srgbClr val="EF4135"/>
    </a:custClr>
    <a:custClr name="TCS Orange">
      <a:srgbClr val="F15A29"/>
    </a:custClr>
  </a:custClrLst>
  <a:extLst>
    <a:ext uri="{05A4C25C-085E-4340-85A3-A5531E510DB2}">
      <thm15:themeFamily xmlns:thm15="http://schemas.microsoft.com/office/thememl/2012/main" name="TCS PowerPoint Template" id="{DFB5CE0D-4C40-4142-9210-9A2F2D8E9DDA}" vid="{3D277DD4-E10A-41A7-AB84-A555E1FC3130}"/>
    </a:ext>
  </a:extLst>
</a:theme>
</file>

<file path=ppt/theme/theme5.xml><?xml version="1.0" encoding="utf-8"?>
<a:theme xmlns:a="http://schemas.openxmlformats.org/drawingml/2006/main" name="Image Holder Slid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ustom 2">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03782"/>
        </a:solidFill>
        <a:ln>
          <a:noFill/>
        </a:ln>
      </a:spPr>
      <a:bodyPr rtlCol="0" anchor="ctr"/>
      <a:lstStyle>
        <a:defPPr algn="ctr">
          <a:defRPr sz="1600" dirty="0"/>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F0378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nchor="ctr" anchorCtr="0">
        <a:noAutofit/>
      </a:bodyPr>
      <a:lstStyle>
        <a:defPPr algn="ctr">
          <a:defRPr sz="1600" dirty="0">
            <a:solidFill>
              <a:schemeClr val="tx1"/>
            </a:solidFill>
          </a:defRPr>
        </a:defPPr>
      </a:lstStyle>
    </a:txDef>
  </a:objectDefaults>
  <a:extraClrSchemeLst/>
  <a:custClrLst>
    <a:custClr name="White">
      <a:srgbClr val="FFFFFF"/>
    </a:custClr>
    <a:custClr name="Black">
      <a:srgbClr val="000000"/>
    </a:custClr>
    <a:custClr name="Darker 1">
      <a:srgbClr val="3E6A9D"/>
    </a:custClr>
    <a:custClr name="TCS Blue">
      <a:srgbClr val="4E84C4"/>
    </a:custClr>
    <a:custClr name="Lighter 1">
      <a:srgbClr val="7BA3D3"/>
    </a:custClr>
    <a:custClr name="Lighter 2">
      <a:srgbClr val="A9C2E2"/>
    </a:custClr>
    <a:custClr name="Lighter 3">
      <a:srgbClr val="D3E1F0"/>
    </a:custClr>
    <a:custClr name="Darker 1">
      <a:srgbClr val="D89225"/>
    </a:custClr>
    <a:custClr name="TCS Yellow">
      <a:srgbClr val="FBB034"/>
    </a:custClr>
    <a:custClr name="Lighter 1">
      <a:srgbClr val="FDC46E"/>
    </a:custClr>
    <a:custClr name="Lighter 2">
      <a:srgbClr val="FED9A1"/>
    </a:custClr>
    <a:custClr name="lighter 3">
      <a:srgbClr val="FFECD0"/>
    </a:custClr>
    <a:custClr name="TCS Green">
      <a:srgbClr val="54B948"/>
    </a:custClr>
    <a:custClr name="TCS Red">
      <a:srgbClr val="EF4135"/>
    </a:custClr>
    <a:custClr name="TCS Orange">
      <a:srgbClr val="F15A29"/>
    </a:custClr>
  </a:custClrLst>
  <a:extLst>
    <a:ext uri="{05A4C25C-085E-4340-85A3-A5531E510DB2}">
      <thm15:themeFamily xmlns:thm15="http://schemas.microsoft.com/office/thememl/2012/main" name="TCS PowerPoint Template" id="{DFB5CE0D-4C40-4142-9210-9A2F2D8E9DDA}" vid="{B25A0875-896C-4BC3-ACB9-E50F4301D253}"/>
    </a:ext>
  </a:extLst>
</a:theme>
</file>

<file path=ppt/theme/theme6.xml><?xml version="1.0" encoding="utf-8"?>
<a:theme xmlns:a="http://schemas.openxmlformats.org/drawingml/2006/main" name="1_Image Holder Slid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ustom 2">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4E84C4"/>
        </a:solidFill>
        <a:ln>
          <a:noFill/>
        </a:ln>
      </a:spPr>
      <a:bodyPr rtlCol="0" anchor="ctr"/>
      <a:lstStyle>
        <a:defPPr algn="ctr">
          <a:defRPr sz="1600"/>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nchor="ctr" anchorCtr="0">
        <a:noAutofit/>
      </a:bodyPr>
      <a:lstStyle>
        <a:defPPr algn="ctr">
          <a:defRPr sz="1400" dirty="0">
            <a:solidFill>
              <a:schemeClr val="tx1"/>
            </a:solidFill>
          </a:defRPr>
        </a:defPPr>
      </a:lstStyle>
    </a:txDef>
  </a:objectDefaults>
  <a:extraClrSchemeLst/>
  <a:custClrLst>
    <a:custClr name="White">
      <a:srgbClr val="FFFFFF"/>
    </a:custClr>
    <a:custClr name="Black">
      <a:srgbClr val="000000"/>
    </a:custClr>
    <a:custClr name="Darker 1">
      <a:srgbClr val="3E6A9D"/>
    </a:custClr>
    <a:custClr name="TCS Blue">
      <a:srgbClr val="4E84C4"/>
    </a:custClr>
    <a:custClr name="Lighter 1">
      <a:srgbClr val="7BA3D3"/>
    </a:custClr>
    <a:custClr name="Lighter 2">
      <a:srgbClr val="A9C2E2"/>
    </a:custClr>
    <a:custClr name="Lighter 3">
      <a:srgbClr val="D3E1F0"/>
    </a:custClr>
    <a:custClr name="Darker 1">
      <a:srgbClr val="D89225"/>
    </a:custClr>
    <a:custClr name="TCS Yellow">
      <a:srgbClr val="FBB034"/>
    </a:custClr>
    <a:custClr name="Lighter 1">
      <a:srgbClr val="FDC46E"/>
    </a:custClr>
    <a:custClr name="Lighter 2">
      <a:srgbClr val="FED9A1"/>
    </a:custClr>
    <a:custClr name="lighter 3">
      <a:srgbClr val="FFECD0"/>
    </a:custClr>
    <a:custClr name="TCS Green">
      <a:srgbClr val="54B948"/>
    </a:custClr>
    <a:custClr name="TCS Red">
      <a:srgbClr val="EF4135"/>
    </a:custClr>
    <a:custClr name="TCS Orange">
      <a:srgbClr val="F15A29"/>
    </a:custClr>
  </a:custClrLst>
  <a:extLst>
    <a:ext uri="{05A4C25C-085E-4340-85A3-A5531E510DB2}">
      <thm15:themeFamily xmlns:thm15="http://schemas.microsoft.com/office/thememl/2012/main" name="TCS PowerPoint Template" id="{DFB5CE0D-4C40-4142-9210-9A2F2D8E9DDA}" vid="{52C97E72-6469-426F-84C4-2B2772D68DA0}"/>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1F429409C18204B8E50994481C8BE12" ma:contentTypeVersion="6" ma:contentTypeDescription="Create a new document." ma:contentTypeScope="" ma:versionID="e621c65745e5ed516f140f6c14fc97ac">
  <xsd:schema xmlns:xsd="http://www.w3.org/2001/XMLSchema" xmlns:xs="http://www.w3.org/2001/XMLSchema" xmlns:p="http://schemas.microsoft.com/office/2006/metadata/properties" xmlns:ns2="ed5f3adb-d74a-4f34-826c-cfa79a1b5e9d" xmlns:ns3="1771064e-c6ae-44b4-88a5-a935e9ecfce2" targetNamespace="http://schemas.microsoft.com/office/2006/metadata/properties" ma:root="true" ma:fieldsID="c2e0bcf01154a3c8d49cab81914f6a9c" ns2:_="" ns3:_="">
    <xsd:import namespace="ed5f3adb-d74a-4f34-826c-cfa79a1b5e9d"/>
    <xsd:import namespace="1771064e-c6ae-44b4-88a5-a935e9ecfce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5f3adb-d74a-4f34-826c-cfa79a1b5e9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771064e-c6ae-44b4-88a5-a935e9ecfce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7BCEBEC-15B5-49BC-864B-4924BAAB3478}">
  <ds:schemaRefs>
    <ds:schemaRef ds:uri="http://schemas.microsoft.com/sharepoint/v3/contenttype/forms"/>
  </ds:schemaRefs>
</ds:datastoreItem>
</file>

<file path=customXml/itemProps2.xml><?xml version="1.0" encoding="utf-8"?>
<ds:datastoreItem xmlns:ds="http://schemas.openxmlformats.org/officeDocument/2006/customXml" ds:itemID="{3FF81699-3D8B-4E66-BC1A-57B5B30D6CE8}">
  <ds:schemaRefs>
    <ds:schemaRef ds:uri="1771064e-c6ae-44b4-88a5-a935e9ecfce2"/>
    <ds:schemaRef ds:uri="ed5f3adb-d74a-4f34-826c-cfa79a1b5e9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BEEA660A-B007-4C79-8022-F381E11CD8A6}">
  <ds:schemaRefs>
    <ds:schemaRef ds:uri="1771064e-c6ae-44b4-88a5-a935e9ecfce2"/>
    <ds:schemaRef ds:uri="ed5f3adb-d74a-4f34-826c-cfa79a1b5e9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404b1967-6507-45ab-8a6d-7374a3f478be}" enabled="0" method="" siteId="{404b1967-6507-45ab-8a6d-7374a3f478be}" removed="1"/>
</clbl:labelList>
</file>

<file path=docProps/app.xml><?xml version="1.0" encoding="utf-8"?>
<Properties xmlns="http://schemas.openxmlformats.org/officeDocument/2006/extended-properties" xmlns:vt="http://schemas.openxmlformats.org/officeDocument/2006/docPropsVTypes">
  <Template>1. TCS PowerPoint Template</Template>
  <Application>Microsoft Office PowerPoint</Application>
  <PresentationFormat>On-screen Show (16:9)</PresentationFormat>
  <Slides>19</Slides>
  <Notes>19</Notes>
  <HiddenSlides>0</HiddenSlides>
  <ScaleCrop>false</ScaleCrop>
  <HeadingPairs>
    <vt:vector size="4" baseType="variant">
      <vt:variant>
        <vt:lpstr>Theme</vt:lpstr>
      </vt:variant>
      <vt:variant>
        <vt:i4>6</vt:i4>
      </vt:variant>
      <vt:variant>
        <vt:lpstr>Slide Titles</vt:lpstr>
      </vt:variant>
      <vt:variant>
        <vt:i4>19</vt:i4>
      </vt:variant>
    </vt:vector>
  </HeadingPairs>
  <TitlesOfParts>
    <vt:vector size="25" baseType="lpstr">
      <vt:lpstr>Content Slide_White</vt:lpstr>
      <vt:lpstr>1_Content Slide_White</vt:lpstr>
      <vt:lpstr>Title Slide</vt:lpstr>
      <vt:lpstr>1_Title Slide</vt:lpstr>
      <vt:lpstr>Image Holder Slide</vt:lpstr>
      <vt:lpstr>1_Image Holder Slide</vt:lpstr>
      <vt:lpstr>PowerPoint Presentation</vt:lpstr>
      <vt:lpstr>Problem Statement:</vt:lpstr>
      <vt:lpstr>Implementation Steps</vt:lpstr>
      <vt:lpstr>Challenges</vt:lpstr>
      <vt:lpstr>Tools/Technologies Used:</vt:lpstr>
      <vt:lpstr>PowerPoint Presentation</vt:lpstr>
      <vt:lpstr>PowerPoint Presentation</vt:lpstr>
      <vt:lpstr>Results</vt:lpstr>
      <vt:lpstr>PowerPoint Presentation</vt:lpstr>
      <vt:lpstr>PowerPoint Presentation</vt:lpstr>
      <vt:lpstr>Interpretation:</vt:lpstr>
      <vt:lpstr>PowerPoint Presentation</vt:lpstr>
      <vt:lpstr>Interpretation:</vt:lpstr>
      <vt:lpstr>PowerPoint Presentation</vt:lpstr>
      <vt:lpstr>Interpretation:</vt:lpstr>
      <vt:lpstr>PowerPoint Presentation</vt:lpstr>
      <vt:lpstr>Key Learnings</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Nidhi Lamba</dc:creator>
  <cp:revision>1062</cp:revision>
  <dcterms:created xsi:type="dcterms:W3CDTF">2026-06-30T08:19:45Z</dcterms:created>
  <dcterms:modified xsi:type="dcterms:W3CDTF">2026-07-30T11:04:50Z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0x01010081F429409C18204B8E50994481C8BE12</vt:lpwstr>
  </property>
</Properties>
</file>